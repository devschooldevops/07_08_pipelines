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2" r:id="rId1"/>
    <p:sldMasterId id="2147483798" r:id="rId2"/>
  </p:sldMasterIdLst>
  <p:notesMasterIdLst>
    <p:notesMasterId r:id="rId33"/>
  </p:notesMasterIdLst>
  <p:handoutMasterIdLst>
    <p:handoutMasterId r:id="rId34"/>
  </p:handoutMasterIdLst>
  <p:sldIdLst>
    <p:sldId id="293" r:id="rId3"/>
    <p:sldId id="297" r:id="rId4"/>
    <p:sldId id="360" r:id="rId5"/>
    <p:sldId id="380" r:id="rId6"/>
    <p:sldId id="368" r:id="rId7"/>
    <p:sldId id="371" r:id="rId8"/>
    <p:sldId id="361" r:id="rId9"/>
    <p:sldId id="372" r:id="rId10"/>
    <p:sldId id="373" r:id="rId11"/>
    <p:sldId id="359" r:id="rId12"/>
    <p:sldId id="366" r:id="rId13"/>
    <p:sldId id="365" r:id="rId14"/>
    <p:sldId id="374" r:id="rId15"/>
    <p:sldId id="364" r:id="rId16"/>
    <p:sldId id="367" r:id="rId17"/>
    <p:sldId id="369" r:id="rId18"/>
    <p:sldId id="362" r:id="rId19"/>
    <p:sldId id="363" r:id="rId20"/>
    <p:sldId id="377" r:id="rId21"/>
    <p:sldId id="382" r:id="rId22"/>
    <p:sldId id="383" r:id="rId23"/>
    <p:sldId id="384" r:id="rId24"/>
    <p:sldId id="378" r:id="rId25"/>
    <p:sldId id="386" r:id="rId26"/>
    <p:sldId id="387" r:id="rId27"/>
    <p:sldId id="381" r:id="rId28"/>
    <p:sldId id="385" r:id="rId29"/>
    <p:sldId id="379" r:id="rId30"/>
    <p:sldId id="370" r:id="rId31"/>
    <p:sldId id="356" r:id="rId32"/>
  </p:sldIdLst>
  <p:sldSz cx="12192000" cy="6858000"/>
  <p:notesSz cx="6858000" cy="9144000"/>
  <p:embeddedFontLst>
    <p:embeddedFont>
      <p:font typeface="CaskaydiaCove Nerd Font" panose="020B0509020204030204" pitchFamily="49" charset="0"/>
      <p:regular r:id="rId35"/>
    </p:embeddedFont>
    <p:embeddedFont>
      <p:font typeface="Consolas" panose="020B0609020204030204" pitchFamily="49" charset="0"/>
      <p:regular r:id="rId36"/>
      <p:bold r:id="rId37"/>
      <p:italic r:id="rId38"/>
      <p:boldItalic r:id="rId39"/>
    </p:embeddedFont>
    <p:embeddedFont>
      <p:font typeface="ING Me" panose="02000506040000020004" pitchFamily="2" charset="0"/>
      <p:regular r:id="rId40"/>
      <p:bold r:id="rId41"/>
      <p:italic r:id="rId42"/>
      <p:boldItalic r:id="rId43"/>
    </p:embeddedFont>
    <p:embeddedFont>
      <p:font typeface="Segoe UI" panose="020B0502040204020203" pitchFamily="34" charset="0"/>
      <p:regular r:id="rId44"/>
      <p:bold r:id="rId45"/>
      <p:italic r:id="rId46"/>
      <p:boldItalic r:id="rId47"/>
    </p:embeddedFont>
  </p:embeddedFontLst>
  <p:custDataLst>
    <p:tags r:id="rId48"/>
  </p:custDataLst>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ouwman, R. (Remke)" initials="RB" lastIdx="68" clrIdx="0"/>
  <p:cmAuthor id="2" name="CAV2" initials="C" lastIdx="5" clrIdx="1"/>
  <p:cmAuthor id="3" name="CAV.nl" initials="CAV" lastIdx="1" clrIdx="2">
    <p:extLst>
      <p:ext uri="{19B8F6BF-5375-455C-9EA6-DF929625EA0E}">
        <p15:presenceInfo xmlns:p15="http://schemas.microsoft.com/office/powerpoint/2012/main" userId="CAV.nl" providerId="None"/>
      </p:ext>
    </p:extLst>
  </p:cmAuthor>
  <p:cmAuthor id="4" name="Panneman, A. (Bert)" initials="PA(" lastIdx="1" clrIdx="3">
    <p:extLst>
      <p:ext uri="{19B8F6BF-5375-455C-9EA6-DF929625EA0E}">
        <p15:presenceInfo xmlns:p15="http://schemas.microsoft.com/office/powerpoint/2012/main" userId="S::Bert.Panneman@ing.com::35db2cae-8697-4a52-8d02-8b31de488b2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9651"/>
    <a:srgbClr val="D70000"/>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D4A80F-0C6B-4AB0-BB5C-29DF75127EE0}" v="53" dt="2024-09-19T11:48:09.213"/>
  </p1510:revLst>
</p1510:revInfo>
</file>

<file path=ppt/tableStyles.xml><?xml version="1.0" encoding="utf-8"?>
<a:tblStyleLst xmlns:a="http://schemas.openxmlformats.org/drawingml/2006/main" def="{C07AF9EF-7F60-4BE2-B048-E21843C071CA}">
  <a:tblStyle styleId="{C07AF9EF-7F60-4BE2-B048-E21843C071CA}" styleName="ING Default Table">
    <a:tblBg>
      <a:effect>
        <a:effectLst/>
      </a:effect>
    </a:tblBg>
    <a:wholeTbl>
      <a:tcTxStyle b="off" i="off">
        <a:fontRef idx="minor"/>
        <a:srgbClr val="333333">
          <a:alpha val="100000"/>
        </a:srgbClr>
      </a:tcTxStyle>
      <a:tcStyle>
        <a:tcBdr>
          <a:left>
            <a:ln>
              <a:noFill/>
            </a:ln>
          </a:left>
          <a:right>
            <a:ln>
              <a:noFill/>
            </a:ln>
          </a:right>
          <a:top>
            <a:ln>
              <a:noFill/>
            </a:ln>
          </a:top>
          <a:bottom>
            <a:ln w="10000">
              <a:solidFill>
                <a:srgbClr val="E1E1E1">
                  <a:alpha val="100000"/>
                </a:srgbClr>
              </a:solidFill>
            </a:ln>
          </a:bottom>
          <a:insideH>
            <a:ln w="10000">
              <a:solidFill>
                <a:srgbClr val="E1E1E1">
                  <a:alpha val="100000"/>
                </a:srgbClr>
              </a:solidFill>
            </a:ln>
          </a:insideH>
          <a:insideV>
            <a:ln>
              <a:noFill/>
            </a:ln>
          </a:insideV>
          <a:tl2br>
            <a:ln>
              <a:noFill/>
            </a:ln>
          </a:tl2br>
          <a:tr2bl>
            <a:ln>
              <a:noFill/>
            </a:ln>
          </a:tr2bl>
        </a:tcBdr>
        <a:fill>
          <a:solidFill>
            <a:srgbClr val="FFFFFF">
              <a:alpha val="100000"/>
            </a:srgbClr>
          </a:solidFill>
        </a:fill>
      </a:tcStyle>
    </a:wholeTbl>
    <a:lastRow>
      <a:tcTxStyle b="off" i="off">
        <a:fontRef idx="minor"/>
        <a:srgbClr val="333333">
          <a:alpha val="100000"/>
        </a:srgbClr>
      </a:tcTxStyle>
      <a:tcStyle>
        <a:tcBdr/>
        <a:fill>
          <a:solidFill>
            <a:srgbClr val="E1E1E1">
              <a:alpha val="100000"/>
            </a:srgbClr>
          </a:solidFill>
        </a:fill>
      </a:tcStyle>
    </a:lastRow>
    <a:firstRow>
      <a:tcTxStyle b="off" i="off">
        <a:fontRef idx="minor"/>
        <a:srgbClr val="FFFFFF">
          <a:alpha val="100000"/>
        </a:srgbClr>
      </a:tcTxStyle>
      <a:tcStyle>
        <a:tcBdr/>
        <a:fill>
          <a:solidFill>
            <a:srgbClr val="FF6200"/>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7940" autoAdjust="0"/>
  </p:normalViewPr>
  <p:slideViewPr>
    <p:cSldViewPr snapToGrid="0" showGuides="1">
      <p:cViewPr varScale="1">
        <p:scale>
          <a:sx n="73" d="100"/>
          <a:sy n="73" d="100"/>
        </p:scale>
        <p:origin x="1027" y="67"/>
      </p:cViewPr>
      <p:guideLst/>
    </p:cSldViewPr>
  </p:slideViewPr>
  <p:outlineViewPr>
    <p:cViewPr>
      <p:scale>
        <a:sx n="33" d="100"/>
        <a:sy n="33" d="100"/>
      </p:scale>
      <p:origin x="0" y="-16206"/>
    </p:cViewPr>
  </p:outlineViewPr>
  <p:notesTextViewPr>
    <p:cViewPr>
      <p:scale>
        <a:sx n="125" d="100"/>
        <a:sy n="125" d="100"/>
      </p:scale>
      <p:origin x="0" y="0"/>
    </p:cViewPr>
  </p:notesTextViewPr>
  <p:sorterViewPr>
    <p:cViewPr>
      <p:scale>
        <a:sx n="100" d="100"/>
        <a:sy n="100" d="100"/>
      </p:scale>
      <p:origin x="0" y="0"/>
    </p:cViewPr>
  </p:sorterViewPr>
  <p:notesViewPr>
    <p:cSldViewPr snapToGrid="0" showGuides="1">
      <p:cViewPr varScale="1">
        <p:scale>
          <a:sx n="80" d="100"/>
          <a:sy n="80" d="100"/>
        </p:scale>
        <p:origin x="3918"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5.fntdata"/><Relationship Id="rId21" Type="http://schemas.openxmlformats.org/officeDocument/2006/relationships/slide" Target="slides/slide19.xml"/><Relationship Id="rId34" Type="http://schemas.openxmlformats.org/officeDocument/2006/relationships/handoutMaster" Target="handoutMasters/handoutMaster1.xml"/><Relationship Id="rId42" Type="http://schemas.openxmlformats.org/officeDocument/2006/relationships/font" Target="fonts/font8.fntdata"/><Relationship Id="rId47" Type="http://schemas.openxmlformats.org/officeDocument/2006/relationships/font" Target="fonts/font13.fntdata"/><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3"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10.fntdata"/><Relationship Id="rId5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tags" Target="tags/tag1.xml"/><Relationship Id="rId8" Type="http://schemas.openxmlformats.org/officeDocument/2006/relationships/slide" Target="slides/slide6.xml"/><Relationship Id="rId51"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openxmlformats.org/officeDocument/2006/relationships/font" Target="fonts/font4.fntdata"/><Relationship Id="rId46" Type="http://schemas.openxmlformats.org/officeDocument/2006/relationships/font" Target="fonts/font12.fntdata"/><Relationship Id="rId20" Type="http://schemas.openxmlformats.org/officeDocument/2006/relationships/slide" Target="slides/slide18.xml"/><Relationship Id="rId41" Type="http://schemas.openxmlformats.org/officeDocument/2006/relationships/font" Target="fonts/font7.fntdata"/><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2.fntdata"/><Relationship Id="rId49"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udurescu, M. (Mihai)" userId="ad6b72ff-3a0b-4fff-afc5-090192bbb955" providerId="ADAL" clId="{90D4A80F-0C6B-4AB0-BB5C-29DF75127EE0}"/>
    <pc:docChg chg="undo custSel addSld delSld modSld sldOrd">
      <pc:chgData name="Budurescu, M. (Mihai)" userId="ad6b72ff-3a0b-4fff-afc5-090192bbb955" providerId="ADAL" clId="{90D4A80F-0C6B-4AB0-BB5C-29DF75127EE0}" dt="2024-09-19T17:05:47.239" v="9594" actId="14100"/>
      <pc:docMkLst>
        <pc:docMk/>
      </pc:docMkLst>
      <pc:sldChg chg="addSp delSp modSp mod">
        <pc:chgData name="Budurescu, M. (Mihai)" userId="ad6b72ff-3a0b-4fff-afc5-090192bbb955" providerId="ADAL" clId="{90D4A80F-0C6B-4AB0-BB5C-29DF75127EE0}" dt="2024-09-12T12:09:36.524" v="38" actId="20577"/>
        <pc:sldMkLst>
          <pc:docMk/>
          <pc:sldMk cId="2649286012" sldId="293"/>
        </pc:sldMkLst>
        <pc:spChg chg="mod">
          <ac:chgData name="Budurescu, M. (Mihai)" userId="ad6b72ff-3a0b-4fff-afc5-090192bbb955" providerId="ADAL" clId="{90D4A80F-0C6B-4AB0-BB5C-29DF75127EE0}" dt="2024-09-12T12:09:36.524" v="38" actId="20577"/>
          <ac:spMkLst>
            <pc:docMk/>
            <pc:sldMk cId="2649286012" sldId="293"/>
            <ac:spMk id="4" creationId="{00000000-0000-0000-0000-000000000000}"/>
          </ac:spMkLst>
        </pc:spChg>
        <pc:spChg chg="del">
          <ac:chgData name="Budurescu, M. (Mihai)" userId="ad6b72ff-3a0b-4fff-afc5-090192bbb955" providerId="ADAL" clId="{90D4A80F-0C6B-4AB0-BB5C-29DF75127EE0}" dt="2024-09-12T12:09:15.254" v="0" actId="478"/>
          <ac:spMkLst>
            <pc:docMk/>
            <pc:sldMk cId="2649286012" sldId="293"/>
            <ac:spMk id="5" creationId="{00000000-0000-0000-0000-000000000000}"/>
          </ac:spMkLst>
        </pc:spChg>
        <pc:spChg chg="add del mod">
          <ac:chgData name="Budurescu, M. (Mihai)" userId="ad6b72ff-3a0b-4fff-afc5-090192bbb955" providerId="ADAL" clId="{90D4A80F-0C6B-4AB0-BB5C-29DF75127EE0}" dt="2024-09-12T12:09:19.002" v="1" actId="478"/>
          <ac:spMkLst>
            <pc:docMk/>
            <pc:sldMk cId="2649286012" sldId="293"/>
            <ac:spMk id="6" creationId="{063D0A60-1667-6A6F-24A7-BB5C77872D27}"/>
          </ac:spMkLst>
        </pc:spChg>
      </pc:sldChg>
      <pc:sldChg chg="modSp mod">
        <pc:chgData name="Budurescu, M. (Mihai)" userId="ad6b72ff-3a0b-4fff-afc5-090192bbb955" providerId="ADAL" clId="{90D4A80F-0C6B-4AB0-BB5C-29DF75127EE0}" dt="2024-09-19T14:01:41.250" v="9593" actId="20577"/>
        <pc:sldMkLst>
          <pc:docMk/>
          <pc:sldMk cId="39688965" sldId="297"/>
        </pc:sldMkLst>
        <pc:spChg chg="mod">
          <ac:chgData name="Budurescu, M. (Mihai)" userId="ad6b72ff-3a0b-4fff-afc5-090192bbb955" providerId="ADAL" clId="{90D4A80F-0C6B-4AB0-BB5C-29DF75127EE0}" dt="2024-09-19T14:01:41.250" v="9593" actId="20577"/>
          <ac:spMkLst>
            <pc:docMk/>
            <pc:sldMk cId="39688965" sldId="297"/>
            <ac:spMk id="4" creationId="{00000000-0000-0000-0000-000000000000}"/>
          </ac:spMkLst>
        </pc:spChg>
      </pc:sldChg>
      <pc:sldChg chg="modSp del mod">
        <pc:chgData name="Budurescu, M. (Mihai)" userId="ad6b72ff-3a0b-4fff-afc5-090192bbb955" providerId="ADAL" clId="{90D4A80F-0C6B-4AB0-BB5C-29DF75127EE0}" dt="2024-09-15T14:18:29.979" v="2343" actId="2696"/>
        <pc:sldMkLst>
          <pc:docMk/>
          <pc:sldMk cId="2508646550" sldId="357"/>
        </pc:sldMkLst>
        <pc:spChg chg="mod">
          <ac:chgData name="Budurescu, M. (Mihai)" userId="ad6b72ff-3a0b-4fff-afc5-090192bbb955" providerId="ADAL" clId="{90D4A80F-0C6B-4AB0-BB5C-29DF75127EE0}" dt="2024-09-12T12:48:43.970" v="518" actId="20577"/>
          <ac:spMkLst>
            <pc:docMk/>
            <pc:sldMk cId="2508646550" sldId="357"/>
            <ac:spMk id="3" creationId="{E28FC2D7-110F-C399-0115-82F2FB6E9142}"/>
          </ac:spMkLst>
        </pc:spChg>
        <pc:spChg chg="mod">
          <ac:chgData name="Budurescu, M. (Mihai)" userId="ad6b72ff-3a0b-4fff-afc5-090192bbb955" providerId="ADAL" clId="{90D4A80F-0C6B-4AB0-BB5C-29DF75127EE0}" dt="2024-09-15T08:54:52.547" v="806"/>
          <ac:spMkLst>
            <pc:docMk/>
            <pc:sldMk cId="2508646550" sldId="357"/>
            <ac:spMk id="4" creationId="{1DD95BB2-A4B8-BD40-304E-D13DB79CCE07}"/>
          </ac:spMkLst>
        </pc:spChg>
      </pc:sldChg>
      <pc:sldChg chg="modSp new del mod">
        <pc:chgData name="Budurescu, M. (Mihai)" userId="ad6b72ff-3a0b-4fff-afc5-090192bbb955" providerId="ADAL" clId="{90D4A80F-0C6B-4AB0-BB5C-29DF75127EE0}" dt="2024-09-16T16:05:31.433" v="6468" actId="2696"/>
        <pc:sldMkLst>
          <pc:docMk/>
          <pc:sldMk cId="1167960437" sldId="358"/>
        </pc:sldMkLst>
        <pc:spChg chg="mod">
          <ac:chgData name="Budurescu, M. (Mihai)" userId="ad6b72ff-3a0b-4fff-afc5-090192bbb955" providerId="ADAL" clId="{90D4A80F-0C6B-4AB0-BB5C-29DF75127EE0}" dt="2024-09-12T12:14:39.272" v="287" actId="20577"/>
          <ac:spMkLst>
            <pc:docMk/>
            <pc:sldMk cId="1167960437" sldId="358"/>
            <ac:spMk id="3" creationId="{7D0EBD73-ACF0-E434-1C48-23BE852D6BE1}"/>
          </ac:spMkLst>
        </pc:spChg>
        <pc:spChg chg="mod">
          <ac:chgData name="Budurescu, M. (Mihai)" userId="ad6b72ff-3a0b-4fff-afc5-090192bbb955" providerId="ADAL" clId="{90D4A80F-0C6B-4AB0-BB5C-29DF75127EE0}" dt="2024-09-16T16:04:30.592" v="6467" actId="120"/>
          <ac:spMkLst>
            <pc:docMk/>
            <pc:sldMk cId="1167960437" sldId="358"/>
            <ac:spMk id="4" creationId="{91BD0FEA-88E6-E75A-A57F-878D1B3B1D91}"/>
          </ac:spMkLst>
        </pc:spChg>
      </pc:sldChg>
      <pc:sldChg chg="addSp delSp modSp new mod ord modNotesTx">
        <pc:chgData name="Budurescu, M. (Mihai)" userId="ad6b72ff-3a0b-4fff-afc5-090192bbb955" providerId="ADAL" clId="{90D4A80F-0C6B-4AB0-BB5C-29DF75127EE0}" dt="2024-09-15T13:31:07.590" v="1786" actId="962"/>
        <pc:sldMkLst>
          <pc:docMk/>
          <pc:sldMk cId="1856967936" sldId="359"/>
        </pc:sldMkLst>
        <pc:spChg chg="mod">
          <ac:chgData name="Budurescu, M. (Mihai)" userId="ad6b72ff-3a0b-4fff-afc5-090192bbb955" providerId="ADAL" clId="{90D4A80F-0C6B-4AB0-BB5C-29DF75127EE0}" dt="2024-09-15T13:31:07.590" v="1786" actId="962"/>
          <ac:spMkLst>
            <pc:docMk/>
            <pc:sldMk cId="1856967936" sldId="359"/>
            <ac:spMk id="3" creationId="{71D99EA5-B7AC-EBA3-506B-41BA4BD14C1E}"/>
          </ac:spMkLst>
        </pc:spChg>
        <pc:spChg chg="del mod">
          <ac:chgData name="Budurescu, M. (Mihai)" userId="ad6b72ff-3a0b-4fff-afc5-090192bbb955" providerId="ADAL" clId="{90D4A80F-0C6B-4AB0-BB5C-29DF75127EE0}" dt="2024-09-15T09:15:29.742" v="965" actId="478"/>
          <ac:spMkLst>
            <pc:docMk/>
            <pc:sldMk cId="1856967936" sldId="359"/>
            <ac:spMk id="4" creationId="{7611922D-A0C9-3EA8-CF67-D6013DE9DAFF}"/>
          </ac:spMkLst>
        </pc:spChg>
        <pc:spChg chg="add del">
          <ac:chgData name="Budurescu, M. (Mihai)" userId="ad6b72ff-3a0b-4fff-afc5-090192bbb955" providerId="ADAL" clId="{90D4A80F-0C6B-4AB0-BB5C-29DF75127EE0}" dt="2024-09-12T12:36:08.954" v="474" actId="22"/>
          <ac:spMkLst>
            <pc:docMk/>
            <pc:sldMk cId="1856967936" sldId="359"/>
            <ac:spMk id="7" creationId="{4344BCDC-2FAD-31FD-7BA7-DD4EB7C96F96}"/>
          </ac:spMkLst>
        </pc:spChg>
        <pc:picChg chg="add mod">
          <ac:chgData name="Budurescu, M. (Mihai)" userId="ad6b72ff-3a0b-4fff-afc5-090192bbb955" providerId="ADAL" clId="{90D4A80F-0C6B-4AB0-BB5C-29DF75127EE0}" dt="2024-09-15T13:31:07.590" v="1785" actId="27614"/>
          <ac:picMkLst>
            <pc:docMk/>
            <pc:sldMk cId="1856967936" sldId="359"/>
            <ac:picMk id="6" creationId="{DB645227-8300-A24F-3413-0AB0AC63DFEE}"/>
          </ac:picMkLst>
        </pc:picChg>
        <pc:picChg chg="add del mod">
          <ac:chgData name="Budurescu, M. (Mihai)" userId="ad6b72ff-3a0b-4fff-afc5-090192bbb955" providerId="ADAL" clId="{90D4A80F-0C6B-4AB0-BB5C-29DF75127EE0}" dt="2024-09-12T12:43:06.229" v="478" actId="478"/>
          <ac:picMkLst>
            <pc:docMk/>
            <pc:sldMk cId="1856967936" sldId="359"/>
            <ac:picMk id="9" creationId="{85FB0A2F-BC1B-71E4-B5BD-98D7D71A7F58}"/>
          </ac:picMkLst>
        </pc:picChg>
        <pc:picChg chg="add del mod">
          <ac:chgData name="Budurescu, M. (Mihai)" userId="ad6b72ff-3a0b-4fff-afc5-090192bbb955" providerId="ADAL" clId="{90D4A80F-0C6B-4AB0-BB5C-29DF75127EE0}" dt="2024-09-15T13:30:50.707" v="1783" actId="478"/>
          <ac:picMkLst>
            <pc:docMk/>
            <pc:sldMk cId="1856967936" sldId="359"/>
            <ac:picMk id="11" creationId="{631A0BBA-4B20-CB7F-B798-32D511088107}"/>
          </ac:picMkLst>
        </pc:picChg>
      </pc:sldChg>
      <pc:sldChg chg="modSp new mod ord">
        <pc:chgData name="Budurescu, M. (Mihai)" userId="ad6b72ff-3a0b-4fff-afc5-090192bbb955" providerId="ADAL" clId="{90D4A80F-0C6B-4AB0-BB5C-29DF75127EE0}" dt="2024-09-15T10:52:52.225" v="1207"/>
        <pc:sldMkLst>
          <pc:docMk/>
          <pc:sldMk cId="2702415308" sldId="360"/>
        </pc:sldMkLst>
        <pc:spChg chg="mod">
          <ac:chgData name="Budurescu, M. (Mihai)" userId="ad6b72ff-3a0b-4fff-afc5-090192bbb955" providerId="ADAL" clId="{90D4A80F-0C6B-4AB0-BB5C-29DF75127EE0}" dt="2024-09-15T08:56:10.017" v="820" actId="20577"/>
          <ac:spMkLst>
            <pc:docMk/>
            <pc:sldMk cId="2702415308" sldId="360"/>
            <ac:spMk id="3" creationId="{4A379D71-9AF9-0C29-AE46-A044BDB9A261}"/>
          </ac:spMkLst>
        </pc:spChg>
        <pc:spChg chg="mod">
          <ac:chgData name="Budurescu, M. (Mihai)" userId="ad6b72ff-3a0b-4fff-afc5-090192bbb955" providerId="ADAL" clId="{90D4A80F-0C6B-4AB0-BB5C-29DF75127EE0}" dt="2024-09-15T10:52:52.225" v="1207"/>
          <ac:spMkLst>
            <pc:docMk/>
            <pc:sldMk cId="2702415308" sldId="360"/>
            <ac:spMk id="4" creationId="{6FB35AF7-03A3-911F-15DE-AFBB87E472D0}"/>
          </ac:spMkLst>
        </pc:spChg>
      </pc:sldChg>
      <pc:sldChg chg="modSp new mod ord">
        <pc:chgData name="Budurescu, M. (Mihai)" userId="ad6b72ff-3a0b-4fff-afc5-090192bbb955" providerId="ADAL" clId="{90D4A80F-0C6B-4AB0-BB5C-29DF75127EE0}" dt="2024-09-17T07:27:05.637" v="7715"/>
        <pc:sldMkLst>
          <pc:docMk/>
          <pc:sldMk cId="2846811891" sldId="361"/>
        </pc:sldMkLst>
        <pc:spChg chg="mod">
          <ac:chgData name="Budurescu, M. (Mihai)" userId="ad6b72ff-3a0b-4fff-afc5-090192bbb955" providerId="ADAL" clId="{90D4A80F-0C6B-4AB0-BB5C-29DF75127EE0}" dt="2024-09-15T14:33:43.130" v="2425" actId="21"/>
          <ac:spMkLst>
            <pc:docMk/>
            <pc:sldMk cId="2846811891" sldId="361"/>
            <ac:spMk id="3" creationId="{9E9061B9-12A6-5CC9-FE24-76B64F34ED93}"/>
          </ac:spMkLst>
        </pc:spChg>
        <pc:spChg chg="mod">
          <ac:chgData name="Budurescu, M. (Mihai)" userId="ad6b72ff-3a0b-4fff-afc5-090192bbb955" providerId="ADAL" clId="{90D4A80F-0C6B-4AB0-BB5C-29DF75127EE0}" dt="2024-09-15T15:00:37.070" v="3307" actId="113"/>
          <ac:spMkLst>
            <pc:docMk/>
            <pc:sldMk cId="2846811891" sldId="361"/>
            <ac:spMk id="4" creationId="{ABC912BB-A39B-84BD-5A70-7A3D51C3B152}"/>
          </ac:spMkLst>
        </pc:spChg>
      </pc:sldChg>
      <pc:sldChg chg="addSp delSp modSp new mod">
        <pc:chgData name="Budurescu, M. (Mihai)" userId="ad6b72ff-3a0b-4fff-afc5-090192bbb955" providerId="ADAL" clId="{90D4A80F-0C6B-4AB0-BB5C-29DF75127EE0}" dt="2024-09-15T14:59:30.929" v="3306" actId="1076"/>
        <pc:sldMkLst>
          <pc:docMk/>
          <pc:sldMk cId="2054030181" sldId="362"/>
        </pc:sldMkLst>
        <pc:spChg chg="mod">
          <ac:chgData name="Budurescu, M. (Mihai)" userId="ad6b72ff-3a0b-4fff-afc5-090192bbb955" providerId="ADAL" clId="{90D4A80F-0C6B-4AB0-BB5C-29DF75127EE0}" dt="2024-09-15T14:36:36.033" v="2517" actId="20577"/>
          <ac:spMkLst>
            <pc:docMk/>
            <pc:sldMk cId="2054030181" sldId="362"/>
            <ac:spMk id="3" creationId="{4242B903-20F0-DF2B-56A6-AC36737C2F71}"/>
          </ac:spMkLst>
        </pc:spChg>
        <pc:spChg chg="mod">
          <ac:chgData name="Budurescu, M. (Mihai)" userId="ad6b72ff-3a0b-4fff-afc5-090192bbb955" providerId="ADAL" clId="{90D4A80F-0C6B-4AB0-BB5C-29DF75127EE0}" dt="2024-09-15T14:54:00.438" v="3288" actId="20577"/>
          <ac:spMkLst>
            <pc:docMk/>
            <pc:sldMk cId="2054030181" sldId="362"/>
            <ac:spMk id="4" creationId="{0B050CBA-0BBB-7999-7340-8721616E1148}"/>
          </ac:spMkLst>
        </pc:spChg>
        <pc:spChg chg="add del mod">
          <ac:chgData name="Budurescu, M. (Mihai)" userId="ad6b72ff-3a0b-4fff-afc5-090192bbb955" providerId="ADAL" clId="{90D4A80F-0C6B-4AB0-BB5C-29DF75127EE0}" dt="2024-09-15T14:43:04.894" v="2865"/>
          <ac:spMkLst>
            <pc:docMk/>
            <pc:sldMk cId="2054030181" sldId="362"/>
            <ac:spMk id="7" creationId="{42D66785-7930-548A-B0D4-9F23CEC40BCC}"/>
          </ac:spMkLst>
        </pc:spChg>
        <pc:graphicFrameChg chg="add del mod">
          <ac:chgData name="Budurescu, M. (Mihai)" userId="ad6b72ff-3a0b-4fff-afc5-090192bbb955" providerId="ADAL" clId="{90D4A80F-0C6B-4AB0-BB5C-29DF75127EE0}" dt="2024-09-15T14:35:42.494" v="2443" actId="478"/>
          <ac:graphicFrameMkLst>
            <pc:docMk/>
            <pc:sldMk cId="2054030181" sldId="362"/>
            <ac:graphicFrameMk id="5" creationId="{38FB2679-D483-4983-2978-A010476A9A26}"/>
          </ac:graphicFrameMkLst>
        </pc:graphicFrameChg>
        <pc:graphicFrameChg chg="add del mod modGraphic">
          <ac:chgData name="Budurescu, M. (Mihai)" userId="ad6b72ff-3a0b-4fff-afc5-090192bbb955" providerId="ADAL" clId="{90D4A80F-0C6B-4AB0-BB5C-29DF75127EE0}" dt="2024-09-15T14:59:10.116" v="3302" actId="478"/>
          <ac:graphicFrameMkLst>
            <pc:docMk/>
            <pc:sldMk cId="2054030181" sldId="362"/>
            <ac:graphicFrameMk id="10" creationId="{3E10B860-AAEF-BBAA-AED7-6A76323E02D7}"/>
          </ac:graphicFrameMkLst>
        </pc:graphicFrameChg>
        <pc:picChg chg="add del mod">
          <ac:chgData name="Budurescu, M. (Mihai)" userId="ad6b72ff-3a0b-4fff-afc5-090192bbb955" providerId="ADAL" clId="{90D4A80F-0C6B-4AB0-BB5C-29DF75127EE0}" dt="2024-09-15T14:51:16.915" v="3148" actId="478"/>
          <ac:picMkLst>
            <pc:docMk/>
            <pc:sldMk cId="2054030181" sldId="362"/>
            <ac:picMk id="9" creationId="{9D361E97-A93C-290E-5562-5ACFFDDC8031}"/>
          </ac:picMkLst>
        </pc:picChg>
        <pc:picChg chg="add mod">
          <ac:chgData name="Budurescu, M. (Mihai)" userId="ad6b72ff-3a0b-4fff-afc5-090192bbb955" providerId="ADAL" clId="{90D4A80F-0C6B-4AB0-BB5C-29DF75127EE0}" dt="2024-09-15T14:59:30.929" v="3306" actId="1076"/>
          <ac:picMkLst>
            <pc:docMk/>
            <pc:sldMk cId="2054030181" sldId="362"/>
            <ac:picMk id="12" creationId="{0374BCCF-F96B-50B4-A68D-EEDF4E3C2DF9}"/>
          </ac:picMkLst>
        </pc:picChg>
      </pc:sldChg>
      <pc:sldChg chg="modSp new mod">
        <pc:chgData name="Budurescu, M. (Mihai)" userId="ad6b72ff-3a0b-4fff-afc5-090192bbb955" providerId="ADAL" clId="{90D4A80F-0C6B-4AB0-BB5C-29DF75127EE0}" dt="2024-09-16T10:52:33.290" v="4514" actId="20577"/>
        <pc:sldMkLst>
          <pc:docMk/>
          <pc:sldMk cId="1766939694" sldId="363"/>
        </pc:sldMkLst>
        <pc:spChg chg="mod">
          <ac:chgData name="Budurescu, M. (Mihai)" userId="ad6b72ff-3a0b-4fff-afc5-090192bbb955" providerId="ADAL" clId="{90D4A80F-0C6B-4AB0-BB5C-29DF75127EE0}" dt="2024-09-16T10:52:33.290" v="4514" actId="20577"/>
          <ac:spMkLst>
            <pc:docMk/>
            <pc:sldMk cId="1766939694" sldId="363"/>
            <ac:spMk id="3" creationId="{F44B975B-9169-C578-E54F-231EA1DBD02D}"/>
          </ac:spMkLst>
        </pc:spChg>
        <pc:spChg chg="mod">
          <ac:chgData name="Budurescu, M. (Mihai)" userId="ad6b72ff-3a0b-4fff-afc5-090192bbb955" providerId="ADAL" clId="{90D4A80F-0C6B-4AB0-BB5C-29DF75127EE0}" dt="2024-09-15T17:01:52.188" v="4472" actId="20577"/>
          <ac:spMkLst>
            <pc:docMk/>
            <pc:sldMk cId="1766939694" sldId="363"/>
            <ac:spMk id="4" creationId="{20A754E7-0825-4F8A-A07E-A866D3BBAA46}"/>
          </ac:spMkLst>
        </pc:spChg>
      </pc:sldChg>
      <pc:sldChg chg="modSp new mod">
        <pc:chgData name="Budurescu, M. (Mihai)" userId="ad6b72ff-3a0b-4fff-afc5-090192bbb955" providerId="ADAL" clId="{90D4A80F-0C6B-4AB0-BB5C-29DF75127EE0}" dt="2024-09-15T14:43:34.211" v="2869" actId="5793"/>
        <pc:sldMkLst>
          <pc:docMk/>
          <pc:sldMk cId="2217143700" sldId="364"/>
        </pc:sldMkLst>
        <pc:spChg chg="mod">
          <ac:chgData name="Budurescu, M. (Mihai)" userId="ad6b72ff-3a0b-4fff-afc5-090192bbb955" providerId="ADAL" clId="{90D4A80F-0C6B-4AB0-BB5C-29DF75127EE0}" dt="2024-09-14T09:00:38.134" v="595" actId="20577"/>
          <ac:spMkLst>
            <pc:docMk/>
            <pc:sldMk cId="2217143700" sldId="364"/>
            <ac:spMk id="3" creationId="{94948D3C-ED52-9918-C22A-A8E0DE160530}"/>
          </ac:spMkLst>
        </pc:spChg>
        <pc:spChg chg="mod">
          <ac:chgData name="Budurescu, M. (Mihai)" userId="ad6b72ff-3a0b-4fff-afc5-090192bbb955" providerId="ADAL" clId="{90D4A80F-0C6B-4AB0-BB5C-29DF75127EE0}" dt="2024-09-15T14:43:34.211" v="2869" actId="5793"/>
          <ac:spMkLst>
            <pc:docMk/>
            <pc:sldMk cId="2217143700" sldId="364"/>
            <ac:spMk id="4" creationId="{0318D465-B9E2-C94D-91F0-434CE88BCDEE}"/>
          </ac:spMkLst>
        </pc:spChg>
      </pc:sldChg>
      <pc:sldChg chg="modSp new mod ord">
        <pc:chgData name="Budurescu, M. (Mihai)" userId="ad6b72ff-3a0b-4fff-afc5-090192bbb955" providerId="ADAL" clId="{90D4A80F-0C6B-4AB0-BB5C-29DF75127EE0}" dt="2024-09-15T14:28:51.914" v="2372" actId="14100"/>
        <pc:sldMkLst>
          <pc:docMk/>
          <pc:sldMk cId="2568739899" sldId="365"/>
        </pc:sldMkLst>
        <pc:spChg chg="mod">
          <ac:chgData name="Budurescu, M. (Mihai)" userId="ad6b72ff-3a0b-4fff-afc5-090192bbb955" providerId="ADAL" clId="{90D4A80F-0C6B-4AB0-BB5C-29DF75127EE0}" dt="2024-09-15T14:28:51.914" v="2372" actId="14100"/>
          <ac:spMkLst>
            <pc:docMk/>
            <pc:sldMk cId="2568739899" sldId="365"/>
            <ac:spMk id="3" creationId="{C8E597A3-71C0-73B9-E42C-67C2036EA3FB}"/>
          </ac:spMkLst>
        </pc:spChg>
        <pc:spChg chg="mod">
          <ac:chgData name="Budurescu, M. (Mihai)" userId="ad6b72ff-3a0b-4fff-afc5-090192bbb955" providerId="ADAL" clId="{90D4A80F-0C6B-4AB0-BB5C-29DF75127EE0}" dt="2024-09-15T14:27:39.891" v="2367" actId="1076"/>
          <ac:spMkLst>
            <pc:docMk/>
            <pc:sldMk cId="2568739899" sldId="365"/>
            <ac:spMk id="4" creationId="{6197C453-5463-0941-D6C4-E6E16FD7E01C}"/>
          </ac:spMkLst>
        </pc:spChg>
      </pc:sldChg>
      <pc:sldChg chg="addSp delSp modSp new mod ord">
        <pc:chgData name="Budurescu, M. (Mihai)" userId="ad6b72ff-3a0b-4fff-afc5-090192bbb955" providerId="ADAL" clId="{90D4A80F-0C6B-4AB0-BB5C-29DF75127EE0}" dt="2024-09-15T14:44:02.998" v="2879" actId="20577"/>
        <pc:sldMkLst>
          <pc:docMk/>
          <pc:sldMk cId="114780575" sldId="366"/>
        </pc:sldMkLst>
        <pc:spChg chg="mod">
          <ac:chgData name="Budurescu, M. (Mihai)" userId="ad6b72ff-3a0b-4fff-afc5-090192bbb955" providerId="ADAL" clId="{90D4A80F-0C6B-4AB0-BB5C-29DF75127EE0}" dt="2024-09-15T14:29:02.878" v="2373" actId="14100"/>
          <ac:spMkLst>
            <pc:docMk/>
            <pc:sldMk cId="114780575" sldId="366"/>
            <ac:spMk id="3" creationId="{D3139B1B-7178-333F-B0BB-E45963F11581}"/>
          </ac:spMkLst>
        </pc:spChg>
        <pc:spChg chg="add del mod">
          <ac:chgData name="Budurescu, M. (Mihai)" userId="ad6b72ff-3a0b-4fff-afc5-090192bbb955" providerId="ADAL" clId="{90D4A80F-0C6B-4AB0-BB5C-29DF75127EE0}" dt="2024-09-15T14:44:02.998" v="2879" actId="20577"/>
          <ac:spMkLst>
            <pc:docMk/>
            <pc:sldMk cId="114780575" sldId="366"/>
            <ac:spMk id="4" creationId="{E9187D22-69AE-3900-0A29-07483B537C9B}"/>
          </ac:spMkLst>
        </pc:spChg>
        <pc:spChg chg="add mod">
          <ac:chgData name="Budurescu, M. (Mihai)" userId="ad6b72ff-3a0b-4fff-afc5-090192bbb955" providerId="ADAL" clId="{90D4A80F-0C6B-4AB0-BB5C-29DF75127EE0}" dt="2024-09-14T09:00:13.129" v="573"/>
          <ac:spMkLst>
            <pc:docMk/>
            <pc:sldMk cId="114780575" sldId="366"/>
            <ac:spMk id="5" creationId="{384F30D3-1F47-9BC5-637E-31EC6CB8F66C}"/>
          </ac:spMkLst>
        </pc:spChg>
      </pc:sldChg>
      <pc:sldChg chg="addSp delSp modSp new mod">
        <pc:chgData name="Budurescu, M. (Mihai)" userId="ad6b72ff-3a0b-4fff-afc5-090192bbb955" providerId="ADAL" clId="{90D4A80F-0C6B-4AB0-BB5C-29DF75127EE0}" dt="2024-09-15T15:35:23.422" v="4430" actId="20577"/>
        <pc:sldMkLst>
          <pc:docMk/>
          <pc:sldMk cId="1740609836" sldId="367"/>
        </pc:sldMkLst>
        <pc:spChg chg="mod">
          <ac:chgData name="Budurescu, M. (Mihai)" userId="ad6b72ff-3a0b-4fff-afc5-090192bbb955" providerId="ADAL" clId="{90D4A80F-0C6B-4AB0-BB5C-29DF75127EE0}" dt="2024-09-15T10:54:15.920" v="1228" actId="20577"/>
          <ac:spMkLst>
            <pc:docMk/>
            <pc:sldMk cId="1740609836" sldId="367"/>
            <ac:spMk id="3" creationId="{4B75C89C-FD5A-2223-173A-6BF0C47FC2B5}"/>
          </ac:spMkLst>
        </pc:spChg>
        <pc:spChg chg="mod">
          <ac:chgData name="Budurescu, M. (Mihai)" userId="ad6b72ff-3a0b-4fff-afc5-090192bbb955" providerId="ADAL" clId="{90D4A80F-0C6B-4AB0-BB5C-29DF75127EE0}" dt="2024-09-15T15:35:23.422" v="4430" actId="20577"/>
          <ac:spMkLst>
            <pc:docMk/>
            <pc:sldMk cId="1740609836" sldId="367"/>
            <ac:spMk id="4" creationId="{1603A19D-BC29-8FEE-17D3-AC14EDE9FAAB}"/>
          </ac:spMkLst>
        </pc:spChg>
        <pc:spChg chg="add del">
          <ac:chgData name="Budurescu, M. (Mihai)" userId="ad6b72ff-3a0b-4fff-afc5-090192bbb955" providerId="ADAL" clId="{90D4A80F-0C6B-4AB0-BB5C-29DF75127EE0}" dt="2024-09-14T09:02:52.185" v="598" actId="22"/>
          <ac:spMkLst>
            <pc:docMk/>
            <pc:sldMk cId="1740609836" sldId="367"/>
            <ac:spMk id="6" creationId="{39AA4B47-AC0B-E80D-ED95-4A0C261ABEA4}"/>
          </ac:spMkLst>
        </pc:spChg>
      </pc:sldChg>
      <pc:sldChg chg="addSp delSp modSp new mod ord">
        <pc:chgData name="Budurescu, M. (Mihai)" userId="ad6b72ff-3a0b-4fff-afc5-090192bbb955" providerId="ADAL" clId="{90D4A80F-0C6B-4AB0-BB5C-29DF75127EE0}" dt="2024-09-15T14:28:24.179" v="2369" actId="1076"/>
        <pc:sldMkLst>
          <pc:docMk/>
          <pc:sldMk cId="2545514993" sldId="368"/>
        </pc:sldMkLst>
        <pc:spChg chg="mod">
          <ac:chgData name="Budurescu, M. (Mihai)" userId="ad6b72ff-3a0b-4fff-afc5-090192bbb955" providerId="ADAL" clId="{90D4A80F-0C6B-4AB0-BB5C-29DF75127EE0}" dt="2024-09-14T10:16:39.513" v="639" actId="20577"/>
          <ac:spMkLst>
            <pc:docMk/>
            <pc:sldMk cId="2545514993" sldId="368"/>
            <ac:spMk id="3" creationId="{64152140-0F33-0884-E65B-110773430F57}"/>
          </ac:spMkLst>
        </pc:spChg>
        <pc:spChg chg="mod">
          <ac:chgData name="Budurescu, M. (Mihai)" userId="ad6b72ff-3a0b-4fff-afc5-090192bbb955" providerId="ADAL" clId="{90D4A80F-0C6B-4AB0-BB5C-29DF75127EE0}" dt="2024-09-15T14:28:24.179" v="2369" actId="1076"/>
          <ac:spMkLst>
            <pc:docMk/>
            <pc:sldMk cId="2545514993" sldId="368"/>
            <ac:spMk id="4" creationId="{6CB1CB24-3E7B-792C-C1DB-94697F9E10BC}"/>
          </ac:spMkLst>
        </pc:spChg>
        <pc:spChg chg="add del mod">
          <ac:chgData name="Budurescu, M. (Mihai)" userId="ad6b72ff-3a0b-4fff-afc5-090192bbb955" providerId="ADAL" clId="{90D4A80F-0C6B-4AB0-BB5C-29DF75127EE0}" dt="2024-09-15T10:52:18.469" v="1200" actId="478"/>
          <ac:spMkLst>
            <pc:docMk/>
            <pc:sldMk cId="2545514993" sldId="368"/>
            <ac:spMk id="10" creationId="{54AC6B77-442E-3361-F4CA-73385619B031}"/>
          </ac:spMkLst>
        </pc:spChg>
        <pc:spChg chg="add mod">
          <ac:chgData name="Budurescu, M. (Mihai)" userId="ad6b72ff-3a0b-4fff-afc5-090192bbb955" providerId="ADAL" clId="{90D4A80F-0C6B-4AB0-BB5C-29DF75127EE0}" dt="2024-09-15T10:52:35.945" v="1204" actId="1076"/>
          <ac:spMkLst>
            <pc:docMk/>
            <pc:sldMk cId="2545514993" sldId="368"/>
            <ac:spMk id="12" creationId="{D67AB97C-2004-0EF4-D3A0-5A00B1CADE61}"/>
          </ac:spMkLst>
        </pc:spChg>
        <pc:picChg chg="add del mod">
          <ac:chgData name="Budurescu, M. (Mihai)" userId="ad6b72ff-3a0b-4fff-afc5-090192bbb955" providerId="ADAL" clId="{90D4A80F-0C6B-4AB0-BB5C-29DF75127EE0}" dt="2024-09-15T09:05:57.997" v="874" actId="478"/>
          <ac:picMkLst>
            <pc:docMk/>
            <pc:sldMk cId="2545514993" sldId="368"/>
            <ac:picMk id="6" creationId="{DCEB0554-FF8D-2C6E-0036-20C0600683A8}"/>
          </ac:picMkLst>
        </pc:picChg>
        <pc:picChg chg="add mod">
          <ac:chgData name="Budurescu, M. (Mihai)" userId="ad6b72ff-3a0b-4fff-afc5-090192bbb955" providerId="ADAL" clId="{90D4A80F-0C6B-4AB0-BB5C-29DF75127EE0}" dt="2024-09-15T09:10:06.353" v="906" actId="1076"/>
          <ac:picMkLst>
            <pc:docMk/>
            <pc:sldMk cId="2545514993" sldId="368"/>
            <ac:picMk id="8" creationId="{308D84AC-B341-2F65-1977-88CDEDB758B6}"/>
          </ac:picMkLst>
        </pc:picChg>
      </pc:sldChg>
      <pc:sldChg chg="addSp modSp new mod">
        <pc:chgData name="Budurescu, M. (Mihai)" userId="ad6b72ff-3a0b-4fff-afc5-090192bbb955" providerId="ADAL" clId="{90D4A80F-0C6B-4AB0-BB5C-29DF75127EE0}" dt="2024-09-15T14:08:15.044" v="2342" actId="20577"/>
        <pc:sldMkLst>
          <pc:docMk/>
          <pc:sldMk cId="611031986" sldId="369"/>
        </pc:sldMkLst>
        <pc:spChg chg="mod">
          <ac:chgData name="Budurescu, M. (Mihai)" userId="ad6b72ff-3a0b-4fff-afc5-090192bbb955" providerId="ADAL" clId="{90D4A80F-0C6B-4AB0-BB5C-29DF75127EE0}" dt="2024-09-15T13:54:11.216" v="2151" actId="20577"/>
          <ac:spMkLst>
            <pc:docMk/>
            <pc:sldMk cId="611031986" sldId="369"/>
            <ac:spMk id="3" creationId="{D9BABCF8-FDD8-8FFC-68BC-B072215BC65A}"/>
          </ac:spMkLst>
        </pc:spChg>
        <pc:spChg chg="mod">
          <ac:chgData name="Budurescu, M. (Mihai)" userId="ad6b72ff-3a0b-4fff-afc5-090192bbb955" providerId="ADAL" clId="{90D4A80F-0C6B-4AB0-BB5C-29DF75127EE0}" dt="2024-09-15T14:08:15.044" v="2342" actId="20577"/>
          <ac:spMkLst>
            <pc:docMk/>
            <pc:sldMk cId="611031986" sldId="369"/>
            <ac:spMk id="4" creationId="{424E4A85-DC54-7B06-BC62-54CE44AC3F21}"/>
          </ac:spMkLst>
        </pc:spChg>
        <pc:spChg chg="add">
          <ac:chgData name="Budurescu, M. (Mihai)" userId="ad6b72ff-3a0b-4fff-afc5-090192bbb955" providerId="ADAL" clId="{90D4A80F-0C6B-4AB0-BB5C-29DF75127EE0}" dt="2024-09-15T13:57:41.599" v="2172"/>
          <ac:spMkLst>
            <pc:docMk/>
            <pc:sldMk cId="611031986" sldId="369"/>
            <ac:spMk id="5" creationId="{6D54F077-87D2-D6ED-4992-2E34F7283359}"/>
          </ac:spMkLst>
        </pc:spChg>
        <pc:spChg chg="add mod">
          <ac:chgData name="Budurescu, M. (Mihai)" userId="ad6b72ff-3a0b-4fff-afc5-090192bbb955" providerId="ADAL" clId="{90D4A80F-0C6B-4AB0-BB5C-29DF75127EE0}" dt="2024-09-15T13:57:51.767" v="2174"/>
          <ac:spMkLst>
            <pc:docMk/>
            <pc:sldMk cId="611031986" sldId="369"/>
            <ac:spMk id="6" creationId="{69AD9EC5-AB0B-80DE-F667-E5FA25774037}"/>
          </ac:spMkLst>
        </pc:spChg>
        <pc:spChg chg="add">
          <ac:chgData name="Budurescu, M. (Mihai)" userId="ad6b72ff-3a0b-4fff-afc5-090192bbb955" providerId="ADAL" clId="{90D4A80F-0C6B-4AB0-BB5C-29DF75127EE0}" dt="2024-09-15T14:00:00.675" v="2197"/>
          <ac:spMkLst>
            <pc:docMk/>
            <pc:sldMk cId="611031986" sldId="369"/>
            <ac:spMk id="7" creationId="{4DF27C81-D9D6-E945-179E-49681D715B3E}"/>
          </ac:spMkLst>
        </pc:spChg>
        <pc:spChg chg="add">
          <ac:chgData name="Budurescu, M. (Mihai)" userId="ad6b72ff-3a0b-4fff-afc5-090192bbb955" providerId="ADAL" clId="{90D4A80F-0C6B-4AB0-BB5C-29DF75127EE0}" dt="2024-09-15T14:01:20.882" v="2205"/>
          <ac:spMkLst>
            <pc:docMk/>
            <pc:sldMk cId="611031986" sldId="369"/>
            <ac:spMk id="8" creationId="{64A8F86F-2369-48DD-20F0-F6F81B060564}"/>
          </ac:spMkLst>
        </pc:spChg>
        <pc:spChg chg="add">
          <ac:chgData name="Budurescu, M. (Mihai)" userId="ad6b72ff-3a0b-4fff-afc5-090192bbb955" providerId="ADAL" clId="{90D4A80F-0C6B-4AB0-BB5C-29DF75127EE0}" dt="2024-09-15T14:03:45.256" v="2229"/>
          <ac:spMkLst>
            <pc:docMk/>
            <pc:sldMk cId="611031986" sldId="369"/>
            <ac:spMk id="9" creationId="{2DD1ED6D-1ECC-AFCB-F153-CA20F3E69CCA}"/>
          </ac:spMkLst>
        </pc:spChg>
      </pc:sldChg>
      <pc:sldChg chg="addSp modSp new mod">
        <pc:chgData name="Budurescu, M. (Mihai)" userId="ad6b72ff-3a0b-4fff-afc5-090192bbb955" providerId="ADAL" clId="{90D4A80F-0C6B-4AB0-BB5C-29DF75127EE0}" dt="2024-09-19T17:05:47.239" v="9594" actId="14100"/>
        <pc:sldMkLst>
          <pc:docMk/>
          <pc:sldMk cId="1853725963" sldId="370"/>
        </pc:sldMkLst>
        <pc:spChg chg="mod">
          <ac:chgData name="Budurescu, M. (Mihai)" userId="ad6b72ff-3a0b-4fff-afc5-090192bbb955" providerId="ADAL" clId="{90D4A80F-0C6B-4AB0-BB5C-29DF75127EE0}" dt="2024-09-19T17:05:47.239" v="9594" actId="14100"/>
          <ac:spMkLst>
            <pc:docMk/>
            <pc:sldMk cId="1853725963" sldId="370"/>
            <ac:spMk id="3" creationId="{56A6BA04-F6B9-4465-1A67-0FE0537CA7A0}"/>
          </ac:spMkLst>
        </pc:spChg>
        <pc:spChg chg="mod">
          <ac:chgData name="Budurescu, M. (Mihai)" userId="ad6b72ff-3a0b-4fff-afc5-090192bbb955" providerId="ADAL" clId="{90D4A80F-0C6B-4AB0-BB5C-29DF75127EE0}" dt="2024-09-15T09:42:20.637" v="1101" actId="20577"/>
          <ac:spMkLst>
            <pc:docMk/>
            <pc:sldMk cId="1853725963" sldId="370"/>
            <ac:spMk id="4" creationId="{8BE3AD3D-C198-9F4E-AD04-475E10DB3BD7}"/>
          </ac:spMkLst>
        </pc:spChg>
        <pc:picChg chg="add mod">
          <ac:chgData name="Budurescu, M. (Mihai)" userId="ad6b72ff-3a0b-4fff-afc5-090192bbb955" providerId="ADAL" clId="{90D4A80F-0C6B-4AB0-BB5C-29DF75127EE0}" dt="2024-09-19T11:48:24.004" v="9346" actId="1076"/>
          <ac:picMkLst>
            <pc:docMk/>
            <pc:sldMk cId="1853725963" sldId="370"/>
            <ac:picMk id="6" creationId="{6EAF06A6-3394-6EC7-51A6-6A0366BD922F}"/>
          </ac:picMkLst>
        </pc:picChg>
      </pc:sldChg>
      <pc:sldChg chg="modSp new mod">
        <pc:chgData name="Budurescu, M. (Mihai)" userId="ad6b72ff-3a0b-4fff-afc5-090192bbb955" providerId="ADAL" clId="{90D4A80F-0C6B-4AB0-BB5C-29DF75127EE0}" dt="2024-09-15T13:23:47.627" v="1782" actId="1076"/>
        <pc:sldMkLst>
          <pc:docMk/>
          <pc:sldMk cId="298612180" sldId="371"/>
        </pc:sldMkLst>
        <pc:spChg chg="mod">
          <ac:chgData name="Budurescu, M. (Mihai)" userId="ad6b72ff-3a0b-4fff-afc5-090192bbb955" providerId="ADAL" clId="{90D4A80F-0C6B-4AB0-BB5C-29DF75127EE0}" dt="2024-09-15T09:12:08.048" v="962" actId="20577"/>
          <ac:spMkLst>
            <pc:docMk/>
            <pc:sldMk cId="298612180" sldId="371"/>
            <ac:spMk id="3" creationId="{7E6528B2-8802-C280-00A6-ADC122ECCDDE}"/>
          </ac:spMkLst>
        </pc:spChg>
        <pc:spChg chg="mod">
          <ac:chgData name="Budurescu, M. (Mihai)" userId="ad6b72ff-3a0b-4fff-afc5-090192bbb955" providerId="ADAL" clId="{90D4A80F-0C6B-4AB0-BB5C-29DF75127EE0}" dt="2024-09-15T13:23:47.627" v="1782" actId="1076"/>
          <ac:spMkLst>
            <pc:docMk/>
            <pc:sldMk cId="298612180" sldId="371"/>
            <ac:spMk id="4" creationId="{97A7F1F4-011B-1748-D9D9-F9666968710B}"/>
          </ac:spMkLst>
        </pc:spChg>
      </pc:sldChg>
      <pc:sldChg chg="addSp delSp modSp new mod ord">
        <pc:chgData name="Budurescu, M. (Mihai)" userId="ad6b72ff-3a0b-4fff-afc5-090192bbb955" providerId="ADAL" clId="{90D4A80F-0C6B-4AB0-BB5C-29DF75127EE0}" dt="2024-09-15T10:51:20.640" v="1195"/>
        <pc:sldMkLst>
          <pc:docMk/>
          <pc:sldMk cId="2929835123" sldId="372"/>
        </pc:sldMkLst>
        <pc:spChg chg="mod">
          <ac:chgData name="Budurescu, M. (Mihai)" userId="ad6b72ff-3a0b-4fff-afc5-090192bbb955" providerId="ADAL" clId="{90D4A80F-0C6B-4AB0-BB5C-29DF75127EE0}" dt="2024-09-15T09:19:25.211" v="976" actId="108"/>
          <ac:spMkLst>
            <pc:docMk/>
            <pc:sldMk cId="2929835123" sldId="372"/>
            <ac:spMk id="3" creationId="{AC7553DF-12C7-3D27-F927-64C119ADC9A4}"/>
          </ac:spMkLst>
        </pc:spChg>
        <pc:spChg chg="add del">
          <ac:chgData name="Budurescu, M. (Mihai)" userId="ad6b72ff-3a0b-4fff-afc5-090192bbb955" providerId="ADAL" clId="{90D4A80F-0C6B-4AB0-BB5C-29DF75127EE0}" dt="2024-09-15T09:18:20.671" v="970"/>
          <ac:spMkLst>
            <pc:docMk/>
            <pc:sldMk cId="2929835123" sldId="372"/>
            <ac:spMk id="4" creationId="{41855026-8099-8F3B-D386-F8369B33A586}"/>
          </ac:spMkLst>
        </pc:spChg>
        <pc:spChg chg="add mod">
          <ac:chgData name="Budurescu, M. (Mihai)" userId="ad6b72ff-3a0b-4fff-afc5-090192bbb955" providerId="ADAL" clId="{90D4A80F-0C6B-4AB0-BB5C-29DF75127EE0}" dt="2024-09-15T09:18:10.887" v="969"/>
          <ac:spMkLst>
            <pc:docMk/>
            <pc:sldMk cId="2929835123" sldId="372"/>
            <ac:spMk id="5" creationId="{394AB9D8-EEA5-5F2B-0615-66EFA7D5AE7E}"/>
          </ac:spMkLst>
        </pc:spChg>
        <pc:spChg chg="add mod">
          <ac:chgData name="Budurescu, M. (Mihai)" userId="ad6b72ff-3a0b-4fff-afc5-090192bbb955" providerId="ADAL" clId="{90D4A80F-0C6B-4AB0-BB5C-29DF75127EE0}" dt="2024-09-15T09:34:38.814" v="1098" actId="20577"/>
          <ac:spMkLst>
            <pc:docMk/>
            <pc:sldMk cId="2929835123" sldId="372"/>
            <ac:spMk id="6" creationId="{7F4B582A-D15E-15F4-3A0C-D2B43C972324}"/>
          </ac:spMkLst>
        </pc:spChg>
      </pc:sldChg>
      <pc:sldChg chg="modSp new mod ord">
        <pc:chgData name="Budurescu, M. (Mihai)" userId="ad6b72ff-3a0b-4fff-afc5-090192bbb955" providerId="ADAL" clId="{90D4A80F-0C6B-4AB0-BB5C-29DF75127EE0}" dt="2024-09-15T11:31:12.432" v="1538" actId="20577"/>
        <pc:sldMkLst>
          <pc:docMk/>
          <pc:sldMk cId="1179725884" sldId="373"/>
        </pc:sldMkLst>
        <pc:spChg chg="mod">
          <ac:chgData name="Budurescu, M. (Mihai)" userId="ad6b72ff-3a0b-4fff-afc5-090192bbb955" providerId="ADAL" clId="{90D4A80F-0C6B-4AB0-BB5C-29DF75127EE0}" dt="2024-09-15T10:23:49.368" v="1177" actId="20577"/>
          <ac:spMkLst>
            <pc:docMk/>
            <pc:sldMk cId="1179725884" sldId="373"/>
            <ac:spMk id="3" creationId="{768A8853-CF8D-8674-E087-205212FFE8F8}"/>
          </ac:spMkLst>
        </pc:spChg>
        <pc:spChg chg="mod">
          <ac:chgData name="Budurescu, M. (Mihai)" userId="ad6b72ff-3a0b-4fff-afc5-090192bbb955" providerId="ADAL" clId="{90D4A80F-0C6B-4AB0-BB5C-29DF75127EE0}" dt="2024-09-15T11:31:12.432" v="1538" actId="20577"/>
          <ac:spMkLst>
            <pc:docMk/>
            <pc:sldMk cId="1179725884" sldId="373"/>
            <ac:spMk id="4" creationId="{68C18C40-2F18-1A71-C544-F0D36A54EDAA}"/>
          </ac:spMkLst>
        </pc:spChg>
      </pc:sldChg>
      <pc:sldChg chg="modSp new mod">
        <pc:chgData name="Budurescu, M. (Mihai)" userId="ad6b72ff-3a0b-4fff-afc5-090192bbb955" providerId="ADAL" clId="{90D4A80F-0C6B-4AB0-BB5C-29DF75127EE0}" dt="2024-09-15T14:28:41.153" v="2371" actId="14100"/>
        <pc:sldMkLst>
          <pc:docMk/>
          <pc:sldMk cId="648602700" sldId="374"/>
        </pc:sldMkLst>
        <pc:spChg chg="mod">
          <ac:chgData name="Budurescu, M. (Mihai)" userId="ad6b72ff-3a0b-4fff-afc5-090192bbb955" providerId="ADAL" clId="{90D4A80F-0C6B-4AB0-BB5C-29DF75127EE0}" dt="2024-09-15T14:28:41.153" v="2371" actId="14100"/>
          <ac:spMkLst>
            <pc:docMk/>
            <pc:sldMk cId="648602700" sldId="374"/>
            <ac:spMk id="3" creationId="{73C8D33C-6483-FC83-301D-76031BCAAF3A}"/>
          </ac:spMkLst>
        </pc:spChg>
        <pc:spChg chg="mod">
          <ac:chgData name="Budurescu, M. (Mihai)" userId="ad6b72ff-3a0b-4fff-afc5-090192bbb955" providerId="ADAL" clId="{90D4A80F-0C6B-4AB0-BB5C-29DF75127EE0}" dt="2024-09-15T14:28:37.323" v="2370" actId="1076"/>
          <ac:spMkLst>
            <pc:docMk/>
            <pc:sldMk cId="648602700" sldId="374"/>
            <ac:spMk id="4" creationId="{595A02D8-07FE-F5A0-D871-51F4D9900BDC}"/>
          </ac:spMkLst>
        </pc:spChg>
      </pc:sldChg>
      <pc:sldChg chg="modSp new del mod">
        <pc:chgData name="Budurescu, M. (Mihai)" userId="ad6b72ff-3a0b-4fff-afc5-090192bbb955" providerId="ADAL" clId="{90D4A80F-0C6B-4AB0-BB5C-29DF75127EE0}" dt="2024-09-15T14:18:44.024" v="2344" actId="2696"/>
        <pc:sldMkLst>
          <pc:docMk/>
          <pc:sldMk cId="2478086729" sldId="375"/>
        </pc:sldMkLst>
        <pc:spChg chg="mod">
          <ac:chgData name="Budurescu, M. (Mihai)" userId="ad6b72ff-3a0b-4fff-afc5-090192bbb955" providerId="ADAL" clId="{90D4A80F-0C6B-4AB0-BB5C-29DF75127EE0}" dt="2024-09-15T13:49:11.141" v="2058" actId="20577"/>
          <ac:spMkLst>
            <pc:docMk/>
            <pc:sldMk cId="2478086729" sldId="375"/>
            <ac:spMk id="3" creationId="{C4F0A6A1-133C-C30F-E560-DAE677F93E61}"/>
          </ac:spMkLst>
        </pc:spChg>
      </pc:sldChg>
      <pc:sldChg chg="modSp new del mod">
        <pc:chgData name="Budurescu, M. (Mihai)" userId="ad6b72ff-3a0b-4fff-afc5-090192bbb955" providerId="ADAL" clId="{90D4A80F-0C6B-4AB0-BB5C-29DF75127EE0}" dt="2024-09-19T09:27:53.827" v="8694" actId="2696"/>
        <pc:sldMkLst>
          <pc:docMk/>
          <pc:sldMk cId="3885897346" sldId="375"/>
        </pc:sldMkLst>
        <pc:spChg chg="mod">
          <ac:chgData name="Budurescu, M. (Mihai)" userId="ad6b72ff-3a0b-4fff-afc5-090192bbb955" providerId="ADAL" clId="{90D4A80F-0C6B-4AB0-BB5C-29DF75127EE0}" dt="2024-09-16T10:51:33.179" v="4503" actId="20577"/>
          <ac:spMkLst>
            <pc:docMk/>
            <pc:sldMk cId="3885897346" sldId="375"/>
            <ac:spMk id="3" creationId="{24000760-78B2-1A2E-1CEC-D052B1765FFB}"/>
          </ac:spMkLst>
        </pc:spChg>
      </pc:sldChg>
      <pc:sldChg chg="modSp new del mod">
        <pc:chgData name="Budurescu, M. (Mihai)" userId="ad6b72ff-3a0b-4fff-afc5-090192bbb955" providerId="ADAL" clId="{90D4A80F-0C6B-4AB0-BB5C-29DF75127EE0}" dt="2024-09-16T16:45:09.158" v="6852" actId="2696"/>
        <pc:sldMkLst>
          <pc:docMk/>
          <pc:sldMk cId="2002224823" sldId="376"/>
        </pc:sldMkLst>
        <pc:spChg chg="mod">
          <ac:chgData name="Budurescu, M. (Mihai)" userId="ad6b72ff-3a0b-4fff-afc5-090192bbb955" providerId="ADAL" clId="{90D4A80F-0C6B-4AB0-BB5C-29DF75127EE0}" dt="2024-09-16T10:51:40.311" v="4513" actId="20577"/>
          <ac:spMkLst>
            <pc:docMk/>
            <pc:sldMk cId="2002224823" sldId="376"/>
            <ac:spMk id="3" creationId="{5DB5A949-2D50-13F4-6B58-A9100E795C66}"/>
          </ac:spMkLst>
        </pc:spChg>
      </pc:sldChg>
      <pc:sldChg chg="modSp new mod">
        <pc:chgData name="Budurescu, M. (Mihai)" userId="ad6b72ff-3a0b-4fff-afc5-090192bbb955" providerId="ADAL" clId="{90D4A80F-0C6B-4AB0-BB5C-29DF75127EE0}" dt="2024-09-16T16:33:59.443" v="6834" actId="20577"/>
        <pc:sldMkLst>
          <pc:docMk/>
          <pc:sldMk cId="4015733048" sldId="377"/>
        </pc:sldMkLst>
        <pc:spChg chg="mod">
          <ac:chgData name="Budurescu, M. (Mihai)" userId="ad6b72ff-3a0b-4fff-afc5-090192bbb955" providerId="ADAL" clId="{90D4A80F-0C6B-4AB0-BB5C-29DF75127EE0}" dt="2024-09-16T16:33:59.443" v="6834" actId="20577"/>
          <ac:spMkLst>
            <pc:docMk/>
            <pc:sldMk cId="4015733048" sldId="377"/>
            <ac:spMk id="3" creationId="{9CF04A4C-82C3-0ACD-3D22-DB56743BFF31}"/>
          </ac:spMkLst>
        </pc:spChg>
        <pc:spChg chg="mod">
          <ac:chgData name="Budurescu, M. (Mihai)" userId="ad6b72ff-3a0b-4fff-afc5-090192bbb955" providerId="ADAL" clId="{90D4A80F-0C6B-4AB0-BB5C-29DF75127EE0}" dt="2024-09-16T16:33:15.760" v="6804" actId="113"/>
          <ac:spMkLst>
            <pc:docMk/>
            <pc:sldMk cId="4015733048" sldId="377"/>
            <ac:spMk id="4" creationId="{44C05F39-A98A-E5AB-9BB2-444D372701B3}"/>
          </ac:spMkLst>
        </pc:spChg>
      </pc:sldChg>
      <pc:sldChg chg="modSp new mod ord">
        <pc:chgData name="Budurescu, M. (Mihai)" userId="ad6b72ff-3a0b-4fff-afc5-090192bbb955" providerId="ADAL" clId="{90D4A80F-0C6B-4AB0-BB5C-29DF75127EE0}" dt="2024-09-19T11:49:59.343" v="9403" actId="20577"/>
        <pc:sldMkLst>
          <pc:docMk/>
          <pc:sldMk cId="3964342573" sldId="378"/>
        </pc:sldMkLst>
        <pc:spChg chg="mod">
          <ac:chgData name="Budurescu, M. (Mihai)" userId="ad6b72ff-3a0b-4fff-afc5-090192bbb955" providerId="ADAL" clId="{90D4A80F-0C6B-4AB0-BB5C-29DF75127EE0}" dt="2024-09-16T16:30:45.347" v="6800" actId="20577"/>
          <ac:spMkLst>
            <pc:docMk/>
            <pc:sldMk cId="3964342573" sldId="378"/>
            <ac:spMk id="3" creationId="{22AF7FF9-B70A-50B2-4204-FA7F5FE0ED81}"/>
          </ac:spMkLst>
        </pc:spChg>
        <pc:spChg chg="mod">
          <ac:chgData name="Budurescu, M. (Mihai)" userId="ad6b72ff-3a0b-4fff-afc5-090192bbb955" providerId="ADAL" clId="{90D4A80F-0C6B-4AB0-BB5C-29DF75127EE0}" dt="2024-09-19T11:49:59.343" v="9403" actId="20577"/>
          <ac:spMkLst>
            <pc:docMk/>
            <pc:sldMk cId="3964342573" sldId="378"/>
            <ac:spMk id="4" creationId="{ADCDEC91-C4F2-8339-7AD7-30A1A43E9F1B}"/>
          </ac:spMkLst>
        </pc:spChg>
      </pc:sldChg>
      <pc:sldChg chg="modSp new mod ord">
        <pc:chgData name="Budurescu, M. (Mihai)" userId="ad6b72ff-3a0b-4fff-afc5-090192bbb955" providerId="ADAL" clId="{90D4A80F-0C6B-4AB0-BB5C-29DF75127EE0}" dt="2024-09-18T15:16:43.586" v="7744"/>
        <pc:sldMkLst>
          <pc:docMk/>
          <pc:sldMk cId="431995419" sldId="379"/>
        </pc:sldMkLst>
        <pc:spChg chg="mod">
          <ac:chgData name="Budurescu, M. (Mihai)" userId="ad6b72ff-3a0b-4fff-afc5-090192bbb955" providerId="ADAL" clId="{90D4A80F-0C6B-4AB0-BB5C-29DF75127EE0}" dt="2024-09-16T16:59:23.160" v="6984" actId="20577"/>
          <ac:spMkLst>
            <pc:docMk/>
            <pc:sldMk cId="431995419" sldId="379"/>
            <ac:spMk id="3" creationId="{BCB9CFF0-40AB-37D5-8223-7E84942DF95B}"/>
          </ac:spMkLst>
        </pc:spChg>
        <pc:spChg chg="mod">
          <ac:chgData name="Budurescu, M. (Mihai)" userId="ad6b72ff-3a0b-4fff-afc5-090192bbb955" providerId="ADAL" clId="{90D4A80F-0C6B-4AB0-BB5C-29DF75127EE0}" dt="2024-09-16T17:12:24.502" v="7633"/>
          <ac:spMkLst>
            <pc:docMk/>
            <pc:sldMk cId="431995419" sldId="379"/>
            <ac:spMk id="4" creationId="{5A5EB615-509A-005E-67A3-026953BF2AB0}"/>
          </ac:spMkLst>
        </pc:spChg>
      </pc:sldChg>
      <pc:sldChg chg="addSp delSp modSp new mod">
        <pc:chgData name="Budurescu, M. (Mihai)" userId="ad6b72ff-3a0b-4fff-afc5-090192bbb955" providerId="ADAL" clId="{90D4A80F-0C6B-4AB0-BB5C-29DF75127EE0}" dt="2024-09-16T17:14:35.888" v="7640" actId="14100"/>
        <pc:sldMkLst>
          <pc:docMk/>
          <pc:sldMk cId="334300364" sldId="380"/>
        </pc:sldMkLst>
        <pc:spChg chg="mod">
          <ac:chgData name="Budurescu, M. (Mihai)" userId="ad6b72ff-3a0b-4fff-afc5-090192bbb955" providerId="ADAL" clId="{90D4A80F-0C6B-4AB0-BB5C-29DF75127EE0}" dt="2024-09-16T17:14:35.888" v="7640" actId="14100"/>
          <ac:spMkLst>
            <pc:docMk/>
            <pc:sldMk cId="334300364" sldId="380"/>
            <ac:spMk id="3" creationId="{632F96B3-A2F4-8BEF-94DB-2AF48CFC92E1}"/>
          </ac:spMkLst>
        </pc:spChg>
        <pc:spChg chg="del mod">
          <ac:chgData name="Budurescu, M. (Mihai)" userId="ad6b72ff-3a0b-4fff-afc5-090192bbb955" providerId="ADAL" clId="{90D4A80F-0C6B-4AB0-BB5C-29DF75127EE0}" dt="2024-09-16T16:55:17.322" v="6916" actId="478"/>
          <ac:spMkLst>
            <pc:docMk/>
            <pc:sldMk cId="334300364" sldId="380"/>
            <ac:spMk id="4" creationId="{6F118410-0531-A241-A804-48F100D762F6}"/>
          </ac:spMkLst>
        </pc:spChg>
        <pc:spChg chg="add mod">
          <ac:chgData name="Budurescu, M. (Mihai)" userId="ad6b72ff-3a0b-4fff-afc5-090192bbb955" providerId="ADAL" clId="{90D4A80F-0C6B-4AB0-BB5C-29DF75127EE0}" dt="2024-09-16T16:56:03.025" v="6922" actId="14100"/>
          <ac:spMkLst>
            <pc:docMk/>
            <pc:sldMk cId="334300364" sldId="380"/>
            <ac:spMk id="7" creationId="{1F24564F-C09D-A70B-B339-8B8CD3E4D501}"/>
          </ac:spMkLst>
        </pc:spChg>
        <pc:graphicFrameChg chg="add mod modGraphic">
          <ac:chgData name="Budurescu, M. (Mihai)" userId="ad6b72ff-3a0b-4fff-afc5-090192bbb955" providerId="ADAL" clId="{90D4A80F-0C6B-4AB0-BB5C-29DF75127EE0}" dt="2024-09-16T16:55:29.913" v="6919" actId="14100"/>
          <ac:graphicFrameMkLst>
            <pc:docMk/>
            <pc:sldMk cId="334300364" sldId="380"/>
            <ac:graphicFrameMk id="5" creationId="{D2BECC99-5E78-A7AF-B144-E6BC5EF58B6E}"/>
          </ac:graphicFrameMkLst>
        </pc:graphicFrameChg>
      </pc:sldChg>
      <pc:sldChg chg="modSp new mod ord">
        <pc:chgData name="Budurescu, M. (Mihai)" userId="ad6b72ff-3a0b-4fff-afc5-090192bbb955" providerId="ADAL" clId="{90D4A80F-0C6B-4AB0-BB5C-29DF75127EE0}" dt="2024-09-18T15:09:33.769" v="7742"/>
        <pc:sldMkLst>
          <pc:docMk/>
          <pc:sldMk cId="1544638197" sldId="381"/>
        </pc:sldMkLst>
        <pc:spChg chg="mod">
          <ac:chgData name="Budurescu, M. (Mihai)" userId="ad6b72ff-3a0b-4fff-afc5-090192bbb955" providerId="ADAL" clId="{90D4A80F-0C6B-4AB0-BB5C-29DF75127EE0}" dt="2024-09-18T14:13:05.712" v="7740" actId="20577"/>
          <ac:spMkLst>
            <pc:docMk/>
            <pc:sldMk cId="1544638197" sldId="381"/>
            <ac:spMk id="3" creationId="{5D6ADDF8-E003-DF07-A338-40E969D08DD6}"/>
          </ac:spMkLst>
        </pc:spChg>
        <pc:spChg chg="mod">
          <ac:chgData name="Budurescu, M. (Mihai)" userId="ad6b72ff-3a0b-4fff-afc5-090192bbb955" providerId="ADAL" clId="{90D4A80F-0C6B-4AB0-BB5C-29DF75127EE0}" dt="2024-09-16T17:25:17.075" v="7686" actId="20577"/>
          <ac:spMkLst>
            <pc:docMk/>
            <pc:sldMk cId="1544638197" sldId="381"/>
            <ac:spMk id="4" creationId="{5A42A797-5FE9-ACEA-A40D-39406566B691}"/>
          </ac:spMkLst>
        </pc:spChg>
      </pc:sldChg>
      <pc:sldChg chg="addSp delSp modSp new mod">
        <pc:chgData name="Budurescu, M. (Mihai)" userId="ad6b72ff-3a0b-4fff-afc5-090192bbb955" providerId="ADAL" clId="{90D4A80F-0C6B-4AB0-BB5C-29DF75127EE0}" dt="2024-09-19T07:31:23.062" v="8693" actId="20577"/>
        <pc:sldMkLst>
          <pc:docMk/>
          <pc:sldMk cId="1048359547" sldId="382"/>
        </pc:sldMkLst>
        <pc:spChg chg="mod">
          <ac:chgData name="Budurescu, M. (Mihai)" userId="ad6b72ff-3a0b-4fff-afc5-090192bbb955" providerId="ADAL" clId="{90D4A80F-0C6B-4AB0-BB5C-29DF75127EE0}" dt="2024-09-19T06:49:03.181" v="7789" actId="20577"/>
          <ac:spMkLst>
            <pc:docMk/>
            <pc:sldMk cId="1048359547" sldId="382"/>
            <ac:spMk id="3" creationId="{44DE6678-70D4-BA14-F96B-4352C3E0ED5D}"/>
          </ac:spMkLst>
        </pc:spChg>
        <pc:spChg chg="mod">
          <ac:chgData name="Budurescu, M. (Mihai)" userId="ad6b72ff-3a0b-4fff-afc5-090192bbb955" providerId="ADAL" clId="{90D4A80F-0C6B-4AB0-BB5C-29DF75127EE0}" dt="2024-09-19T07:31:23.062" v="8693" actId="20577"/>
          <ac:spMkLst>
            <pc:docMk/>
            <pc:sldMk cId="1048359547" sldId="382"/>
            <ac:spMk id="4" creationId="{57443302-7C0F-A7F6-B30D-824BAF6C5517}"/>
          </ac:spMkLst>
        </pc:spChg>
        <pc:picChg chg="add mod">
          <ac:chgData name="Budurescu, M. (Mihai)" userId="ad6b72ff-3a0b-4fff-afc5-090192bbb955" providerId="ADAL" clId="{90D4A80F-0C6B-4AB0-BB5C-29DF75127EE0}" dt="2024-09-19T07:12:28.351" v="7803" actId="1076"/>
          <ac:picMkLst>
            <pc:docMk/>
            <pc:sldMk cId="1048359547" sldId="382"/>
            <ac:picMk id="6" creationId="{977EB49D-39E6-727A-FB54-4F03FD89834B}"/>
          </ac:picMkLst>
        </pc:picChg>
        <pc:picChg chg="add del mod">
          <ac:chgData name="Budurescu, M. (Mihai)" userId="ad6b72ff-3a0b-4fff-afc5-090192bbb955" providerId="ADAL" clId="{90D4A80F-0C6B-4AB0-BB5C-29DF75127EE0}" dt="2024-09-19T06:49:12.463" v="7791" actId="21"/>
          <ac:picMkLst>
            <pc:docMk/>
            <pc:sldMk cId="1048359547" sldId="382"/>
            <ac:picMk id="1026" creationId="{3619E5A0-62F7-F383-7F55-6D25F4BF92B5}"/>
          </ac:picMkLst>
        </pc:picChg>
      </pc:sldChg>
      <pc:sldChg chg="new del">
        <pc:chgData name="Budurescu, M. (Mihai)" userId="ad6b72ff-3a0b-4fff-afc5-090192bbb955" providerId="ADAL" clId="{90D4A80F-0C6B-4AB0-BB5C-29DF75127EE0}" dt="2024-09-18T13:57:11.474" v="7721" actId="2696"/>
        <pc:sldMkLst>
          <pc:docMk/>
          <pc:sldMk cId="2418281173" sldId="382"/>
        </pc:sldMkLst>
      </pc:sldChg>
      <pc:sldChg chg="addSp modSp new mod">
        <pc:chgData name="Budurescu, M. (Mihai)" userId="ad6b72ff-3a0b-4fff-afc5-090192bbb955" providerId="ADAL" clId="{90D4A80F-0C6B-4AB0-BB5C-29DF75127EE0}" dt="2024-09-19T07:28:59.523" v="8685" actId="20577"/>
        <pc:sldMkLst>
          <pc:docMk/>
          <pc:sldMk cId="202301460" sldId="383"/>
        </pc:sldMkLst>
        <pc:spChg chg="mod">
          <ac:chgData name="Budurescu, M. (Mihai)" userId="ad6b72ff-3a0b-4fff-afc5-090192bbb955" providerId="ADAL" clId="{90D4A80F-0C6B-4AB0-BB5C-29DF75127EE0}" dt="2024-09-19T07:12:41.711" v="7838" actId="20577"/>
          <ac:spMkLst>
            <pc:docMk/>
            <pc:sldMk cId="202301460" sldId="383"/>
            <ac:spMk id="3" creationId="{D282FCD4-04B8-2194-71CF-B39D6D6354AF}"/>
          </ac:spMkLst>
        </pc:spChg>
        <pc:spChg chg="mod">
          <ac:chgData name="Budurescu, M. (Mihai)" userId="ad6b72ff-3a0b-4fff-afc5-090192bbb955" providerId="ADAL" clId="{90D4A80F-0C6B-4AB0-BB5C-29DF75127EE0}" dt="2024-09-19T07:28:59.523" v="8685" actId="20577"/>
          <ac:spMkLst>
            <pc:docMk/>
            <pc:sldMk cId="202301460" sldId="383"/>
            <ac:spMk id="4" creationId="{1681541C-FB10-B0C0-67CB-07E94C0CFC5A}"/>
          </ac:spMkLst>
        </pc:spChg>
        <pc:picChg chg="add mod">
          <ac:chgData name="Budurescu, M. (Mihai)" userId="ad6b72ff-3a0b-4fff-afc5-090192bbb955" providerId="ADAL" clId="{90D4A80F-0C6B-4AB0-BB5C-29DF75127EE0}" dt="2024-09-19T07:13:43.699" v="7841" actId="1076"/>
          <ac:picMkLst>
            <pc:docMk/>
            <pc:sldMk cId="202301460" sldId="383"/>
            <ac:picMk id="5" creationId="{F652240F-579F-6F24-6AB3-5CD33BCA73AD}"/>
          </ac:picMkLst>
        </pc:picChg>
      </pc:sldChg>
      <pc:sldChg chg="modSp new mod">
        <pc:chgData name="Budurescu, M. (Mihai)" userId="ad6b72ff-3a0b-4fff-afc5-090192bbb955" providerId="ADAL" clId="{90D4A80F-0C6B-4AB0-BB5C-29DF75127EE0}" dt="2024-09-19T07:28:40.752" v="8682" actId="20577"/>
        <pc:sldMkLst>
          <pc:docMk/>
          <pc:sldMk cId="2171528616" sldId="384"/>
        </pc:sldMkLst>
        <pc:spChg chg="mod">
          <ac:chgData name="Budurescu, M. (Mihai)" userId="ad6b72ff-3a0b-4fff-afc5-090192bbb955" providerId="ADAL" clId="{90D4A80F-0C6B-4AB0-BB5C-29DF75127EE0}" dt="2024-09-19T07:28:40.752" v="8682" actId="20577"/>
          <ac:spMkLst>
            <pc:docMk/>
            <pc:sldMk cId="2171528616" sldId="384"/>
            <ac:spMk id="3" creationId="{FB6C551F-CFED-4AD7-8867-8DBB783808A0}"/>
          </ac:spMkLst>
        </pc:spChg>
        <pc:spChg chg="mod">
          <ac:chgData name="Budurescu, M. (Mihai)" userId="ad6b72ff-3a0b-4fff-afc5-090192bbb955" providerId="ADAL" clId="{90D4A80F-0C6B-4AB0-BB5C-29DF75127EE0}" dt="2024-09-19T07:27:06.695" v="8620" actId="108"/>
          <ac:spMkLst>
            <pc:docMk/>
            <pc:sldMk cId="2171528616" sldId="384"/>
            <ac:spMk id="4" creationId="{711C757F-DAC7-9A4F-6D61-438F6162663A}"/>
          </ac:spMkLst>
        </pc:spChg>
      </pc:sldChg>
      <pc:sldChg chg="modSp new mod">
        <pc:chgData name="Budurescu, M. (Mihai)" userId="ad6b72ff-3a0b-4fff-afc5-090192bbb955" providerId="ADAL" clId="{90D4A80F-0C6B-4AB0-BB5C-29DF75127EE0}" dt="2024-09-19T11:48:57.314" v="9394" actId="20577"/>
        <pc:sldMkLst>
          <pc:docMk/>
          <pc:sldMk cId="246103290" sldId="385"/>
        </pc:sldMkLst>
        <pc:spChg chg="mod">
          <ac:chgData name="Budurescu, M. (Mihai)" userId="ad6b72ff-3a0b-4fff-afc5-090192bbb955" providerId="ADAL" clId="{90D4A80F-0C6B-4AB0-BB5C-29DF75127EE0}" dt="2024-09-19T11:45:40.034" v="9342" actId="20577"/>
          <ac:spMkLst>
            <pc:docMk/>
            <pc:sldMk cId="246103290" sldId="385"/>
            <ac:spMk id="3" creationId="{969427CE-FAEE-1832-1F1B-6B32EEE72D66}"/>
          </ac:spMkLst>
        </pc:spChg>
        <pc:spChg chg="mod">
          <ac:chgData name="Budurescu, M. (Mihai)" userId="ad6b72ff-3a0b-4fff-afc5-090192bbb955" providerId="ADAL" clId="{90D4A80F-0C6B-4AB0-BB5C-29DF75127EE0}" dt="2024-09-19T11:48:57.314" v="9394" actId="20577"/>
          <ac:spMkLst>
            <pc:docMk/>
            <pc:sldMk cId="246103290" sldId="385"/>
            <ac:spMk id="4" creationId="{3F89398F-B904-8271-F961-A87633F94715}"/>
          </ac:spMkLst>
        </pc:spChg>
      </pc:sldChg>
      <pc:sldChg chg="modSp new mod">
        <pc:chgData name="Budurescu, M. (Mihai)" userId="ad6b72ff-3a0b-4fff-afc5-090192bbb955" providerId="ADAL" clId="{90D4A80F-0C6B-4AB0-BB5C-29DF75127EE0}" dt="2024-09-19T13:15:42.711" v="9482" actId="20577"/>
        <pc:sldMkLst>
          <pc:docMk/>
          <pc:sldMk cId="1415194207" sldId="386"/>
        </pc:sldMkLst>
        <pc:spChg chg="mod">
          <ac:chgData name="Budurescu, M. (Mihai)" userId="ad6b72ff-3a0b-4fff-afc5-090192bbb955" providerId="ADAL" clId="{90D4A80F-0C6B-4AB0-BB5C-29DF75127EE0}" dt="2024-09-19T13:15:42.711" v="9482" actId="20577"/>
          <ac:spMkLst>
            <pc:docMk/>
            <pc:sldMk cId="1415194207" sldId="386"/>
            <ac:spMk id="3" creationId="{A511DE11-E8E2-F06B-B809-5D16628E8F6F}"/>
          </ac:spMkLst>
        </pc:spChg>
        <pc:spChg chg="mod">
          <ac:chgData name="Budurescu, M. (Mihai)" userId="ad6b72ff-3a0b-4fff-afc5-090192bbb955" providerId="ADAL" clId="{90D4A80F-0C6B-4AB0-BB5C-29DF75127EE0}" dt="2024-09-19T13:15:34.866" v="9463" actId="20577"/>
          <ac:spMkLst>
            <pc:docMk/>
            <pc:sldMk cId="1415194207" sldId="386"/>
            <ac:spMk id="4" creationId="{2304C0AC-4C35-1008-0E97-DDF5FA8539FF}"/>
          </ac:spMkLst>
        </pc:spChg>
      </pc:sldChg>
      <pc:sldChg chg="modSp new mod">
        <pc:chgData name="Budurescu, M. (Mihai)" userId="ad6b72ff-3a0b-4fff-afc5-090192bbb955" providerId="ADAL" clId="{90D4A80F-0C6B-4AB0-BB5C-29DF75127EE0}" dt="2024-09-19T13:18:40.045" v="9588" actId="20577"/>
        <pc:sldMkLst>
          <pc:docMk/>
          <pc:sldMk cId="4182863845" sldId="387"/>
        </pc:sldMkLst>
        <pc:spChg chg="mod">
          <ac:chgData name="Budurescu, M. (Mihai)" userId="ad6b72ff-3a0b-4fff-afc5-090192bbb955" providerId="ADAL" clId="{90D4A80F-0C6B-4AB0-BB5C-29DF75127EE0}" dt="2024-09-19T13:17:07.721" v="9508" actId="20577"/>
          <ac:spMkLst>
            <pc:docMk/>
            <pc:sldMk cId="4182863845" sldId="387"/>
            <ac:spMk id="3" creationId="{3C9E6121-EF13-F755-AB06-DBE46535A339}"/>
          </ac:spMkLst>
        </pc:spChg>
        <pc:spChg chg="mod">
          <ac:chgData name="Budurescu, M. (Mihai)" userId="ad6b72ff-3a0b-4fff-afc5-090192bbb955" providerId="ADAL" clId="{90D4A80F-0C6B-4AB0-BB5C-29DF75127EE0}" dt="2024-09-19T13:18:40.045" v="9588" actId="20577"/>
          <ac:spMkLst>
            <pc:docMk/>
            <pc:sldMk cId="4182863845" sldId="387"/>
            <ac:spMk id="4" creationId="{5B91B1C7-B57B-E196-77D1-B5BE53AEDA2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latin typeface="ING Me" pitchFamily="2"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49DD6AA-DA07-4B49-84C4-DD15DC5E0A8E}" type="datetimeFigureOut">
              <a:rPr lang="en-GB" smtClean="0">
                <a:latin typeface="ING Me" pitchFamily="2" charset="0"/>
              </a:rPr>
              <a:t>19/09/2024</a:t>
            </a:fld>
            <a:endParaRPr lang="en-GB">
              <a:latin typeface="ING Me" pitchFamily="2"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latin typeface="ING Me" pitchFamily="2" charset="0"/>
            </a:endParaRPr>
          </a:p>
        </p:txBody>
      </p:sp>
    </p:spTree>
    <p:extLst>
      <p:ext uri="{BB962C8B-B14F-4D97-AF65-F5344CB8AC3E}">
        <p14:creationId xmlns:p14="http://schemas.microsoft.com/office/powerpoint/2010/main" val="28952732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685800" y="0"/>
            <a:ext cx="4966198" cy="324000"/>
          </a:xfrm>
          <a:prstGeom prst="rect">
            <a:avLst/>
          </a:prstGeom>
        </p:spPr>
        <p:txBody>
          <a:bodyPr vert="horz" lIns="91440" tIns="45720" rIns="91440" bIns="45720" rtlCol="0"/>
          <a:lstStyle>
            <a:lvl1pPr algn="l">
              <a:defRPr sz="1000">
                <a:latin typeface="+mn-lt"/>
              </a:defRPr>
            </a:lvl1pPr>
          </a:lstStyle>
          <a:p>
            <a:endParaRPr lang="en-GB" dirty="0"/>
          </a:p>
        </p:txBody>
      </p:sp>
      <p:sp>
        <p:nvSpPr>
          <p:cNvPr id="3" name="Date Placeholder 2"/>
          <p:cNvSpPr>
            <a:spLocks noGrp="1"/>
          </p:cNvSpPr>
          <p:nvPr>
            <p:ph type="dt" idx="1"/>
          </p:nvPr>
        </p:nvSpPr>
        <p:spPr>
          <a:xfrm>
            <a:off x="5778000" y="0"/>
            <a:ext cx="1080000" cy="324000"/>
          </a:xfrm>
          <a:prstGeom prst="rect">
            <a:avLst/>
          </a:prstGeom>
        </p:spPr>
        <p:txBody>
          <a:bodyPr vert="horz" lIns="91440" tIns="45720" rIns="91440" bIns="45720" rtlCol="0"/>
          <a:lstStyle>
            <a:lvl1pPr algn="r">
              <a:defRPr sz="1000">
                <a:latin typeface="+mn-lt"/>
              </a:defRPr>
            </a:lvl1pPr>
          </a:lstStyle>
          <a:p>
            <a:fld id="{B6962210-35F6-42EB-A3B8-FCE6E13B30BA}" type="datetimeFigureOut">
              <a:rPr lang="en-GB" smtClean="0"/>
              <a:pPr/>
              <a:t>19/09/2024</a:t>
            </a:fld>
            <a:endParaRPr lang="en-GB"/>
          </a:p>
        </p:txBody>
      </p:sp>
      <p:sp>
        <p:nvSpPr>
          <p:cNvPr id="5" name="Notes Placeholder 4"/>
          <p:cNvSpPr>
            <a:spLocks noGrp="1"/>
          </p:cNvSpPr>
          <p:nvPr>
            <p:ph type="body" sz="quarter" idx="3"/>
          </p:nvPr>
        </p:nvSpPr>
        <p:spPr>
          <a:xfrm>
            <a:off x="685800" y="3938589"/>
            <a:ext cx="5486400" cy="4746624"/>
          </a:xfrm>
          <a:prstGeom prst="rect">
            <a:avLst/>
          </a:prstGeom>
        </p:spPr>
        <p:txBody>
          <a:bodyPr vert="horz" lIns="0" tIns="0" rIns="0" bIns="0" rtlCol="0"/>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6" name="Footer Placeholder 5"/>
          <p:cNvSpPr>
            <a:spLocks noGrp="1"/>
          </p:cNvSpPr>
          <p:nvPr>
            <p:ph type="ftr" sz="quarter" idx="4"/>
          </p:nvPr>
        </p:nvSpPr>
        <p:spPr>
          <a:xfrm>
            <a:off x="685799" y="8856661"/>
            <a:ext cx="4966199" cy="252000"/>
          </a:xfrm>
          <a:prstGeom prst="rect">
            <a:avLst/>
          </a:prstGeom>
        </p:spPr>
        <p:txBody>
          <a:bodyPr vert="horz" lIns="91440" tIns="45720" rIns="91440" bIns="45720" rtlCol="0" anchor="t" anchorCtr="0"/>
          <a:lstStyle>
            <a:lvl1pPr algn="l">
              <a:defRPr sz="1000">
                <a:latin typeface="+mn-lt"/>
              </a:defRPr>
            </a:lvl1pPr>
          </a:lstStyle>
          <a:p>
            <a:endParaRPr lang="en-GB" dirty="0"/>
          </a:p>
        </p:txBody>
      </p:sp>
      <p:sp>
        <p:nvSpPr>
          <p:cNvPr id="7" name="Slide Number Placeholder 6"/>
          <p:cNvSpPr>
            <a:spLocks noGrp="1"/>
          </p:cNvSpPr>
          <p:nvPr>
            <p:ph type="sldNum" sz="quarter" idx="5"/>
          </p:nvPr>
        </p:nvSpPr>
        <p:spPr>
          <a:xfrm>
            <a:off x="5778000" y="8856661"/>
            <a:ext cx="1080000" cy="252000"/>
          </a:xfrm>
          <a:prstGeom prst="rect">
            <a:avLst/>
          </a:prstGeom>
        </p:spPr>
        <p:txBody>
          <a:bodyPr vert="horz" lIns="91440" tIns="45720" rIns="91440" bIns="45720" rtlCol="0" anchor="t" anchorCtr="0"/>
          <a:lstStyle>
            <a:lvl1pPr algn="r">
              <a:defRPr sz="1000">
                <a:latin typeface="+mn-lt"/>
              </a:defRPr>
            </a:lvl1pPr>
          </a:lstStyle>
          <a:p>
            <a:fld id="{E762DFE1-544E-4AD0-8AE2-9ADF9877B110}" type="slidenum">
              <a:rPr lang="en-GB" smtClean="0"/>
              <a:pPr/>
              <a:t>‹#›</a:t>
            </a:fld>
            <a:endParaRPr lang="en-GB" dirty="0"/>
          </a:p>
        </p:txBody>
      </p:sp>
      <p:sp>
        <p:nvSpPr>
          <p:cNvPr id="8" name="Slide Image Placeholder 7"/>
          <p:cNvSpPr>
            <a:spLocks noGrp="1" noRot="1" noChangeAspect="1"/>
          </p:cNvSpPr>
          <p:nvPr>
            <p:ph type="sldImg" idx="2"/>
          </p:nvPr>
        </p:nvSpPr>
        <p:spPr>
          <a:xfrm>
            <a:off x="685800" y="681041"/>
            <a:ext cx="5486400" cy="3086100"/>
          </a:xfrm>
          <a:prstGeom prst="rect">
            <a:avLst/>
          </a:prstGeom>
          <a:noFill/>
          <a:ln w="12700">
            <a:solidFill>
              <a:prstClr val="black"/>
            </a:solidFill>
          </a:ln>
        </p:spPr>
        <p:txBody>
          <a:bodyPr vert="horz" lIns="91440" tIns="45720" rIns="91440" bIns="45720" rtlCol="0" anchor="ctr"/>
          <a:lstStyle/>
          <a:p>
            <a:endParaRPr lang="en-GB"/>
          </a:p>
        </p:txBody>
      </p:sp>
    </p:spTree>
    <p:extLst>
      <p:ext uri="{BB962C8B-B14F-4D97-AF65-F5344CB8AC3E}">
        <p14:creationId xmlns:p14="http://schemas.microsoft.com/office/powerpoint/2010/main" val="3708337847"/>
      </p:ext>
    </p:extLst>
  </p:cSld>
  <p:clrMap bg1="lt1" tx1="dk1" bg2="lt2" tx2="dk2" accent1="accent1" accent2="accent2" accent3="accent3" accent4="accent4" accent5="accent5" accent6="accent6" hlink="hlink" folHlink="folHlink"/>
  <p:notesStyle>
    <a:lvl1pPr marL="0" algn="l" defTabSz="914400" rtl="0" eaLnBrk="1" latinLnBrk="0" hangingPunct="1">
      <a:lnSpc>
        <a:spcPct val="110000"/>
      </a:lnSpc>
      <a:defRPr sz="1400" kern="1200">
        <a:solidFill>
          <a:schemeClr val="tx1"/>
        </a:solidFill>
        <a:latin typeface="+mn-lt"/>
        <a:ea typeface="+mn-ea"/>
        <a:cs typeface="+mn-cs"/>
      </a:defRPr>
    </a:lvl1pPr>
    <a:lvl2pPr marL="174625" indent="-174625" algn="l" defTabSz="914400" rtl="0" eaLnBrk="1" latinLnBrk="0" hangingPunct="1">
      <a:lnSpc>
        <a:spcPct val="110000"/>
      </a:lnSpc>
      <a:buFont typeface="ING Me" pitchFamily="2" charset="0"/>
      <a:buChar char="•"/>
      <a:defRPr sz="1400" kern="1200">
        <a:solidFill>
          <a:schemeClr val="tx1"/>
        </a:solidFill>
        <a:latin typeface="ING Me" pitchFamily="2" charset="0"/>
        <a:ea typeface="+mn-ea"/>
        <a:cs typeface="+mn-cs"/>
      </a:defRPr>
    </a:lvl2pPr>
    <a:lvl3pPr marL="360363" indent="-174625" algn="l" defTabSz="914400" rtl="0" eaLnBrk="1" latinLnBrk="0" hangingPunct="1">
      <a:lnSpc>
        <a:spcPct val="110000"/>
      </a:lnSpc>
      <a:buFont typeface="ING Me" pitchFamily="2" charset="0"/>
      <a:buChar char="•"/>
      <a:defRPr sz="1400" kern="1200">
        <a:solidFill>
          <a:schemeClr val="tx1"/>
        </a:solidFill>
        <a:latin typeface="ING Me" pitchFamily="2" charset="0"/>
        <a:ea typeface="+mn-ea"/>
        <a:cs typeface="+mn-cs"/>
      </a:defRPr>
    </a:lvl3pPr>
    <a:lvl4pPr marL="534988" indent="-174625" algn="l" defTabSz="914400" rtl="0" eaLnBrk="1" latinLnBrk="0" hangingPunct="1">
      <a:lnSpc>
        <a:spcPct val="110000"/>
      </a:lnSpc>
      <a:buFont typeface="ING Me" pitchFamily="2" charset="0"/>
      <a:buChar char="•"/>
      <a:defRPr sz="1400" kern="1200">
        <a:solidFill>
          <a:schemeClr val="tx1"/>
        </a:solidFill>
        <a:latin typeface="ING Me" pitchFamily="2" charset="0"/>
        <a:ea typeface="+mn-ea"/>
        <a:cs typeface="+mn-cs"/>
      </a:defRPr>
    </a:lvl4pPr>
    <a:lvl5pPr marL="719138" indent="-174625" algn="l" defTabSz="914400" rtl="0" eaLnBrk="1" latinLnBrk="0" hangingPunct="1">
      <a:lnSpc>
        <a:spcPct val="110000"/>
      </a:lnSpc>
      <a:buFont typeface="ING Me" pitchFamily="2" charset="0"/>
      <a:buChar char="•"/>
      <a:defRPr sz="1400" kern="1200">
        <a:solidFill>
          <a:schemeClr val="tx1"/>
        </a:solidFill>
        <a:latin typeface="ING Me"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376" userDrawn="1">
          <p15:clr>
            <a:srgbClr val="F26B43"/>
          </p15:clr>
        </p15:guide>
        <p15:guide id="2" orient="horz" pos="432" userDrawn="1">
          <p15:clr>
            <a:srgbClr val="F26B43"/>
          </p15:clr>
        </p15:guide>
        <p15:guide id="3" orient="horz" pos="2481"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learn.microsoft.com/en-us/azure/devops/pipelines/process/pipeline-triggers" TargetMode="External"/><Relationship Id="rId2" Type="http://schemas.openxmlformats.org/officeDocument/2006/relationships/slide" Target="../slides/slide10.xml"/><Relationship Id="rId1" Type="http://schemas.openxmlformats.org/officeDocument/2006/relationships/notesMaster" Target="../notesMasters/notesMaster1.xml"/><Relationship Id="rId4" Type="http://schemas.openxmlformats.org/officeDocument/2006/relationships/hyperlink" Target="https://learn.microsoft.com/en-us/azure/devops/pipelines/tasks/utility/manual-validation?tabs=yaml"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81038"/>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E762DFE1-544E-4AD0-8AE2-9ADF9877B110}" type="slidenum">
              <a:rPr lang="en-GB" smtClean="0"/>
              <a:pPr/>
              <a:t>1</a:t>
            </a:fld>
            <a:endParaRPr lang="en-GB" dirty="0"/>
          </a:p>
        </p:txBody>
      </p:sp>
    </p:spTree>
    <p:extLst>
      <p:ext uri="{BB962C8B-B14F-4D97-AF65-F5344CB8AC3E}">
        <p14:creationId xmlns:p14="http://schemas.microsoft.com/office/powerpoint/2010/main" val="2864690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E762DFE1-544E-4AD0-8AE2-9ADF9877B110}" type="slidenum">
              <a:rPr lang="en-GB" smtClean="0"/>
              <a:pPr/>
              <a:t>2</a:t>
            </a:fld>
            <a:endParaRPr lang="en-GB"/>
          </a:p>
        </p:txBody>
      </p:sp>
      <p:sp>
        <p:nvSpPr>
          <p:cNvPr id="9" name="Slide Image Placeholder 8"/>
          <p:cNvSpPr>
            <a:spLocks noGrp="1" noRot="1" noChangeAspect="1"/>
          </p:cNvSpPr>
          <p:nvPr>
            <p:ph type="sldImg"/>
          </p:nvPr>
        </p:nvSpPr>
        <p:spPr>
          <a:xfrm>
            <a:off x="685800" y="681038"/>
            <a:ext cx="5486400" cy="3086100"/>
          </a:xfrm>
        </p:spPr>
      </p:sp>
      <p:sp>
        <p:nvSpPr>
          <p:cNvPr id="10" name="Notes Placeholder 9"/>
          <p:cNvSpPr>
            <a:spLocks noGrp="1"/>
          </p:cNvSpPr>
          <p:nvPr>
            <p:ph type="body" idx="1"/>
          </p:nvPr>
        </p:nvSpPr>
        <p:spPr/>
        <p:txBody>
          <a:bodyPr/>
          <a:lstStyle/>
          <a:p>
            <a:endParaRPr lang="en-GB"/>
          </a:p>
        </p:txBody>
      </p:sp>
    </p:spTree>
    <p:extLst>
      <p:ext uri="{BB962C8B-B14F-4D97-AF65-F5344CB8AC3E}">
        <p14:creationId xmlns:p14="http://schemas.microsoft.com/office/powerpoint/2010/main" val="37905630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81038"/>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62DFE1-544E-4AD0-8AE2-9ADF9877B110}" type="slidenum">
              <a:rPr lang="en-GB" smtClean="0"/>
              <a:pPr/>
              <a:t>6</a:t>
            </a:fld>
            <a:endParaRPr lang="en-GB" dirty="0"/>
          </a:p>
        </p:txBody>
      </p:sp>
    </p:spTree>
    <p:extLst>
      <p:ext uri="{BB962C8B-B14F-4D97-AF65-F5344CB8AC3E}">
        <p14:creationId xmlns:p14="http://schemas.microsoft.com/office/powerpoint/2010/main" val="22982894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81038"/>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62DFE1-544E-4AD0-8AE2-9ADF9877B110}" type="slidenum">
              <a:rPr lang="en-GB" smtClean="0"/>
              <a:pPr/>
              <a:t>7</a:t>
            </a:fld>
            <a:endParaRPr lang="en-GB" dirty="0"/>
          </a:p>
        </p:txBody>
      </p:sp>
    </p:spTree>
    <p:extLst>
      <p:ext uri="{BB962C8B-B14F-4D97-AF65-F5344CB8AC3E}">
        <p14:creationId xmlns:p14="http://schemas.microsoft.com/office/powerpoint/2010/main" val="39194554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81038"/>
            <a:ext cx="5486400" cy="3086100"/>
          </a:xfrm>
        </p:spPr>
      </p:sp>
      <p:sp>
        <p:nvSpPr>
          <p:cNvPr id="3" name="Notes Placeholder 2"/>
          <p:cNvSpPr>
            <a:spLocks noGrp="1"/>
          </p:cNvSpPr>
          <p:nvPr>
            <p:ph type="body" idx="1"/>
          </p:nvPr>
        </p:nvSpPr>
        <p:spPr/>
        <p:txBody>
          <a:bodyPr/>
          <a:lstStyle/>
          <a:p>
            <a:pPr algn="l">
              <a:buFont typeface="+mj-lt"/>
              <a:buAutoNum type="arabicPeriod"/>
            </a:pPr>
            <a:r>
              <a:rPr lang="en-US" b="1" i="0" dirty="0">
                <a:solidFill>
                  <a:srgbClr val="161616"/>
                </a:solidFill>
                <a:effectLst/>
                <a:latin typeface="Segoe UI" panose="020B0502040204020203" pitchFamily="34" charset="0"/>
              </a:rPr>
              <a:t>PR pipeline</a:t>
            </a:r>
            <a:r>
              <a:rPr lang="en-US" b="0" i="0" dirty="0">
                <a:solidFill>
                  <a:srgbClr val="161616"/>
                </a:solidFill>
                <a:effectLst/>
                <a:latin typeface="Segoe UI" panose="020B0502040204020203" pitchFamily="34" charset="0"/>
              </a:rPr>
              <a:t> - A pull request (PR) to Azure Repos Git triggers a PR pipeline. This pipeline runs fast quality checks. These checks should include:</a:t>
            </a:r>
          </a:p>
          <a:p>
            <a:pPr marL="742950" lvl="1" indent="-285750" algn="l">
              <a:buFont typeface="+mj-lt"/>
              <a:buAutoNum type="arabicPeriod"/>
            </a:pPr>
            <a:r>
              <a:rPr lang="en-US" b="0" i="0" dirty="0">
                <a:solidFill>
                  <a:srgbClr val="161616"/>
                </a:solidFill>
                <a:effectLst/>
                <a:latin typeface="Segoe UI" panose="020B0502040204020203" pitchFamily="34" charset="0"/>
              </a:rPr>
              <a:t>Building the code, which requires pulling dependencies from a dependency management system.</a:t>
            </a:r>
          </a:p>
          <a:p>
            <a:pPr marL="742950" lvl="1" indent="-285750" algn="l">
              <a:buFont typeface="+mj-lt"/>
              <a:buAutoNum type="arabicPeriod"/>
            </a:pPr>
            <a:r>
              <a:rPr lang="en-US" b="0" i="0" dirty="0">
                <a:solidFill>
                  <a:srgbClr val="161616"/>
                </a:solidFill>
                <a:effectLst/>
                <a:latin typeface="Segoe UI" panose="020B0502040204020203" pitchFamily="34" charset="0"/>
              </a:rPr>
              <a:t>The use of tools to analyze the code, such as static code analysis, linting, and security scanning</a:t>
            </a:r>
          </a:p>
          <a:p>
            <a:pPr marL="742950" lvl="1" indent="-285750" algn="l">
              <a:buFont typeface="+mj-lt"/>
              <a:buAutoNum type="arabicPeriod"/>
            </a:pPr>
            <a:r>
              <a:rPr lang="en-US" b="0" i="0" dirty="0">
                <a:solidFill>
                  <a:srgbClr val="161616"/>
                </a:solidFill>
                <a:effectLst/>
                <a:latin typeface="Segoe UI" panose="020B0502040204020203" pitchFamily="34" charset="0"/>
              </a:rPr>
              <a:t>Unit tests</a:t>
            </a:r>
          </a:p>
          <a:p>
            <a:pPr algn="l">
              <a:buFont typeface="+mj-lt"/>
              <a:buAutoNum type="arabicPeriod"/>
            </a:pPr>
            <a:r>
              <a:rPr lang="en-US" b="0" i="0" dirty="0">
                <a:solidFill>
                  <a:srgbClr val="161616"/>
                </a:solidFill>
                <a:effectLst/>
                <a:latin typeface="Segoe UI" panose="020B0502040204020203" pitchFamily="34" charset="0"/>
              </a:rPr>
              <a:t>If any of the checks fail, the pipeline run ends and the developer will have to make the required changes. If all checks pass, the pipeline should require a PR review. If the PR review fails, the pipeline ends and the developer will have to make the required changes. If all the checks and PR reviews pass, the PR will successfully merge.</a:t>
            </a:r>
          </a:p>
          <a:p>
            <a:pPr algn="l">
              <a:buFont typeface="+mj-lt"/>
              <a:buAutoNum type="arabicPeriod"/>
            </a:pPr>
            <a:r>
              <a:rPr lang="en-US" b="1" i="0" dirty="0">
                <a:solidFill>
                  <a:srgbClr val="161616"/>
                </a:solidFill>
                <a:effectLst/>
                <a:latin typeface="Segoe UI" panose="020B0502040204020203" pitchFamily="34" charset="0"/>
              </a:rPr>
              <a:t>CI pipeline</a:t>
            </a:r>
            <a:r>
              <a:rPr lang="en-US" b="0" i="0" dirty="0">
                <a:solidFill>
                  <a:srgbClr val="161616"/>
                </a:solidFill>
                <a:effectLst/>
                <a:latin typeface="Segoe UI" panose="020B0502040204020203" pitchFamily="34" charset="0"/>
              </a:rPr>
              <a:t> - A merge to Azure Repos Git triggers a CI pipeline. This pipeline runs the same checks as the PR pipeline with some important additions. The CI pipeline runs integration tests. These integration tests shouldn't require the deployment of the solution, as the build artifacts haven't been created yet. If the integration tests require secrets, the pipeline gets those secrets from Azure Key Vault. If any of the checks fail, the pipeline ends and the developer will have to make the required changes. The result of a successful run of this pipeline is the creation and publishing of build artifacts</a:t>
            </a:r>
          </a:p>
          <a:p>
            <a:pPr algn="l">
              <a:buFont typeface="+mj-lt"/>
              <a:buAutoNum type="arabicPeriod"/>
            </a:pPr>
            <a:r>
              <a:rPr lang="en-US" b="1" i="0" dirty="0">
                <a:solidFill>
                  <a:srgbClr val="161616"/>
                </a:solidFill>
                <a:effectLst/>
                <a:latin typeface="Segoe UI" panose="020B0502040204020203" pitchFamily="34" charset="0"/>
              </a:rPr>
              <a:t>CD pipeline trigger</a:t>
            </a:r>
            <a:r>
              <a:rPr lang="en-US" b="0" i="0" dirty="0">
                <a:solidFill>
                  <a:srgbClr val="161616"/>
                </a:solidFill>
                <a:effectLst/>
                <a:latin typeface="Segoe UI" panose="020B0502040204020203" pitchFamily="34" charset="0"/>
              </a:rPr>
              <a:t> - The publishing of artifacts </a:t>
            </a:r>
            <a:r>
              <a:rPr lang="en-US" b="0" i="0" u="none" strike="noStrike" dirty="0">
                <a:solidFill>
                  <a:srgbClr val="161616"/>
                </a:solidFill>
                <a:effectLst/>
                <a:latin typeface="Segoe UI" panose="020B0502040204020203" pitchFamily="34" charset="0"/>
                <a:hlinkClick r:id="rId3"/>
              </a:rPr>
              <a:t>triggers the CD pipeline</a:t>
            </a:r>
            <a:r>
              <a:rPr lang="en-US" b="0" i="0" dirty="0">
                <a:solidFill>
                  <a:srgbClr val="161616"/>
                </a:solidFill>
                <a:effectLst/>
                <a:latin typeface="Segoe UI" panose="020B0502040204020203" pitchFamily="34" charset="0"/>
              </a:rPr>
              <a:t>.</a:t>
            </a:r>
          </a:p>
          <a:p>
            <a:pPr algn="l">
              <a:buFont typeface="+mj-lt"/>
              <a:buAutoNum type="arabicPeriod"/>
            </a:pPr>
            <a:r>
              <a:rPr lang="en-US" b="1" i="0" dirty="0">
                <a:solidFill>
                  <a:srgbClr val="161616"/>
                </a:solidFill>
                <a:effectLst/>
                <a:latin typeface="Segoe UI" panose="020B0502040204020203" pitchFamily="34" charset="0"/>
              </a:rPr>
              <a:t>CD release to staging</a:t>
            </a:r>
            <a:r>
              <a:rPr lang="en-US" b="0" i="0" dirty="0">
                <a:solidFill>
                  <a:srgbClr val="161616"/>
                </a:solidFill>
                <a:effectLst/>
                <a:latin typeface="Segoe UI" panose="020B0502040204020203" pitchFamily="34" charset="0"/>
              </a:rPr>
              <a:t> - The CD pipeline downloads the build artifacts that are created in the CI pipeline and deploys the solution to a staging environment. The pipeline then runs acceptance tests against the staging environment to validate the deployment. If any acceptance test fails, the pipeline ends and the developer will have to make the required changes. If the tests succeed, a </a:t>
            </a:r>
            <a:r>
              <a:rPr lang="en-US" b="0" i="0" u="none" strike="noStrike" dirty="0">
                <a:solidFill>
                  <a:srgbClr val="161616"/>
                </a:solidFill>
                <a:effectLst/>
                <a:latin typeface="Segoe UI" panose="020B0502040204020203" pitchFamily="34" charset="0"/>
                <a:hlinkClick r:id="rId4"/>
              </a:rPr>
              <a:t>manual validation task</a:t>
            </a:r>
            <a:r>
              <a:rPr lang="en-US" b="0" i="0" dirty="0">
                <a:solidFill>
                  <a:srgbClr val="161616"/>
                </a:solidFill>
                <a:effectLst/>
                <a:latin typeface="Segoe UI" panose="020B0502040204020203" pitchFamily="34" charset="0"/>
              </a:rPr>
              <a:t> can be implemented to require a person or group to validate the deployment and resume the pipeline.</a:t>
            </a:r>
          </a:p>
          <a:p>
            <a:pPr algn="l">
              <a:buFont typeface="+mj-lt"/>
              <a:buAutoNum type="arabicPeriod"/>
            </a:pPr>
            <a:r>
              <a:rPr lang="en-US" b="1" i="0" dirty="0">
                <a:solidFill>
                  <a:srgbClr val="161616"/>
                </a:solidFill>
                <a:effectLst/>
                <a:latin typeface="Segoe UI" panose="020B0502040204020203" pitchFamily="34" charset="0"/>
              </a:rPr>
              <a:t>CD release to production</a:t>
            </a:r>
            <a:r>
              <a:rPr lang="en-US" b="0" i="0" dirty="0">
                <a:solidFill>
                  <a:srgbClr val="161616"/>
                </a:solidFill>
                <a:effectLst/>
                <a:latin typeface="Segoe UI" panose="020B0502040204020203" pitchFamily="34" charset="0"/>
              </a:rPr>
              <a:t> - If the manual intervention is resumed, or there's no manual intervention implemented, the pipeline releases the solution to production. The pipeline should run smoke tests in production to ensure the release is working as expected. If a manual intervention step results in a cancel, the release fails, or the smoke tests fail, the release is rolled back, the pipeline ends and the developer will have to make the required changes.</a:t>
            </a:r>
          </a:p>
          <a:p>
            <a:pPr algn="l">
              <a:buFont typeface="+mj-lt"/>
              <a:buAutoNum type="arabicPeriod"/>
            </a:pPr>
            <a:r>
              <a:rPr lang="en-US" b="1" i="0" dirty="0">
                <a:solidFill>
                  <a:srgbClr val="161616"/>
                </a:solidFill>
                <a:effectLst/>
                <a:latin typeface="Segoe UI" panose="020B0502040204020203" pitchFamily="34" charset="0"/>
              </a:rPr>
              <a:t>Monitoring</a:t>
            </a:r>
            <a:r>
              <a:rPr lang="en-US" b="0" i="0" dirty="0">
                <a:solidFill>
                  <a:srgbClr val="161616"/>
                </a:solidFill>
                <a:effectLst/>
                <a:latin typeface="Segoe UI" panose="020B0502040204020203" pitchFamily="34" charset="0"/>
              </a:rPr>
              <a:t> - Azure Monitor collects observability data such as logs and metrics so that an operator can analyze health, performance, and usage data. Application Insights collects all application-specific monitoring data, such as traces. Azure Log Analytics is used to store all that data.</a:t>
            </a:r>
          </a:p>
          <a:p>
            <a:endParaRPr lang="en-US" dirty="0"/>
          </a:p>
        </p:txBody>
      </p:sp>
      <p:sp>
        <p:nvSpPr>
          <p:cNvPr id="4" name="Slide Number Placeholder 3"/>
          <p:cNvSpPr>
            <a:spLocks noGrp="1"/>
          </p:cNvSpPr>
          <p:nvPr>
            <p:ph type="sldNum" sz="quarter" idx="5"/>
          </p:nvPr>
        </p:nvSpPr>
        <p:spPr/>
        <p:txBody>
          <a:bodyPr/>
          <a:lstStyle/>
          <a:p>
            <a:fld id="{E762DFE1-544E-4AD0-8AE2-9ADF9877B110}" type="slidenum">
              <a:rPr lang="en-GB" smtClean="0"/>
              <a:pPr/>
              <a:t>10</a:t>
            </a:fld>
            <a:endParaRPr lang="en-GB" dirty="0"/>
          </a:p>
        </p:txBody>
      </p:sp>
    </p:spTree>
    <p:extLst>
      <p:ext uri="{BB962C8B-B14F-4D97-AF65-F5344CB8AC3E}">
        <p14:creationId xmlns:p14="http://schemas.microsoft.com/office/powerpoint/2010/main" val="33882729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81038"/>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62DFE1-544E-4AD0-8AE2-9ADF9877B110}" type="slidenum">
              <a:rPr lang="en-GB" smtClean="0"/>
              <a:pPr/>
              <a:t>14</a:t>
            </a:fld>
            <a:endParaRPr lang="en-GB" dirty="0"/>
          </a:p>
        </p:txBody>
      </p:sp>
    </p:spTree>
    <p:extLst>
      <p:ext uri="{BB962C8B-B14F-4D97-AF65-F5344CB8AC3E}">
        <p14:creationId xmlns:p14="http://schemas.microsoft.com/office/powerpoint/2010/main" val="3502782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81038"/>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62DFE1-544E-4AD0-8AE2-9ADF9877B110}" type="slidenum">
              <a:rPr lang="en-GB" smtClean="0"/>
              <a:pPr/>
              <a:t>16</a:t>
            </a:fld>
            <a:endParaRPr lang="en-GB" dirty="0"/>
          </a:p>
        </p:txBody>
      </p:sp>
    </p:spTree>
    <p:extLst>
      <p:ext uri="{BB962C8B-B14F-4D97-AF65-F5344CB8AC3E}">
        <p14:creationId xmlns:p14="http://schemas.microsoft.com/office/powerpoint/2010/main" val="38225075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81038"/>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62DFE1-544E-4AD0-8AE2-9ADF9877B110}" type="slidenum">
              <a:rPr lang="en-GB" smtClean="0"/>
              <a:pPr/>
              <a:t>18</a:t>
            </a:fld>
            <a:endParaRPr lang="en-GB" dirty="0"/>
          </a:p>
        </p:txBody>
      </p:sp>
    </p:spTree>
    <p:extLst>
      <p:ext uri="{BB962C8B-B14F-4D97-AF65-F5344CB8AC3E}">
        <p14:creationId xmlns:p14="http://schemas.microsoft.com/office/powerpoint/2010/main" val="428446113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5.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4.png"/><Relationship Id="rId2" Type="http://schemas.openxmlformats.org/officeDocument/2006/relationships/image" Target="../media/image1.png"/><Relationship Id="rId16"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13.svg"/><Relationship Id="rId5" Type="http://schemas.openxmlformats.org/officeDocument/2006/relationships/image" Target="../media/image4.svg"/><Relationship Id="rId15" Type="http://schemas.openxmlformats.org/officeDocument/2006/relationships/image" Target="../media/image17.svg"/><Relationship Id="rId10" Type="http://schemas.openxmlformats.org/officeDocument/2006/relationships/image" Target="../media/image12.pn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4.png"/><Relationship Id="rId3" Type="http://schemas.openxmlformats.org/officeDocument/2006/relationships/hyperlink" Target="http://www.slideshare.net/ing" TargetMode="External"/><Relationship Id="rId7" Type="http://schemas.openxmlformats.org/officeDocument/2006/relationships/hyperlink" Target="http://www.linkedin.com/company/ing" TargetMode="External"/><Relationship Id="rId12" Type="http://schemas.openxmlformats.org/officeDocument/2006/relationships/hyperlink" Target="http://www.facebook.com/ING" TargetMode="External"/><Relationship Id="rId17" Type="http://schemas.openxmlformats.org/officeDocument/2006/relationships/hyperlink" Target="https://medium.com/ing-blog" TargetMode="External"/><Relationship Id="rId2" Type="http://schemas.openxmlformats.org/officeDocument/2006/relationships/image" Target="../media/image19.png"/><Relationship Id="rId16" Type="http://schemas.openxmlformats.org/officeDocument/2006/relationships/image" Target="../media/image26.png"/><Relationship Id="rId1" Type="http://schemas.openxmlformats.org/officeDocument/2006/relationships/slideMaster" Target="../slideMasters/slideMaster1.xml"/><Relationship Id="rId6" Type="http://schemas.openxmlformats.org/officeDocument/2006/relationships/image" Target="../media/image21.png"/><Relationship Id="rId11" Type="http://schemas.openxmlformats.org/officeDocument/2006/relationships/image" Target="../media/image23.png"/><Relationship Id="rId5" Type="http://schemas.openxmlformats.org/officeDocument/2006/relationships/image" Target="../media/image20.png"/><Relationship Id="rId15" Type="http://schemas.openxmlformats.org/officeDocument/2006/relationships/hyperlink" Target="http://www.ing.com/" TargetMode="External"/><Relationship Id="rId10" Type="http://schemas.openxmlformats.org/officeDocument/2006/relationships/hyperlink" Target="http://www.flickr.com/inggroup" TargetMode="External"/><Relationship Id="rId4" Type="http://schemas.openxmlformats.org/officeDocument/2006/relationships/hyperlink" Target="http://www.twitter.com/ING_news" TargetMode="External"/><Relationship Id="rId9" Type="http://schemas.openxmlformats.org/officeDocument/2006/relationships/hyperlink" Target="http://www.youtube.com/ING" TargetMode="External"/><Relationship Id="rId14" Type="http://schemas.openxmlformats.org/officeDocument/2006/relationships/image" Target="../media/image25.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5.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4.png"/><Relationship Id="rId2" Type="http://schemas.openxmlformats.org/officeDocument/2006/relationships/image" Target="../media/image1.png"/><Relationship Id="rId16" Type="http://schemas.openxmlformats.org/officeDocument/2006/relationships/image" Target="../media/image11.PNG"/><Relationship Id="rId1" Type="http://schemas.openxmlformats.org/officeDocument/2006/relationships/slideMaster" Target="../slideMasters/slideMaster2.xml"/><Relationship Id="rId6" Type="http://schemas.openxmlformats.org/officeDocument/2006/relationships/image" Target="../media/image5.png"/><Relationship Id="rId11" Type="http://schemas.openxmlformats.org/officeDocument/2006/relationships/image" Target="../media/image13.svg"/><Relationship Id="rId5" Type="http://schemas.openxmlformats.org/officeDocument/2006/relationships/image" Target="../media/image4.svg"/><Relationship Id="rId15" Type="http://schemas.openxmlformats.org/officeDocument/2006/relationships/image" Target="../media/image17.svg"/><Relationship Id="rId10" Type="http://schemas.openxmlformats.org/officeDocument/2006/relationships/image" Target="../media/image12.pn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6.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p:bg bwMode="gray">
      <p:bgRef idx="1001">
        <a:schemeClr val="bg1"/>
      </p:bgRef>
    </p:bg>
    <p:spTree>
      <p:nvGrpSpPr>
        <p:cNvPr id="1" name=""/>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311F7044-53C5-45DA-A597-72E1133FB73A}"/>
              </a:ext>
            </a:extLst>
          </p:cNvPr>
          <p:cNvCxnSpPr/>
          <p:nvPr userDrawn="1"/>
        </p:nvCxnSpPr>
        <p:spPr>
          <a:xfrm>
            <a:off x="659028" y="7003142"/>
            <a:ext cx="0" cy="290284"/>
          </a:xfrm>
          <a:prstGeom prst="line">
            <a:avLst/>
          </a:prstGeom>
          <a:ln w="6350" cap="rnd">
            <a:solidFill>
              <a:srgbClr val="559BD1"/>
            </a:solidFill>
            <a:round/>
            <a:headEnd type="arrow"/>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0454D770-4CFD-4C03-BE25-4A75453EF4BC}"/>
              </a:ext>
            </a:extLst>
          </p:cNvPr>
          <p:cNvSpPr txBox="1"/>
          <p:nvPr userDrawn="1"/>
        </p:nvSpPr>
        <p:spPr>
          <a:xfrm>
            <a:off x="577225" y="7319409"/>
            <a:ext cx="1575426" cy="226591"/>
          </a:xfrm>
          <a:prstGeom prst="rect">
            <a:avLst/>
          </a:prstGeom>
          <a:noFill/>
        </p:spPr>
        <p:txBody>
          <a:bodyPr wrap="square" lIns="36000" tIns="36000" rIns="36000" bIns="36000" rtlCol="0">
            <a:spAutoFit/>
          </a:bodyPr>
          <a:lstStyle/>
          <a:p>
            <a:r>
              <a:rPr lang="en-GB" sz="1000" b="0">
                <a:solidFill>
                  <a:srgbClr val="696969"/>
                </a:solidFill>
              </a:rPr>
              <a:t>Alignment indicator</a:t>
            </a:r>
            <a:endParaRPr lang="en-GB" sz="1000" b="0" dirty="0" err="1">
              <a:solidFill>
                <a:srgbClr val="696969"/>
              </a:solidFill>
            </a:endParaRPr>
          </a:p>
        </p:txBody>
      </p:sp>
      <p:pic>
        <p:nvPicPr>
          <p:cNvPr id="13" name="ING identifier">
            <a:extLst>
              <a:ext uri="{FF2B5EF4-FFF2-40B4-BE49-F238E27FC236}">
                <a16:creationId xmlns:a16="http://schemas.microsoft.com/office/drawing/2014/main" id="{F6F79742-9DF4-4F22-84F9-697F46AA2DCE}"/>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544428" y="4964165"/>
            <a:ext cx="1647571" cy="1893836"/>
          </a:xfrm>
          <a:prstGeom prst="rect">
            <a:avLst/>
          </a:prstGeom>
        </p:spPr>
      </p:pic>
      <p:sp>
        <p:nvSpPr>
          <p:cNvPr id="3" name="Text Placeholder 2">
            <a:extLst>
              <a:ext uri="{FF2B5EF4-FFF2-40B4-BE49-F238E27FC236}">
                <a16:creationId xmlns:a16="http://schemas.microsoft.com/office/drawing/2014/main" id="{F7D0D5B2-609E-47E4-8BC9-E79E8E4C625C}"/>
              </a:ext>
            </a:extLst>
          </p:cNvPr>
          <p:cNvSpPr>
            <a:spLocks noGrp="1"/>
          </p:cNvSpPr>
          <p:nvPr>
            <p:ph type="body" sz="quarter" idx="12" hasCustomPrompt="1"/>
          </p:nvPr>
        </p:nvSpPr>
        <p:spPr>
          <a:xfrm>
            <a:off x="658856" y="5583600"/>
            <a:ext cx="5256000" cy="294302"/>
          </a:xfrm>
        </p:spPr>
        <p:txBody>
          <a:bodyPr lIns="0" tIns="0" rIns="36000" bIns="72000" anchor="t" anchorCtr="0">
            <a:sp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lang="en-US" sz="1600" b="0" i="0" kern="1200" baseline="0" dirty="0" smtClean="0">
                <a:solidFill>
                  <a:schemeClr val="tx1"/>
                </a:solidFill>
                <a:latin typeface="+mn-lt"/>
                <a:ea typeface="+mn-ea"/>
                <a:cs typeface="ING Me" pitchFamily="2" charset="0"/>
              </a:defRPr>
            </a:lvl1pPr>
            <a:lvl2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2pPr>
            <a:lvl3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3pPr>
            <a:lvl4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4pPr>
            <a:lvl5pPr marL="0" indent="0" algn="l" defTabSz="914400" rtl="0" eaLnBrk="1" latinLnBrk="0" hangingPunct="1">
              <a:lnSpc>
                <a:spcPts val="2200"/>
              </a:lnSpc>
              <a:spcBef>
                <a:spcPts val="0"/>
              </a:spcBef>
              <a:spcAft>
                <a:spcPts val="0"/>
              </a:spcAft>
              <a:buFont typeface="Arial" panose="020B0604020202020204" pitchFamily="34" charset="0"/>
              <a:buNone/>
              <a:defRPr lang="nl-NL" sz="2000" b="0" i="0" kern="1200" baseline="0" dirty="0">
                <a:solidFill>
                  <a:schemeClr val="tx1"/>
                </a:solidFill>
                <a:latin typeface="+mn-lt"/>
                <a:ea typeface="+mn-ea"/>
                <a:cs typeface="ING Me" pitchFamily="2" charset="0"/>
              </a:defRPr>
            </a:lvl5pPr>
          </a:lstStyle>
          <a:p>
            <a:pPr lvl="0"/>
            <a:r>
              <a:rPr lang="en-GB" noProof="0" dirty="0"/>
              <a:t>Click to </a:t>
            </a:r>
            <a:r>
              <a:rPr lang="en-GB" noProof="0"/>
              <a:t>add date</a:t>
            </a:r>
          </a:p>
        </p:txBody>
      </p:sp>
      <p:sp>
        <p:nvSpPr>
          <p:cNvPr id="26" name="Subtitle 2"/>
          <p:cNvSpPr>
            <a:spLocks noGrp="1"/>
          </p:cNvSpPr>
          <p:nvPr>
            <p:ph type="subTitle" idx="1" hasCustomPrompt="1"/>
          </p:nvPr>
        </p:nvSpPr>
        <p:spPr bwMode="gray">
          <a:xfrm>
            <a:off x="658856" y="5277600"/>
            <a:ext cx="5256000" cy="294302"/>
          </a:xfrm>
        </p:spPr>
        <p:txBody>
          <a:bodyPr lIns="0" tIns="0" rIns="36000" bIns="72000" anchor="t" anchorCtr="0">
            <a:spAutoFit/>
          </a:bodyPr>
          <a:lstStyle>
            <a:lvl1pPr marL="0" indent="0" algn="l">
              <a:lnSpc>
                <a:spcPct val="90000"/>
              </a:lnSpc>
              <a:buNone/>
              <a:defRPr sz="1600" b="1" i="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noProof="0"/>
              <a:t>Click to add name of department and/or author</a:t>
            </a:r>
          </a:p>
        </p:txBody>
      </p:sp>
      <p:sp>
        <p:nvSpPr>
          <p:cNvPr id="27" name="Text Placeholder 6"/>
          <p:cNvSpPr>
            <a:spLocks noGrp="1"/>
          </p:cNvSpPr>
          <p:nvPr>
            <p:ph type="body" sz="quarter" idx="11" hasCustomPrompt="1"/>
          </p:nvPr>
        </p:nvSpPr>
        <p:spPr bwMode="gray">
          <a:xfrm>
            <a:off x="988895" y="2447999"/>
            <a:ext cx="4786024" cy="732995"/>
          </a:xfrm>
          <a:prstGeom prst="roundRect">
            <a:avLst>
              <a:gd name="adj" fmla="val 13767"/>
            </a:avLst>
          </a:prstGeom>
          <a:solidFill>
            <a:srgbClr val="FF6200"/>
          </a:solidFill>
        </p:spPr>
        <p:txBody>
          <a:bodyPr wrap="none" lIns="108000" tIns="108000" rIns="108000" bIns="72000" anchor="t" anchorCtr="0">
            <a:spAutoFit/>
          </a:bodyPr>
          <a:lstStyle>
            <a:lvl1pPr>
              <a:lnSpc>
                <a:spcPct val="90000"/>
              </a:lnSpc>
              <a:spcBef>
                <a:spcPts val="0"/>
              </a:spcBef>
              <a:defRPr sz="3600" b="1">
                <a:solidFill>
                  <a:schemeClr val="bg1"/>
                </a:solidFill>
                <a:latin typeface="+mj-lt"/>
              </a:defRPr>
            </a:lvl1pPr>
          </a:lstStyle>
          <a:p>
            <a:pPr lvl="0"/>
            <a:r>
              <a:rPr lang="en-GB" noProof="0" dirty="0"/>
              <a:t>Click to add (sub)title</a:t>
            </a:r>
          </a:p>
        </p:txBody>
      </p:sp>
      <p:sp>
        <p:nvSpPr>
          <p:cNvPr id="25" name="Title 1"/>
          <p:cNvSpPr>
            <a:spLocks noGrp="1"/>
          </p:cNvSpPr>
          <p:nvPr>
            <p:ph type="ctrTitle" hasCustomPrompt="1"/>
          </p:nvPr>
        </p:nvSpPr>
        <p:spPr bwMode="gray">
          <a:xfrm>
            <a:off x="658855" y="1634399"/>
            <a:ext cx="3712436" cy="738000"/>
          </a:xfrm>
          <a:prstGeom prst="roundRect">
            <a:avLst>
              <a:gd name="adj" fmla="val 13767"/>
            </a:avLst>
          </a:prstGeom>
          <a:solidFill>
            <a:srgbClr val="FF6200"/>
          </a:solidFill>
          <a:ln w="6350">
            <a:noFill/>
          </a:ln>
        </p:spPr>
        <p:txBody>
          <a:bodyPr wrap="none" lIns="108000" tIns="108000" rIns="108000" bIns="72000" anchor="t" anchorCtr="0">
            <a:spAutoFit/>
          </a:bodyPr>
          <a:lstStyle>
            <a:lvl1pPr algn="l">
              <a:lnSpc>
                <a:spcPct val="90000"/>
              </a:lnSpc>
              <a:spcBef>
                <a:spcPts val="0"/>
              </a:spcBef>
              <a:defRPr sz="3600" b="1">
                <a:solidFill>
                  <a:schemeClr val="bg1"/>
                </a:solidFill>
              </a:defRPr>
            </a:lvl1pPr>
          </a:lstStyle>
          <a:p>
            <a:r>
              <a:rPr lang="en-GB" noProof="0" dirty="0"/>
              <a:t>Click to add title</a:t>
            </a:r>
          </a:p>
        </p:txBody>
      </p:sp>
      <p:sp>
        <p:nvSpPr>
          <p:cNvPr id="21" name="Project Placeholder">
            <a:extLst>
              <a:ext uri="{FF2B5EF4-FFF2-40B4-BE49-F238E27FC236}">
                <a16:creationId xmlns:a16="http://schemas.microsoft.com/office/drawing/2014/main" id="{A3BD01F9-A9C7-4355-A0CB-7252C65AEF88}"/>
              </a:ext>
            </a:extLst>
          </p:cNvPr>
          <p:cNvSpPr>
            <a:spLocks noGrp="1" noChangeAspect="1"/>
          </p:cNvSpPr>
          <p:nvPr>
            <p:ph type="pic" sz="quarter" idx="16" hasCustomPrompt="1"/>
          </p:nvPr>
        </p:nvSpPr>
        <p:spPr>
          <a:xfrm>
            <a:off x="658798" y="5896309"/>
            <a:ext cx="3857454" cy="961691"/>
          </a:xfrm>
        </p:spPr>
        <p:txBody>
          <a:bodyPr lIns="288000" tIns="108000" rIns="108000" bIns="108000" anchor="ctr" anchorCtr="0"/>
          <a:lstStyle>
            <a:lvl1pPr>
              <a:defRPr sz="1200">
                <a:solidFill>
                  <a:srgbClr val="A8A8A8"/>
                </a:solidFill>
              </a:defRPr>
            </a:lvl1pPr>
          </a:lstStyle>
          <a:p>
            <a:r>
              <a:rPr lang="en-GB" dirty="0"/>
              <a:t>Business or project wordmark </a:t>
            </a:r>
            <a:br>
              <a:rPr lang="en-GB" dirty="0"/>
            </a:br>
            <a:r>
              <a:rPr lang="en-GB" dirty="0"/>
              <a:t>placeholder</a:t>
            </a:r>
          </a:p>
        </p:txBody>
      </p:sp>
      <p:sp>
        <p:nvSpPr>
          <p:cNvPr id="10" name="TextBox 9">
            <a:extLst>
              <a:ext uri="{FF2B5EF4-FFF2-40B4-BE49-F238E27FC236}">
                <a16:creationId xmlns:a16="http://schemas.microsoft.com/office/drawing/2014/main" id="{3824EE40-67F0-44BB-B2EB-D22DE201FA03}"/>
              </a:ext>
            </a:extLst>
          </p:cNvPr>
          <p:cNvSpPr txBox="1"/>
          <p:nvPr userDrawn="1"/>
        </p:nvSpPr>
        <p:spPr>
          <a:xfrm>
            <a:off x="-2261849" y="0"/>
            <a:ext cx="1826420" cy="1919363"/>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rgbClr val="696969"/>
                </a:solidFill>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a:solidFill>
                  <a:srgbClr val="696969"/>
                </a:solidFill>
              </a:rPr>
              <a:t>You can choose between covers with the ING logo or with the ING identifier. The identifier can be best applied in commercial and informal presentations, assuming it has significant brand recognition in your market, but is less suitable for formal information</a:t>
            </a:r>
            <a:endParaRPr lang="en-GB" sz="1000" b="0" dirty="0" err="1">
              <a:solidFill>
                <a:srgbClr val="696969"/>
              </a:solidFill>
            </a:endParaRPr>
          </a:p>
        </p:txBody>
      </p:sp>
    </p:spTree>
    <p:extLst>
      <p:ext uri="{BB962C8B-B14F-4D97-AF65-F5344CB8AC3E}">
        <p14:creationId xmlns:p14="http://schemas.microsoft.com/office/powerpoint/2010/main" val="2686825790"/>
      </p:ext>
    </p:extLst>
  </p:cSld>
  <p:clrMapOvr>
    <a:masterClrMapping/>
  </p:clrMapOvr>
  <p:extLst>
    <p:ext uri="{DCECCB84-F9BA-43D5-87BE-67443E8EF086}">
      <p15:sldGuideLst xmlns:p15="http://schemas.microsoft.com/office/powerpoint/2012/main">
        <p15:guide id="1" orient="horz" pos="1491" userDrawn="1">
          <p15:clr>
            <a:srgbClr val="FBAE40"/>
          </p15:clr>
        </p15:guide>
        <p15:guide id="2" orient="horz" pos="1542" userDrawn="1">
          <p15:clr>
            <a:srgbClr val="FBAE40"/>
          </p15:clr>
        </p15:guide>
        <p15:guide id="3" orient="horz" pos="2006" userDrawn="1">
          <p15:clr>
            <a:srgbClr val="FBAE40"/>
          </p15:clr>
        </p15:guide>
        <p15:guide id="4" orient="horz" pos="2057"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xt slide">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fld id="{DDD2A080-DA64-4F5C-9131-47EB793B4410}" type="slidenum">
              <a:rPr lang="en-GB" noProof="0" smtClean="0"/>
              <a:pPr/>
              <a:t>‹#›</a:t>
            </a:fld>
            <a:endParaRPr lang="en-GB" noProof="0" dirty="0"/>
          </a:p>
        </p:txBody>
      </p:sp>
      <p:sp>
        <p:nvSpPr>
          <p:cNvPr id="3" name="Footer Placeholder 2">
            <a:extLst>
              <a:ext uri="{FF2B5EF4-FFF2-40B4-BE49-F238E27FC236}">
                <a16:creationId xmlns:a16="http://schemas.microsoft.com/office/drawing/2014/main" id="{519E7DA5-BC83-4857-870E-3AA1EAAAA941}"/>
              </a:ext>
            </a:extLst>
          </p:cNvPr>
          <p:cNvSpPr>
            <a:spLocks noGrp="1"/>
          </p:cNvSpPr>
          <p:nvPr>
            <p:ph type="ftr" sz="quarter" idx="12"/>
          </p:nvPr>
        </p:nvSpPr>
        <p:spPr/>
        <p:txBody>
          <a:bodyPr/>
          <a:lstStyle>
            <a:lvl1pPr>
              <a:defRPr/>
            </a:lvl1pPr>
          </a:lstStyle>
          <a:p>
            <a:endParaRPr lang="en-GB" noProof="0"/>
          </a:p>
        </p:txBody>
      </p:sp>
      <p:sp>
        <p:nvSpPr>
          <p:cNvPr id="10" name="Title 9">
            <a:extLst>
              <a:ext uri="{FF2B5EF4-FFF2-40B4-BE49-F238E27FC236}">
                <a16:creationId xmlns:a16="http://schemas.microsoft.com/office/drawing/2014/main" id="{0D3BE977-E73F-49D2-8BCD-3E16B685E531}"/>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grpSp>
        <p:nvGrpSpPr>
          <p:cNvPr id="15" name="Group 14">
            <a:extLst>
              <a:ext uri="{FF2B5EF4-FFF2-40B4-BE49-F238E27FC236}">
                <a16:creationId xmlns:a16="http://schemas.microsoft.com/office/drawing/2014/main" id="{C4EFA7EC-E7D4-46C3-8D3F-646C790E68A3}"/>
              </a:ext>
            </a:extLst>
          </p:cNvPr>
          <p:cNvGrpSpPr/>
          <p:nvPr userDrawn="1"/>
        </p:nvGrpSpPr>
        <p:grpSpPr>
          <a:xfrm>
            <a:off x="-2368598" y="0"/>
            <a:ext cx="1872000" cy="4379495"/>
            <a:chOff x="-2025698" y="0"/>
            <a:chExt cx="1872000" cy="4379495"/>
          </a:xfrm>
        </p:grpSpPr>
        <p:grpSp>
          <p:nvGrpSpPr>
            <p:cNvPr id="16" name="Group 15">
              <a:extLst>
                <a:ext uri="{FF2B5EF4-FFF2-40B4-BE49-F238E27FC236}">
                  <a16:creationId xmlns:a16="http://schemas.microsoft.com/office/drawing/2014/main" id="{1F78D264-E011-418E-B02A-7C20E73D3DD5}"/>
                </a:ext>
              </a:extLst>
            </p:cNvPr>
            <p:cNvGrpSpPr/>
            <p:nvPr userDrawn="1"/>
          </p:nvGrpSpPr>
          <p:grpSpPr>
            <a:xfrm>
              <a:off x="-2025698" y="0"/>
              <a:ext cx="1872000" cy="4379495"/>
              <a:chOff x="-2025698" y="0"/>
              <a:chExt cx="1872000" cy="4379495"/>
            </a:xfrm>
          </p:grpSpPr>
          <p:grpSp>
            <p:nvGrpSpPr>
              <p:cNvPr id="18" name="Group 17">
                <a:extLst>
                  <a:ext uri="{FF2B5EF4-FFF2-40B4-BE49-F238E27FC236}">
                    <a16:creationId xmlns:a16="http://schemas.microsoft.com/office/drawing/2014/main" id="{697EB8BB-8E30-47E4-9F6A-B509810CBB42}"/>
                  </a:ext>
                </a:extLst>
              </p:cNvPr>
              <p:cNvGrpSpPr/>
              <p:nvPr userDrawn="1"/>
            </p:nvGrpSpPr>
            <p:grpSpPr>
              <a:xfrm>
                <a:off x="-2025698" y="0"/>
                <a:ext cx="1872000" cy="4379495"/>
                <a:chOff x="-2025698" y="0"/>
                <a:chExt cx="1872000" cy="4379495"/>
              </a:xfrm>
            </p:grpSpPr>
            <p:grpSp>
              <p:nvGrpSpPr>
                <p:cNvPr id="29" name="Group 28">
                  <a:extLst>
                    <a:ext uri="{FF2B5EF4-FFF2-40B4-BE49-F238E27FC236}">
                      <a16:creationId xmlns:a16="http://schemas.microsoft.com/office/drawing/2014/main" id="{0929F8E5-CDE1-42A8-8693-25DAE1D4E2D3}"/>
                    </a:ext>
                  </a:extLst>
                </p:cNvPr>
                <p:cNvGrpSpPr/>
                <p:nvPr/>
              </p:nvGrpSpPr>
              <p:grpSpPr>
                <a:xfrm>
                  <a:off x="-2025698" y="0"/>
                  <a:ext cx="1872000" cy="4379495"/>
                  <a:chOff x="-2025698" y="0"/>
                  <a:chExt cx="1872000" cy="4379495"/>
                </a:xfrm>
              </p:grpSpPr>
              <p:sp>
                <p:nvSpPr>
                  <p:cNvPr id="31" name="Rectangle 104">
                    <a:extLst>
                      <a:ext uri="{FF2B5EF4-FFF2-40B4-BE49-F238E27FC236}">
                        <a16:creationId xmlns:a16="http://schemas.microsoft.com/office/drawing/2014/main" id="{08570F99-E3ED-4EF1-A139-7DADEB0EE0D6}"/>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2" name="Rectangle 113">
                    <a:extLst>
                      <a:ext uri="{FF2B5EF4-FFF2-40B4-BE49-F238E27FC236}">
                        <a16:creationId xmlns:a16="http://schemas.microsoft.com/office/drawing/2014/main" id="{9ECC4CD5-4A3A-4DF6-865D-4D99A243D607}"/>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30" name="Rectangle 106">
                  <a:extLst>
                    <a:ext uri="{FF2B5EF4-FFF2-40B4-BE49-F238E27FC236}">
                      <a16:creationId xmlns:a16="http://schemas.microsoft.com/office/drawing/2014/main" id="{10245D2E-CC77-4086-BCC3-A0197F2B00B6}"/>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8" name="Picture 27">
                <a:extLst>
                  <a:ext uri="{FF2B5EF4-FFF2-40B4-BE49-F238E27FC236}">
                    <a16:creationId xmlns:a16="http://schemas.microsoft.com/office/drawing/2014/main" id="{DCEB81F8-C688-45FA-85DD-6E8D11CB8C40}"/>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17" name="Rectangle 16">
              <a:extLst>
                <a:ext uri="{FF2B5EF4-FFF2-40B4-BE49-F238E27FC236}">
                  <a16:creationId xmlns:a16="http://schemas.microsoft.com/office/drawing/2014/main" id="{370CB165-B0A0-4E1A-9D5E-123B279565A1}"/>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
        <p:nvSpPr>
          <p:cNvPr id="19" name="Text Placeholder 2">
            <a:extLst>
              <a:ext uri="{FF2B5EF4-FFF2-40B4-BE49-F238E27FC236}">
                <a16:creationId xmlns:a16="http://schemas.microsoft.com/office/drawing/2014/main" id="{926D1722-3F77-4621-AAEA-90FFC6FD7C31}"/>
              </a:ext>
            </a:extLst>
          </p:cNvPr>
          <p:cNvSpPr>
            <a:spLocks noGrp="1"/>
          </p:cNvSpPr>
          <p:nvPr>
            <p:ph idx="1" hasCustomPrompt="1"/>
          </p:nvPr>
        </p:nvSpPr>
        <p:spPr bwMode="gray">
          <a:xfrm>
            <a:off x="659008" y="1141197"/>
            <a:ext cx="10875600" cy="5058000"/>
          </a:xfrm>
          <a:prstGeom prst="rect">
            <a:avLst/>
          </a:prstGeom>
        </p:spPr>
        <p:txBody>
          <a:bodyPr vert="horz" lIns="0" tIns="0" rIns="0" bIns="0" rtlCol="0">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Tree>
    <p:extLst>
      <p:ext uri="{BB962C8B-B14F-4D97-AF65-F5344CB8AC3E}">
        <p14:creationId xmlns:p14="http://schemas.microsoft.com/office/powerpoint/2010/main" val="1366038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 slide with subtitle">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lvl1pPr>
              <a:defRPr b="0"/>
            </a:lvl1pPr>
          </a:lstStyle>
          <a:p>
            <a:fld id="{DDD2A080-DA64-4F5C-9131-47EB793B4410}" type="slidenum">
              <a:rPr lang="en-GB" smtClean="0"/>
              <a:pPr/>
              <a:t>‹#›</a:t>
            </a:fld>
            <a:endParaRPr lang="en-GB" dirty="0"/>
          </a:p>
        </p:txBody>
      </p:sp>
      <p:sp>
        <p:nvSpPr>
          <p:cNvPr id="7" name="Text Placeholder 10"/>
          <p:cNvSpPr>
            <a:spLocks noGrp="1"/>
          </p:cNvSpPr>
          <p:nvPr>
            <p:ph type="body" sz="quarter" idx="12" hasCustomPrompt="1"/>
          </p:nvPr>
        </p:nvSpPr>
        <p:spPr>
          <a:xfrm>
            <a:off x="659008" y="1141535"/>
            <a:ext cx="10875600" cy="572464"/>
          </a:xfrm>
        </p:spPr>
        <p:txBody>
          <a:bodyPr anchor="t" anchorCtr="0">
            <a:noAutofit/>
          </a:bodyPr>
          <a:lstStyle>
            <a:lvl1pPr>
              <a:lnSpc>
                <a:spcPct val="93000"/>
              </a:lnSpc>
              <a:defRPr sz="2000" b="1">
                <a:solidFill>
                  <a:schemeClr val="bg2"/>
                </a:solidFill>
              </a:defRPr>
            </a:lvl1pPr>
          </a:lstStyle>
          <a:p>
            <a:pPr lvl="0"/>
            <a:r>
              <a:rPr lang="en-GB" noProof="0" dirty="0"/>
              <a:t>Click to add subtitle</a:t>
            </a:r>
          </a:p>
        </p:txBody>
      </p:sp>
      <p:sp>
        <p:nvSpPr>
          <p:cNvPr id="3" name="Footer Placeholder 2">
            <a:extLst>
              <a:ext uri="{FF2B5EF4-FFF2-40B4-BE49-F238E27FC236}">
                <a16:creationId xmlns:a16="http://schemas.microsoft.com/office/drawing/2014/main" id="{C3111100-54E5-4485-8E21-C43D23A55DA0}"/>
              </a:ext>
            </a:extLst>
          </p:cNvPr>
          <p:cNvSpPr>
            <a:spLocks noGrp="1"/>
          </p:cNvSpPr>
          <p:nvPr>
            <p:ph type="ftr" sz="quarter" idx="13"/>
          </p:nvPr>
        </p:nvSpPr>
        <p:spPr/>
        <p:txBody>
          <a:bodyPr/>
          <a:lstStyle>
            <a:lvl1pPr>
              <a:defRPr b="0"/>
            </a:lvl1pPr>
          </a:lstStyle>
          <a:p>
            <a:endParaRPr lang="en-GB" noProof="0" dirty="0"/>
          </a:p>
        </p:txBody>
      </p:sp>
      <p:sp>
        <p:nvSpPr>
          <p:cNvPr id="8" name="Title 7">
            <a:extLst>
              <a:ext uri="{FF2B5EF4-FFF2-40B4-BE49-F238E27FC236}">
                <a16:creationId xmlns:a16="http://schemas.microsoft.com/office/drawing/2014/main" id="{CF7659DA-FD3C-4CDF-A0E4-B4D12DEA5B37}"/>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grpSp>
        <p:nvGrpSpPr>
          <p:cNvPr id="34" name="Group 33">
            <a:extLst>
              <a:ext uri="{FF2B5EF4-FFF2-40B4-BE49-F238E27FC236}">
                <a16:creationId xmlns:a16="http://schemas.microsoft.com/office/drawing/2014/main" id="{7771093A-BC85-4B88-BF7B-F331439BE777}"/>
              </a:ext>
            </a:extLst>
          </p:cNvPr>
          <p:cNvGrpSpPr/>
          <p:nvPr userDrawn="1"/>
        </p:nvGrpSpPr>
        <p:grpSpPr>
          <a:xfrm>
            <a:off x="-2368598" y="0"/>
            <a:ext cx="1872000" cy="4379495"/>
            <a:chOff x="-2025698" y="0"/>
            <a:chExt cx="1872000" cy="4379495"/>
          </a:xfrm>
        </p:grpSpPr>
        <p:grpSp>
          <p:nvGrpSpPr>
            <p:cNvPr id="35" name="Group 34">
              <a:extLst>
                <a:ext uri="{FF2B5EF4-FFF2-40B4-BE49-F238E27FC236}">
                  <a16:creationId xmlns:a16="http://schemas.microsoft.com/office/drawing/2014/main" id="{5263592C-66AB-4A74-B308-9E1319D0F213}"/>
                </a:ext>
              </a:extLst>
            </p:cNvPr>
            <p:cNvGrpSpPr/>
            <p:nvPr userDrawn="1"/>
          </p:nvGrpSpPr>
          <p:grpSpPr>
            <a:xfrm>
              <a:off x="-2025698" y="0"/>
              <a:ext cx="1872000" cy="4379495"/>
              <a:chOff x="-2025698" y="0"/>
              <a:chExt cx="1872000" cy="4379495"/>
            </a:xfrm>
          </p:grpSpPr>
          <p:grpSp>
            <p:nvGrpSpPr>
              <p:cNvPr id="37" name="Group 36">
                <a:extLst>
                  <a:ext uri="{FF2B5EF4-FFF2-40B4-BE49-F238E27FC236}">
                    <a16:creationId xmlns:a16="http://schemas.microsoft.com/office/drawing/2014/main" id="{65521BC6-B0B1-47FC-8A45-E37704780F58}"/>
                  </a:ext>
                </a:extLst>
              </p:cNvPr>
              <p:cNvGrpSpPr/>
              <p:nvPr userDrawn="1"/>
            </p:nvGrpSpPr>
            <p:grpSpPr>
              <a:xfrm>
                <a:off x="-2025698" y="0"/>
                <a:ext cx="1872000" cy="4379495"/>
                <a:chOff x="-2025698" y="0"/>
                <a:chExt cx="1872000" cy="4379495"/>
              </a:xfrm>
            </p:grpSpPr>
            <p:grpSp>
              <p:nvGrpSpPr>
                <p:cNvPr id="39" name="Group 38">
                  <a:extLst>
                    <a:ext uri="{FF2B5EF4-FFF2-40B4-BE49-F238E27FC236}">
                      <a16:creationId xmlns:a16="http://schemas.microsoft.com/office/drawing/2014/main" id="{5C5DABA4-0DD8-4B5A-8A7B-0CCE6C694CBF}"/>
                    </a:ext>
                  </a:extLst>
                </p:cNvPr>
                <p:cNvGrpSpPr/>
                <p:nvPr/>
              </p:nvGrpSpPr>
              <p:grpSpPr>
                <a:xfrm>
                  <a:off x="-2025698" y="0"/>
                  <a:ext cx="1872000" cy="4379495"/>
                  <a:chOff x="-2025698" y="0"/>
                  <a:chExt cx="1872000" cy="4379495"/>
                </a:xfrm>
              </p:grpSpPr>
              <p:sp>
                <p:nvSpPr>
                  <p:cNvPr id="41" name="Rectangle 104">
                    <a:extLst>
                      <a:ext uri="{FF2B5EF4-FFF2-40B4-BE49-F238E27FC236}">
                        <a16:creationId xmlns:a16="http://schemas.microsoft.com/office/drawing/2014/main" id="{5B04D489-BB95-4B3B-9C16-2E281A982737}"/>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42" name="Rectangle 113">
                    <a:extLst>
                      <a:ext uri="{FF2B5EF4-FFF2-40B4-BE49-F238E27FC236}">
                        <a16:creationId xmlns:a16="http://schemas.microsoft.com/office/drawing/2014/main" id="{C2E28519-7415-4B75-AAB7-A68994663521}"/>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40" name="Rectangle 106">
                  <a:extLst>
                    <a:ext uri="{FF2B5EF4-FFF2-40B4-BE49-F238E27FC236}">
                      <a16:creationId xmlns:a16="http://schemas.microsoft.com/office/drawing/2014/main" id="{13B5BA0C-E713-485E-90AA-23967691E25A}"/>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38" name="Picture 37">
                <a:extLst>
                  <a:ext uri="{FF2B5EF4-FFF2-40B4-BE49-F238E27FC236}">
                    <a16:creationId xmlns:a16="http://schemas.microsoft.com/office/drawing/2014/main" id="{85920960-4898-4371-8C28-E2976DF94355}"/>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36" name="Rectangle 35">
              <a:extLst>
                <a:ext uri="{FF2B5EF4-FFF2-40B4-BE49-F238E27FC236}">
                  <a16:creationId xmlns:a16="http://schemas.microsoft.com/office/drawing/2014/main" id="{714976BB-6C70-4E37-9A8D-2139DFCE2698}"/>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
        <p:nvSpPr>
          <p:cNvPr id="16" name="Text Placeholder 2">
            <a:extLst>
              <a:ext uri="{FF2B5EF4-FFF2-40B4-BE49-F238E27FC236}">
                <a16:creationId xmlns:a16="http://schemas.microsoft.com/office/drawing/2014/main" id="{12971146-2CB7-4BAC-8EE4-87D88E943238}"/>
              </a:ext>
            </a:extLst>
          </p:cNvPr>
          <p:cNvSpPr>
            <a:spLocks noGrp="1"/>
          </p:cNvSpPr>
          <p:nvPr>
            <p:ph idx="1" hasCustomPrompt="1"/>
          </p:nvPr>
        </p:nvSpPr>
        <p:spPr bwMode="gray">
          <a:xfrm>
            <a:off x="659008" y="1795636"/>
            <a:ext cx="10875600" cy="4403948"/>
          </a:xfrm>
          <a:prstGeom prst="rect">
            <a:avLst/>
          </a:prstGeom>
        </p:spPr>
        <p:txBody>
          <a:bodyPr vert="horz" lIns="0" tIns="0" rIns="0" bIns="0" rtlCol="0">
            <a:noAutofit/>
          </a:bodyPr>
          <a:lstStyle>
            <a:lvl1pPr>
              <a:defRPr sz="2000"/>
            </a:lvl1pPr>
            <a:lvl2pPr>
              <a:defRPr sz="2000"/>
            </a:lvl2pPr>
            <a:lvl3pPr>
              <a:defRPr sz="2000"/>
            </a:lvl3pPr>
            <a:lvl4pPr>
              <a:defRPr sz="2000"/>
            </a:lvl4pPr>
            <a:lvl5pPr>
              <a:defRPr sz="2000"/>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Tree>
    <p:extLst>
      <p:ext uri="{BB962C8B-B14F-4D97-AF65-F5344CB8AC3E}">
        <p14:creationId xmlns:p14="http://schemas.microsoft.com/office/powerpoint/2010/main" val="19998665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ullet slide">
    <p:spTree>
      <p:nvGrpSpPr>
        <p:cNvPr id="1" name=""/>
        <p:cNvGrpSpPr/>
        <p:nvPr/>
      </p:nvGrpSpPr>
      <p:grpSpPr>
        <a:xfrm>
          <a:off x="0" y="0"/>
          <a:ext cx="0" cy="0"/>
          <a:chOff x="0" y="0"/>
          <a:chExt cx="0" cy="0"/>
        </a:xfrm>
      </p:grpSpPr>
      <p:sp>
        <p:nvSpPr>
          <p:cNvPr id="9" name="Text Placeholder 2"/>
          <p:cNvSpPr>
            <a:spLocks noGrp="1"/>
          </p:cNvSpPr>
          <p:nvPr>
            <p:ph idx="1" hasCustomPrompt="1"/>
          </p:nvPr>
        </p:nvSpPr>
        <p:spPr bwMode="gray">
          <a:xfrm>
            <a:off x="659008" y="1141197"/>
            <a:ext cx="10875600" cy="5058000"/>
          </a:xfrm>
          <a:prstGeom prst="rect">
            <a:avLst/>
          </a:prstGeom>
        </p:spPr>
        <p:txBody>
          <a:bodyPr vert="horz" lIns="0" tIns="0" rIns="0" bIns="0" rtlCol="0">
            <a:noAutofit/>
          </a:bodyPr>
          <a:lstStyle>
            <a:lvl1pPr marL="180000" indent="-180000">
              <a:buClr>
                <a:schemeClr val="accent1"/>
              </a:buClr>
              <a:buFontTx/>
              <a:buBlip>
                <a:blip r:embed="rId2">
                  <a:extLst>
                    <a:ext uri="{96DAC541-7B7A-43D3-8B79-37D633B846F1}">
                      <asvg:svgBlip xmlns:asvg="http://schemas.microsoft.com/office/drawing/2016/SVG/main" r:embed="rId3"/>
                    </a:ext>
                  </a:extLst>
                </a:blip>
              </a:buBlip>
              <a:defRPr/>
            </a:lvl1pPr>
            <a:lvl2pPr marL="360000" indent="-180000">
              <a:buClr>
                <a:schemeClr val="accent2"/>
              </a:buClr>
              <a:buFontTx/>
              <a:buBlip>
                <a:blip r:embed="rId4">
                  <a:extLst>
                    <a:ext uri="{96DAC541-7B7A-43D3-8B79-37D633B846F1}">
                      <asvg:svgBlip xmlns:asvg="http://schemas.microsoft.com/office/drawing/2016/SVG/main" r:embed="rId5"/>
                    </a:ext>
                  </a:extLst>
                </a:blip>
              </a:buBlip>
              <a:defRPr/>
            </a:lvl2pPr>
            <a:lvl3pPr marL="540000" indent="-180000">
              <a:buClr>
                <a:schemeClr val="accent3"/>
              </a:buClr>
              <a:buFontTx/>
              <a:buBlip>
                <a:blip r:embed="rId6">
                  <a:extLst>
                    <a:ext uri="{96DAC541-7B7A-43D3-8B79-37D633B846F1}">
                      <asvg:svgBlip xmlns:asvg="http://schemas.microsoft.com/office/drawing/2016/SVG/main" r:embed="rId7"/>
                    </a:ext>
                  </a:extLst>
                </a:blip>
              </a:buBlip>
              <a:defRPr/>
            </a:lvl3pPr>
            <a:lvl4pPr marL="720000" indent="-180000">
              <a:buClr>
                <a:schemeClr val="accent4"/>
              </a:buClr>
              <a:buFontTx/>
              <a:buBlip>
                <a:blip r:embed="rId8">
                  <a:extLst>
                    <a:ext uri="{96DAC541-7B7A-43D3-8B79-37D633B846F1}">
                      <asvg:svgBlip xmlns:asvg="http://schemas.microsoft.com/office/drawing/2016/SVG/main" r:embed="rId9"/>
                    </a:ext>
                  </a:extLst>
                </a:blip>
              </a:buBlip>
              <a:defRPr/>
            </a:lvl4pPr>
            <a:lvl5pPr marL="900000" indent="-180000">
              <a:buClr>
                <a:schemeClr val="accent5"/>
              </a:buClr>
              <a:buFontTx/>
              <a:buBlip>
                <a:blip r:embed="rId10">
                  <a:extLst>
                    <a:ext uri="{96DAC541-7B7A-43D3-8B79-37D633B846F1}">
                      <asvg:svgBlip xmlns:asvg="http://schemas.microsoft.com/office/drawing/2016/SVG/main" r:embed="rId11"/>
                    </a:ext>
                  </a:extLst>
                </a:blip>
              </a:buBlip>
              <a:defRPr/>
            </a:lvl5pPr>
            <a:lvl6pPr marL="1080000" indent="-180000">
              <a:lnSpc>
                <a:spcPct val="93000"/>
              </a:lnSpc>
              <a:spcBef>
                <a:spcPts val="0"/>
              </a:spcBef>
              <a:buFontTx/>
              <a:buBlip>
                <a:blip r:embed="rId12">
                  <a:extLst>
                    <a:ext uri="{96DAC541-7B7A-43D3-8B79-37D633B846F1}">
                      <asvg:svgBlip xmlns:asvg="http://schemas.microsoft.com/office/drawing/2016/SVG/main" r:embed="rId13"/>
                    </a:ext>
                  </a:extLst>
                </a:blip>
              </a:buBlip>
              <a:defRPr sz="2000"/>
            </a:lvl6pPr>
            <a:lvl7pPr marL="1260000" indent="-180000">
              <a:lnSpc>
                <a:spcPct val="93000"/>
              </a:lnSpc>
              <a:spcBef>
                <a:spcPts val="0"/>
              </a:spcBef>
              <a:buFontTx/>
              <a:buBlip>
                <a:blip r:embed="rId14">
                  <a:extLst>
                    <a:ext uri="{96DAC541-7B7A-43D3-8B79-37D633B846F1}">
                      <asvg:svgBlip xmlns:asvg="http://schemas.microsoft.com/office/drawing/2016/SVG/main" r:embed="rId15"/>
                    </a:ext>
                  </a:extLst>
                </a:blip>
              </a:buBlip>
              <a:defRPr sz="2000"/>
            </a:lvl7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a:t>Fifth level</a:t>
            </a:r>
          </a:p>
          <a:p>
            <a:pPr lvl="5"/>
            <a:r>
              <a:rPr lang="en-GB" noProof="0"/>
              <a:t>Sixth level</a:t>
            </a:r>
          </a:p>
          <a:p>
            <a:pPr lvl="6"/>
            <a:r>
              <a:rPr lang="en-GB" noProof="0"/>
              <a:t>Seventh level</a:t>
            </a:r>
            <a:endParaRPr lang="en-GB" noProof="0" dirty="0"/>
          </a:p>
        </p:txBody>
      </p:sp>
      <p:sp>
        <p:nvSpPr>
          <p:cNvPr id="5" name="Slide Number Placeholder 4"/>
          <p:cNvSpPr>
            <a:spLocks noGrp="1"/>
          </p:cNvSpPr>
          <p:nvPr>
            <p:ph type="sldNum" sz="quarter" idx="11"/>
          </p:nvPr>
        </p:nvSpPr>
        <p:spPr/>
        <p:txBody>
          <a:bodyPr/>
          <a:lstStyle/>
          <a:p>
            <a:fld id="{DDD2A080-DA64-4F5C-9131-47EB793B4410}" type="slidenum">
              <a:rPr lang="en-GB" noProof="0" smtClean="0"/>
              <a:pPr/>
              <a:t>‹#›</a:t>
            </a:fld>
            <a:endParaRPr lang="en-GB" noProof="0" dirty="0"/>
          </a:p>
        </p:txBody>
      </p:sp>
      <p:sp>
        <p:nvSpPr>
          <p:cNvPr id="3" name="Footer Placeholder 2">
            <a:extLst>
              <a:ext uri="{FF2B5EF4-FFF2-40B4-BE49-F238E27FC236}">
                <a16:creationId xmlns:a16="http://schemas.microsoft.com/office/drawing/2014/main" id="{D200E7AA-C44B-426E-B459-FAE63DF6B45E}"/>
              </a:ext>
            </a:extLst>
          </p:cNvPr>
          <p:cNvSpPr>
            <a:spLocks noGrp="1"/>
          </p:cNvSpPr>
          <p:nvPr>
            <p:ph type="ftr" sz="quarter" idx="12"/>
          </p:nvPr>
        </p:nvSpPr>
        <p:spPr/>
        <p:txBody>
          <a:bodyPr/>
          <a:lstStyle>
            <a:lvl1pPr>
              <a:defRPr/>
            </a:lvl1pPr>
          </a:lstStyle>
          <a:p>
            <a:endParaRPr lang="en-GB" noProof="0"/>
          </a:p>
        </p:txBody>
      </p:sp>
      <p:sp>
        <p:nvSpPr>
          <p:cNvPr id="7" name="Title 6">
            <a:extLst>
              <a:ext uri="{FF2B5EF4-FFF2-40B4-BE49-F238E27FC236}">
                <a16:creationId xmlns:a16="http://schemas.microsoft.com/office/drawing/2014/main" id="{572D2BF4-B73D-41D9-ABBC-BA54F524221F}"/>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grpSp>
        <p:nvGrpSpPr>
          <p:cNvPr id="6" name="Group 5">
            <a:extLst>
              <a:ext uri="{FF2B5EF4-FFF2-40B4-BE49-F238E27FC236}">
                <a16:creationId xmlns:a16="http://schemas.microsoft.com/office/drawing/2014/main" id="{28518AE9-A05C-440E-B9E1-876EC28E1BD0}"/>
              </a:ext>
            </a:extLst>
          </p:cNvPr>
          <p:cNvGrpSpPr/>
          <p:nvPr userDrawn="1"/>
        </p:nvGrpSpPr>
        <p:grpSpPr>
          <a:xfrm>
            <a:off x="-2368598" y="0"/>
            <a:ext cx="1872000" cy="4379495"/>
            <a:chOff x="-2025698" y="0"/>
            <a:chExt cx="1872000" cy="4379495"/>
          </a:xfrm>
        </p:grpSpPr>
        <p:grpSp>
          <p:nvGrpSpPr>
            <p:cNvPr id="8" name="Group 7">
              <a:extLst>
                <a:ext uri="{FF2B5EF4-FFF2-40B4-BE49-F238E27FC236}">
                  <a16:creationId xmlns:a16="http://schemas.microsoft.com/office/drawing/2014/main" id="{D9DF109D-A8C2-4886-80B0-048F765CAB37}"/>
                </a:ext>
              </a:extLst>
            </p:cNvPr>
            <p:cNvGrpSpPr/>
            <p:nvPr userDrawn="1"/>
          </p:nvGrpSpPr>
          <p:grpSpPr>
            <a:xfrm>
              <a:off x="-2025698" y="0"/>
              <a:ext cx="1872000" cy="4379495"/>
              <a:chOff x="-2025698" y="0"/>
              <a:chExt cx="1872000" cy="4379495"/>
            </a:xfrm>
          </p:grpSpPr>
          <p:grpSp>
            <p:nvGrpSpPr>
              <p:cNvPr id="11" name="Group 10">
                <a:extLst>
                  <a:ext uri="{FF2B5EF4-FFF2-40B4-BE49-F238E27FC236}">
                    <a16:creationId xmlns:a16="http://schemas.microsoft.com/office/drawing/2014/main" id="{0480695D-2895-4499-A20D-9E1A9EEDC854}"/>
                  </a:ext>
                </a:extLst>
              </p:cNvPr>
              <p:cNvGrpSpPr/>
              <p:nvPr userDrawn="1"/>
            </p:nvGrpSpPr>
            <p:grpSpPr>
              <a:xfrm>
                <a:off x="-2025698" y="0"/>
                <a:ext cx="1872000" cy="4379495"/>
                <a:chOff x="-2025698" y="0"/>
                <a:chExt cx="1872000" cy="4379495"/>
              </a:xfrm>
            </p:grpSpPr>
            <p:grpSp>
              <p:nvGrpSpPr>
                <p:cNvPr id="13" name="Group 12">
                  <a:extLst>
                    <a:ext uri="{FF2B5EF4-FFF2-40B4-BE49-F238E27FC236}">
                      <a16:creationId xmlns:a16="http://schemas.microsoft.com/office/drawing/2014/main" id="{8FDDD35E-C14B-4A25-8CDC-FF3D2C373200}"/>
                    </a:ext>
                  </a:extLst>
                </p:cNvPr>
                <p:cNvGrpSpPr/>
                <p:nvPr/>
              </p:nvGrpSpPr>
              <p:grpSpPr>
                <a:xfrm>
                  <a:off x="-2025698" y="0"/>
                  <a:ext cx="1872000" cy="4379495"/>
                  <a:chOff x="-2025698" y="0"/>
                  <a:chExt cx="1872000" cy="4379495"/>
                </a:xfrm>
              </p:grpSpPr>
              <p:sp>
                <p:nvSpPr>
                  <p:cNvPr id="15" name="Rectangle 104">
                    <a:extLst>
                      <a:ext uri="{FF2B5EF4-FFF2-40B4-BE49-F238E27FC236}">
                        <a16:creationId xmlns:a16="http://schemas.microsoft.com/office/drawing/2014/main" id="{D5CE5D8E-9FD9-4A5B-89EB-A650D1C27FF4}"/>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16" name="Rectangle 113">
                    <a:extLst>
                      <a:ext uri="{FF2B5EF4-FFF2-40B4-BE49-F238E27FC236}">
                        <a16:creationId xmlns:a16="http://schemas.microsoft.com/office/drawing/2014/main" id="{A06B4935-D494-4304-AC9F-CD1905ED11B3}"/>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14" name="Rectangle 106">
                  <a:extLst>
                    <a:ext uri="{FF2B5EF4-FFF2-40B4-BE49-F238E27FC236}">
                      <a16:creationId xmlns:a16="http://schemas.microsoft.com/office/drawing/2014/main" id="{0FBBC0EA-00FB-4241-8D08-083F6FF05DB7}"/>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12" name="Picture 11">
                <a:extLst>
                  <a:ext uri="{FF2B5EF4-FFF2-40B4-BE49-F238E27FC236}">
                    <a16:creationId xmlns:a16="http://schemas.microsoft.com/office/drawing/2014/main" id="{3BEBDEE9-4DE3-4572-9ED1-61CE6B32A511}"/>
                  </a:ext>
                </a:extLst>
              </p:cNvPr>
              <p:cNvPicPr>
                <a:picLocks noChangeAspect="1"/>
              </p:cNvPicPr>
              <p:nvPr userDrawn="1"/>
            </p:nvPicPr>
            <p:blipFill>
              <a:blip r:embed="rId16"/>
              <a:srcRect/>
              <a:stretch/>
            </p:blipFill>
            <p:spPr>
              <a:xfrm>
                <a:off x="-1893936" y="1754883"/>
                <a:ext cx="1046211" cy="788945"/>
              </a:xfrm>
              <a:prstGeom prst="rect">
                <a:avLst/>
              </a:prstGeom>
            </p:spPr>
          </p:pic>
        </p:grpSp>
        <p:sp>
          <p:nvSpPr>
            <p:cNvPr id="10" name="Rectangle 9">
              <a:extLst>
                <a:ext uri="{FF2B5EF4-FFF2-40B4-BE49-F238E27FC236}">
                  <a16:creationId xmlns:a16="http://schemas.microsoft.com/office/drawing/2014/main" id="{2FFB253F-6D46-44AA-A75D-74AAE0E0BC05}"/>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11995106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full picture">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B75F6F7-FB67-4EC8-8492-B81B33A8C169}"/>
              </a:ext>
            </a:extLst>
          </p:cNvPr>
          <p:cNvGrpSpPr/>
          <p:nvPr userDrawn="1"/>
        </p:nvGrpSpPr>
        <p:grpSpPr>
          <a:xfrm>
            <a:off x="-435429" y="5878278"/>
            <a:ext cx="290286" cy="979713"/>
            <a:chOff x="-435429" y="5878278"/>
            <a:chExt cx="290286" cy="979713"/>
          </a:xfrm>
        </p:grpSpPr>
        <p:cxnSp>
          <p:nvCxnSpPr>
            <p:cNvPr id="15" name="Straight Connector 14">
              <a:extLst>
                <a:ext uri="{FF2B5EF4-FFF2-40B4-BE49-F238E27FC236}">
                  <a16:creationId xmlns:a16="http://schemas.microsoft.com/office/drawing/2014/main" id="{A087FD79-4C26-49F1-866C-EA798B35D4CC}"/>
                </a:ext>
              </a:extLst>
            </p:cNvPr>
            <p:cNvCxnSpPr/>
            <p:nvPr userDrawn="1"/>
          </p:nvCxnSpPr>
          <p:spPr>
            <a:xfrm>
              <a:off x="-435429" y="5878278"/>
              <a:ext cx="290286"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B7E1CC9-42C3-41DF-A063-2533A041EBD6}"/>
                </a:ext>
              </a:extLst>
            </p:cNvPr>
            <p:cNvCxnSpPr/>
            <p:nvPr userDrawn="1"/>
          </p:nvCxnSpPr>
          <p:spPr>
            <a:xfrm>
              <a:off x="-435429" y="6857991"/>
              <a:ext cx="290286"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grpSp>
      <p:cxnSp>
        <p:nvCxnSpPr>
          <p:cNvPr id="26" name="Straight Connector 25">
            <a:extLst>
              <a:ext uri="{FF2B5EF4-FFF2-40B4-BE49-F238E27FC236}">
                <a16:creationId xmlns:a16="http://schemas.microsoft.com/office/drawing/2014/main" id="{6AE355DD-C7E7-4A4E-B99F-2A9022930A62}"/>
              </a:ext>
            </a:extLst>
          </p:cNvPr>
          <p:cNvCxnSpPr/>
          <p:nvPr userDrawn="1"/>
        </p:nvCxnSpPr>
        <p:spPr>
          <a:xfrm>
            <a:off x="659028" y="7003142"/>
            <a:ext cx="0" cy="290284"/>
          </a:xfrm>
          <a:prstGeom prst="line">
            <a:avLst/>
          </a:prstGeom>
          <a:ln w="6350" cap="rnd">
            <a:solidFill>
              <a:srgbClr val="559BD1"/>
            </a:solidFill>
            <a:round/>
            <a:headEnd type="arrow"/>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325DB4B-BB6C-4E96-B97C-7F608E23A5FC}"/>
              </a:ext>
            </a:extLst>
          </p:cNvPr>
          <p:cNvSpPr txBox="1"/>
          <p:nvPr userDrawn="1"/>
        </p:nvSpPr>
        <p:spPr>
          <a:xfrm>
            <a:off x="577225" y="7319409"/>
            <a:ext cx="1575426" cy="226591"/>
          </a:xfrm>
          <a:prstGeom prst="rect">
            <a:avLst/>
          </a:prstGeom>
          <a:noFill/>
        </p:spPr>
        <p:txBody>
          <a:bodyPr wrap="square" lIns="36000" tIns="36000" rIns="36000" bIns="36000" rtlCol="0">
            <a:spAutoFit/>
          </a:bodyPr>
          <a:lstStyle/>
          <a:p>
            <a:r>
              <a:rPr lang="en-GB" sz="1000" b="0">
                <a:solidFill>
                  <a:srgbClr val="696969"/>
                </a:solidFill>
              </a:rPr>
              <a:t>Alignment indicator</a:t>
            </a:r>
            <a:endParaRPr lang="en-GB" sz="1000" b="0" dirty="0" err="1">
              <a:solidFill>
                <a:srgbClr val="696969"/>
              </a:solidFill>
            </a:endParaRPr>
          </a:p>
        </p:txBody>
      </p:sp>
      <p:pic>
        <p:nvPicPr>
          <p:cNvPr id="45" name="ING identifier">
            <a:extLst>
              <a:ext uri="{FF2B5EF4-FFF2-40B4-BE49-F238E27FC236}">
                <a16:creationId xmlns:a16="http://schemas.microsoft.com/office/drawing/2014/main" id="{EEE85C1B-203A-4958-A943-8138A468D04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544428" y="4964165"/>
            <a:ext cx="1647571" cy="1893836"/>
          </a:xfrm>
          <a:prstGeom prst="rect">
            <a:avLst/>
          </a:prstGeom>
        </p:spPr>
      </p:pic>
      <p:sp>
        <p:nvSpPr>
          <p:cNvPr id="7" name="Project Placeholder">
            <a:extLst>
              <a:ext uri="{FF2B5EF4-FFF2-40B4-BE49-F238E27FC236}">
                <a16:creationId xmlns:a16="http://schemas.microsoft.com/office/drawing/2014/main" id="{91CED5FC-8BD5-48C5-9E58-7BB378951BE7}"/>
              </a:ext>
            </a:extLst>
          </p:cNvPr>
          <p:cNvSpPr>
            <a:spLocks noGrp="1" noChangeAspect="1"/>
          </p:cNvSpPr>
          <p:nvPr>
            <p:ph type="pic" sz="quarter" idx="16" hasCustomPrompt="1"/>
          </p:nvPr>
        </p:nvSpPr>
        <p:spPr>
          <a:xfrm>
            <a:off x="658798" y="5896308"/>
            <a:ext cx="3857457" cy="961691"/>
          </a:xfrm>
        </p:spPr>
        <p:txBody>
          <a:bodyPr lIns="288000" tIns="108000" rIns="108000" bIns="108000" anchor="ctr" anchorCtr="0"/>
          <a:lstStyle>
            <a:lvl1pPr>
              <a:defRPr sz="1200">
                <a:solidFill>
                  <a:srgbClr val="A8A8A8"/>
                </a:solidFill>
              </a:defRPr>
            </a:lvl1pPr>
          </a:lstStyle>
          <a:p>
            <a:r>
              <a:rPr lang="en-GB" dirty="0"/>
              <a:t>Business or project wordmark </a:t>
            </a:r>
            <a:br>
              <a:rPr lang="en-GB" dirty="0"/>
            </a:br>
            <a:r>
              <a:rPr lang="en-GB" dirty="0"/>
              <a:t>placeholder</a:t>
            </a:r>
          </a:p>
        </p:txBody>
      </p:sp>
      <p:sp>
        <p:nvSpPr>
          <p:cNvPr id="22" name="Text Placeholder 2">
            <a:extLst>
              <a:ext uri="{FF2B5EF4-FFF2-40B4-BE49-F238E27FC236}">
                <a16:creationId xmlns:a16="http://schemas.microsoft.com/office/drawing/2014/main" id="{DE1C96E9-595E-4298-9E38-674AB1833A5D}"/>
              </a:ext>
            </a:extLst>
          </p:cNvPr>
          <p:cNvSpPr>
            <a:spLocks noGrp="1"/>
          </p:cNvSpPr>
          <p:nvPr>
            <p:ph type="body" sz="quarter" idx="14" hasCustomPrompt="1"/>
          </p:nvPr>
        </p:nvSpPr>
        <p:spPr>
          <a:xfrm>
            <a:off x="658999" y="5583940"/>
            <a:ext cx="5256000" cy="294302"/>
          </a:xfrm>
        </p:spPr>
        <p:txBody>
          <a:bodyPr wrap="square" lIns="0" tIns="0" rIns="36000" bIns="72000" anchor="t" anchorCtr="0">
            <a:sp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lang="en-GB" sz="1600" b="0" i="0" kern="1200" baseline="0" noProof="0" dirty="0" smtClean="0">
                <a:solidFill>
                  <a:schemeClr val="tx1"/>
                </a:solidFill>
                <a:latin typeface="+mn-lt"/>
                <a:ea typeface="+mn-ea"/>
                <a:cs typeface="ING Me" pitchFamily="2" charset="0"/>
              </a:defRPr>
            </a:lvl1pPr>
            <a:lvl2pPr>
              <a:defRPr sz="2200">
                <a:solidFill>
                  <a:srgbClr val="000000"/>
                </a:solidFill>
              </a:defRPr>
            </a:lvl2pPr>
            <a:lvl3pPr>
              <a:defRPr sz="2200">
                <a:solidFill>
                  <a:srgbClr val="000000"/>
                </a:solidFill>
              </a:defRPr>
            </a:lvl3pPr>
            <a:lvl4pPr>
              <a:defRPr sz="2200">
                <a:solidFill>
                  <a:srgbClr val="000000"/>
                </a:solidFill>
              </a:defRPr>
            </a:lvl4pPr>
            <a:lvl5pPr>
              <a:defRPr sz="2200">
                <a:solidFill>
                  <a:srgbClr val="000000"/>
                </a:solidFill>
              </a:defRPr>
            </a:lvl5pPr>
          </a:lstStyle>
          <a:p>
            <a:pPr lvl="0"/>
            <a:r>
              <a:rPr lang="en-GB" noProof="0" dirty="0"/>
              <a:t>Click to </a:t>
            </a:r>
            <a:r>
              <a:rPr lang="en-GB" noProof="0"/>
              <a:t>add date</a:t>
            </a:r>
          </a:p>
        </p:txBody>
      </p:sp>
      <p:sp>
        <p:nvSpPr>
          <p:cNvPr id="20" name="Subtitle 2">
            <a:extLst>
              <a:ext uri="{FF2B5EF4-FFF2-40B4-BE49-F238E27FC236}">
                <a16:creationId xmlns:a16="http://schemas.microsoft.com/office/drawing/2014/main" id="{A8EDA20D-6EDD-4B8B-AFF1-92BB2BB3A93D}"/>
              </a:ext>
            </a:extLst>
          </p:cNvPr>
          <p:cNvSpPr>
            <a:spLocks noGrp="1"/>
          </p:cNvSpPr>
          <p:nvPr>
            <p:ph type="subTitle" idx="1" hasCustomPrompt="1"/>
          </p:nvPr>
        </p:nvSpPr>
        <p:spPr bwMode="gray">
          <a:xfrm>
            <a:off x="658998" y="5276905"/>
            <a:ext cx="5256000" cy="294302"/>
          </a:xfrm>
        </p:spPr>
        <p:txBody>
          <a:bodyPr wrap="square" lIns="0" rIns="36000" bIns="72000" anchor="t" anchorCtr="0">
            <a:spAutoFit/>
          </a:bodyPr>
          <a:lstStyle>
            <a:lvl1pPr marL="0" indent="0" algn="l">
              <a:lnSpc>
                <a:spcPct val="90000"/>
              </a:lnSpc>
              <a:buNone/>
              <a:defRPr sz="1600" b="1" i="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noProof="0" dirty="0"/>
              <a:t>Click to add name of department and/</a:t>
            </a:r>
            <a:r>
              <a:rPr lang="en-GB" noProof="0"/>
              <a:t>or author</a:t>
            </a:r>
          </a:p>
        </p:txBody>
      </p:sp>
      <p:sp>
        <p:nvSpPr>
          <p:cNvPr id="156" name="Picture Placeholder 155">
            <a:extLst>
              <a:ext uri="{FF2B5EF4-FFF2-40B4-BE49-F238E27FC236}">
                <a16:creationId xmlns:a16="http://schemas.microsoft.com/office/drawing/2014/main" id="{7425731A-743F-4AF6-BD8E-C71C4F4E2EBD}"/>
              </a:ext>
            </a:extLst>
          </p:cNvPr>
          <p:cNvSpPr>
            <a:spLocks noGrp="1"/>
          </p:cNvSpPr>
          <p:nvPr>
            <p:ph type="pic" sz="quarter" idx="12"/>
          </p:nvPr>
        </p:nvSpPr>
        <p:spPr bwMode="gray">
          <a:xfrm>
            <a:off x="0" y="-176400"/>
            <a:ext cx="12192000" cy="5157745"/>
          </a:xfrm>
          <a:custGeom>
            <a:avLst/>
            <a:gdLst>
              <a:gd name="connsiteX0" fmla="*/ 0 w 12192000"/>
              <a:gd name="connsiteY0" fmla="*/ 0 h 5157745"/>
              <a:gd name="connsiteX1" fmla="*/ 12192000 w 12192000"/>
              <a:gd name="connsiteY1" fmla="*/ 0 h 5157745"/>
              <a:gd name="connsiteX2" fmla="*/ 12192000 w 12192000"/>
              <a:gd name="connsiteY2" fmla="*/ 5157745 h 5157745"/>
              <a:gd name="connsiteX3" fmla="*/ 191455 w 12192000"/>
              <a:gd name="connsiteY3" fmla="*/ 5157745 h 5157745"/>
              <a:gd name="connsiteX4" fmla="*/ 0 w 12192000"/>
              <a:gd name="connsiteY4" fmla="*/ 4966290 h 51577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57745">
                <a:moveTo>
                  <a:pt x="0" y="0"/>
                </a:moveTo>
                <a:lnTo>
                  <a:pt x="12192000" y="0"/>
                </a:lnTo>
                <a:lnTo>
                  <a:pt x="12192000" y="5157745"/>
                </a:lnTo>
                <a:lnTo>
                  <a:pt x="191455" y="5157745"/>
                </a:lnTo>
                <a:cubicBezTo>
                  <a:pt x="85717" y="5157745"/>
                  <a:pt x="0" y="5072028"/>
                  <a:pt x="0" y="4966290"/>
                </a:cubicBezTo>
                <a:close/>
              </a:path>
            </a:pathLst>
          </a:custGeom>
          <a:solidFill>
            <a:schemeClr val="accent2">
              <a:lumMod val="20000"/>
              <a:lumOff val="80000"/>
              <a:alpha val="10000"/>
            </a:schemeClr>
          </a:solidFill>
        </p:spPr>
        <p:txBody>
          <a:bodyPr wrap="square" lIns="2880000" tIns="0" anchor="ctr" anchorCtr="0">
            <a:noAutofit/>
          </a:bodyPr>
          <a:lstStyle>
            <a:lvl1pPr algn="ctr">
              <a:defRPr sz="1400" b="0"/>
            </a:lvl1pPr>
          </a:lstStyle>
          <a:p>
            <a:r>
              <a:rPr lang="en-US" noProof="0"/>
              <a:t>Click icon to add picture</a:t>
            </a:r>
            <a:endParaRPr lang="en-GB" noProof="0" dirty="0"/>
          </a:p>
        </p:txBody>
      </p:sp>
      <p:sp>
        <p:nvSpPr>
          <p:cNvPr id="21" name="Text Placeholder 6">
            <a:extLst>
              <a:ext uri="{FF2B5EF4-FFF2-40B4-BE49-F238E27FC236}">
                <a16:creationId xmlns:a16="http://schemas.microsoft.com/office/drawing/2014/main" id="{D70CDBB0-369C-45DE-9CC2-370E4C98C65F}"/>
              </a:ext>
            </a:extLst>
          </p:cNvPr>
          <p:cNvSpPr>
            <a:spLocks noGrp="1"/>
          </p:cNvSpPr>
          <p:nvPr>
            <p:ph type="body" sz="quarter" idx="11" hasCustomPrompt="1"/>
          </p:nvPr>
        </p:nvSpPr>
        <p:spPr bwMode="gray">
          <a:xfrm>
            <a:off x="990000" y="2448480"/>
            <a:ext cx="4786024" cy="732995"/>
          </a:xfrm>
          <a:prstGeom prst="roundRect">
            <a:avLst>
              <a:gd name="adj" fmla="val 13767"/>
            </a:avLst>
          </a:prstGeom>
          <a:solidFill>
            <a:srgbClr val="FF6200"/>
          </a:solidFill>
        </p:spPr>
        <p:txBody>
          <a:bodyPr wrap="none" lIns="108000" tIns="108000" rIns="108000" bIns="72000">
            <a:spAutoFit/>
          </a:bodyPr>
          <a:lstStyle>
            <a:lvl1pPr algn="l">
              <a:lnSpc>
                <a:spcPct val="90000"/>
              </a:lnSpc>
              <a:defRPr sz="3600" b="1">
                <a:solidFill>
                  <a:schemeClr val="bg1"/>
                </a:solidFill>
                <a:latin typeface="+mj-lt"/>
              </a:defRPr>
            </a:lvl1pPr>
          </a:lstStyle>
          <a:p>
            <a:pPr lvl="0"/>
            <a:r>
              <a:rPr lang="en-GB" noProof="0" dirty="0"/>
              <a:t>Click to add (sub)title</a:t>
            </a:r>
          </a:p>
        </p:txBody>
      </p:sp>
      <p:sp>
        <p:nvSpPr>
          <p:cNvPr id="19" name="Title 1">
            <a:extLst>
              <a:ext uri="{FF2B5EF4-FFF2-40B4-BE49-F238E27FC236}">
                <a16:creationId xmlns:a16="http://schemas.microsoft.com/office/drawing/2014/main" id="{2C9487CD-303C-46D0-A559-E815772F3479}"/>
              </a:ext>
            </a:extLst>
          </p:cNvPr>
          <p:cNvSpPr>
            <a:spLocks noGrp="1"/>
          </p:cNvSpPr>
          <p:nvPr>
            <p:ph type="ctrTitle" hasCustomPrompt="1"/>
          </p:nvPr>
        </p:nvSpPr>
        <p:spPr bwMode="gray">
          <a:xfrm>
            <a:off x="658799" y="1634860"/>
            <a:ext cx="3712436" cy="738000"/>
          </a:xfrm>
          <a:prstGeom prst="roundRect">
            <a:avLst>
              <a:gd name="adj" fmla="val 13767"/>
            </a:avLst>
          </a:prstGeom>
          <a:solidFill>
            <a:srgbClr val="FF6200"/>
          </a:solidFill>
        </p:spPr>
        <p:txBody>
          <a:bodyPr wrap="none" lIns="108000" tIns="108000" rIns="108000" bIns="72000" anchor="t" anchorCtr="0">
            <a:spAutoFit/>
          </a:bodyPr>
          <a:lstStyle>
            <a:lvl1pPr algn="l">
              <a:lnSpc>
                <a:spcPct val="90000"/>
              </a:lnSpc>
              <a:defRPr sz="3600">
                <a:solidFill>
                  <a:schemeClr val="bg1"/>
                </a:solidFill>
              </a:defRPr>
            </a:lvl1pPr>
          </a:lstStyle>
          <a:p>
            <a:r>
              <a:rPr lang="en-GB" noProof="0"/>
              <a:t>Click </a:t>
            </a:r>
            <a:r>
              <a:rPr lang="en-GB" noProof="0" dirty="0"/>
              <a:t>to </a:t>
            </a:r>
            <a:r>
              <a:rPr lang="en-GB" noProof="0"/>
              <a:t>add title</a:t>
            </a:r>
            <a:endParaRPr lang="en-GB" noProof="0" dirty="0"/>
          </a:p>
        </p:txBody>
      </p:sp>
      <p:sp>
        <p:nvSpPr>
          <p:cNvPr id="16" name="TextBox 15">
            <a:extLst>
              <a:ext uri="{FF2B5EF4-FFF2-40B4-BE49-F238E27FC236}">
                <a16:creationId xmlns:a16="http://schemas.microsoft.com/office/drawing/2014/main" id="{B1450CF4-29E1-4E2F-8200-290A7992276F}"/>
              </a:ext>
            </a:extLst>
          </p:cNvPr>
          <p:cNvSpPr txBox="1"/>
          <p:nvPr userDrawn="1"/>
        </p:nvSpPr>
        <p:spPr>
          <a:xfrm>
            <a:off x="-2261849" y="0"/>
            <a:ext cx="1826420" cy="1919363"/>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rgbClr val="696969"/>
                </a:solidFill>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a:solidFill>
                  <a:srgbClr val="696969"/>
                </a:solidFill>
              </a:rPr>
              <a:t>You can choose between covers with the ING logo or with the ING identifier. The identifier can be best applied in commercial and informal presentations, assuming it has significant brand recognition in your market, but is less suitable for formal information</a:t>
            </a:r>
            <a:endParaRPr lang="en-GB" sz="1000" b="0" dirty="0" err="1">
              <a:solidFill>
                <a:srgbClr val="696969"/>
              </a:solidFill>
            </a:endParaRPr>
          </a:p>
        </p:txBody>
      </p:sp>
      <p:sp>
        <p:nvSpPr>
          <p:cNvPr id="18" name="TextBox 17">
            <a:extLst>
              <a:ext uri="{FF2B5EF4-FFF2-40B4-BE49-F238E27FC236}">
                <a16:creationId xmlns:a16="http://schemas.microsoft.com/office/drawing/2014/main" id="{38BA3321-9936-456C-B89B-6FD2F1E8A37A}"/>
              </a:ext>
            </a:extLst>
          </p:cNvPr>
          <p:cNvSpPr txBox="1"/>
          <p:nvPr userDrawn="1"/>
        </p:nvSpPr>
        <p:spPr>
          <a:xfrm>
            <a:off x="-2261849" y="2123802"/>
            <a:ext cx="1826420" cy="4073798"/>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r>
              <a:rPr lang="en-US" sz="1000" b="0">
                <a:solidFill>
                  <a:srgbClr val="696969"/>
                </a:solidFill>
              </a:rPr>
              <a:t>Click </a:t>
            </a:r>
            <a:r>
              <a:rPr lang="en-US" sz="1000" b="0" dirty="0">
                <a:solidFill>
                  <a:srgbClr val="696969"/>
                </a:solidFill>
              </a:rPr>
              <a:t>on the existing photo, and choose 'Cut' via the right mouse button.</a:t>
            </a: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endParaRPr lang="en-US" sz="1000" b="0" dirty="0">
              <a:solidFill>
                <a:srgbClr val="696969"/>
              </a:solidFill>
            </a:endParaRP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r>
              <a:rPr lang="en-US" sz="1000" b="0">
                <a:solidFill>
                  <a:srgbClr val="696969"/>
                </a:solidFill>
              </a:rPr>
              <a:t>Select </a:t>
            </a:r>
            <a:r>
              <a:rPr lang="en-US" sz="1000" b="0" dirty="0">
                <a:solidFill>
                  <a:srgbClr val="696969"/>
                </a:solidFill>
              </a:rPr>
              <a:t>a photo from the last part of the PP file 'Useful elements, example slides and photos', or download a photo from the Media box &gt; Photos on the Brand Portal (https://brandportal.ing.com).</a:t>
            </a: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endParaRPr lang="en-US" sz="1000" b="0" dirty="0">
              <a:solidFill>
                <a:srgbClr val="696969"/>
              </a:solidFill>
            </a:endParaRP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r>
              <a:rPr lang="en-US" sz="1000" b="0">
                <a:solidFill>
                  <a:srgbClr val="696969"/>
                </a:solidFill>
              </a:rPr>
              <a:t>Copy </a:t>
            </a:r>
            <a:r>
              <a:rPr lang="en-US" sz="1000" b="0" dirty="0">
                <a:solidFill>
                  <a:srgbClr val="696969"/>
                </a:solidFill>
              </a:rPr>
              <a:t>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endParaRPr lang="en-US" sz="1000" b="0" dirty="0">
              <a:solidFill>
                <a:srgbClr val="696969"/>
              </a:solidFill>
            </a:endParaRP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r>
              <a:rPr lang="en-US" sz="1000" b="0">
                <a:solidFill>
                  <a:srgbClr val="696969"/>
                </a:solidFill>
              </a:rPr>
              <a:t>Finally</a:t>
            </a:r>
            <a:r>
              <a:rPr lang="en-US" sz="1000" b="0" dirty="0">
                <a:solidFill>
                  <a:srgbClr val="696969"/>
                </a:solidFill>
              </a:rPr>
              <a:t>, click on the new picture and choose 'Move to Back' via the right mouse button to show the heading bars again.</a:t>
            </a:r>
            <a:endParaRPr lang="en-GB" sz="1000" b="0" dirty="0" err="1">
              <a:solidFill>
                <a:srgbClr val="696969"/>
              </a:solidFill>
            </a:endParaRPr>
          </a:p>
        </p:txBody>
      </p:sp>
    </p:spTree>
    <p:extLst>
      <p:ext uri="{BB962C8B-B14F-4D97-AF65-F5344CB8AC3E}">
        <p14:creationId xmlns:p14="http://schemas.microsoft.com/office/powerpoint/2010/main" val="22510561"/>
      </p:ext>
    </p:extLst>
  </p:cSld>
  <p:clrMapOvr>
    <a:masterClrMapping/>
  </p:clrMapOvr>
  <p:extLst>
    <p:ext uri="{DCECCB84-F9BA-43D5-87BE-67443E8EF086}">
      <p15:sldGuideLst xmlns:p15="http://schemas.microsoft.com/office/powerpoint/2012/main">
        <p15:guide id="1" orient="horz" pos="1491" userDrawn="1">
          <p15:clr>
            <a:srgbClr val="FBAE40"/>
          </p15:clr>
        </p15:guide>
        <p15:guide id="2" orient="horz" pos="1542" userDrawn="1">
          <p15:clr>
            <a:srgbClr val="FBAE40"/>
          </p15:clr>
        </p15:guide>
        <p15:guide id="3" orient="horz" pos="2006" userDrawn="1">
          <p15:clr>
            <a:srgbClr val="FBAE40"/>
          </p15:clr>
        </p15:guide>
        <p15:guide id="4" orient="horz" pos="2057"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full picture ING logo">
    <p:bg>
      <p:bgPr>
        <a:solidFill>
          <a:schemeClr val="bg1">
            <a:alpha val="10000"/>
          </a:schemeClr>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B75F6F7-FB67-4EC8-8492-B81B33A8C169}"/>
              </a:ext>
            </a:extLst>
          </p:cNvPr>
          <p:cNvGrpSpPr/>
          <p:nvPr userDrawn="1"/>
        </p:nvGrpSpPr>
        <p:grpSpPr>
          <a:xfrm>
            <a:off x="-435429" y="5878278"/>
            <a:ext cx="290286" cy="979713"/>
            <a:chOff x="-435429" y="5878278"/>
            <a:chExt cx="290286" cy="979713"/>
          </a:xfrm>
        </p:grpSpPr>
        <p:cxnSp>
          <p:nvCxnSpPr>
            <p:cNvPr id="15" name="Straight Connector 14">
              <a:extLst>
                <a:ext uri="{FF2B5EF4-FFF2-40B4-BE49-F238E27FC236}">
                  <a16:creationId xmlns:a16="http://schemas.microsoft.com/office/drawing/2014/main" id="{A087FD79-4C26-49F1-866C-EA798B35D4CC}"/>
                </a:ext>
              </a:extLst>
            </p:cNvPr>
            <p:cNvCxnSpPr/>
            <p:nvPr userDrawn="1"/>
          </p:nvCxnSpPr>
          <p:spPr>
            <a:xfrm>
              <a:off x="-435429" y="5878278"/>
              <a:ext cx="290286"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B7E1CC9-42C3-41DF-A063-2533A041EBD6}"/>
                </a:ext>
              </a:extLst>
            </p:cNvPr>
            <p:cNvCxnSpPr/>
            <p:nvPr userDrawn="1"/>
          </p:nvCxnSpPr>
          <p:spPr>
            <a:xfrm>
              <a:off x="-435429" y="6857991"/>
              <a:ext cx="290286"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grpSp>
      <p:cxnSp>
        <p:nvCxnSpPr>
          <p:cNvPr id="26" name="Straight Connector 25">
            <a:extLst>
              <a:ext uri="{FF2B5EF4-FFF2-40B4-BE49-F238E27FC236}">
                <a16:creationId xmlns:a16="http://schemas.microsoft.com/office/drawing/2014/main" id="{6AE355DD-C7E7-4A4E-B99F-2A9022930A62}"/>
              </a:ext>
            </a:extLst>
          </p:cNvPr>
          <p:cNvCxnSpPr/>
          <p:nvPr userDrawn="1"/>
        </p:nvCxnSpPr>
        <p:spPr>
          <a:xfrm>
            <a:off x="659028" y="7003142"/>
            <a:ext cx="0" cy="290284"/>
          </a:xfrm>
          <a:prstGeom prst="line">
            <a:avLst/>
          </a:prstGeom>
          <a:ln w="6350" cap="rnd">
            <a:solidFill>
              <a:srgbClr val="559BD1"/>
            </a:solidFill>
            <a:round/>
            <a:headEnd type="arrow"/>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325DB4B-BB6C-4E96-B97C-7F608E23A5FC}"/>
              </a:ext>
            </a:extLst>
          </p:cNvPr>
          <p:cNvSpPr txBox="1"/>
          <p:nvPr userDrawn="1"/>
        </p:nvSpPr>
        <p:spPr>
          <a:xfrm>
            <a:off x="577225" y="7319409"/>
            <a:ext cx="1575426" cy="226591"/>
          </a:xfrm>
          <a:prstGeom prst="rect">
            <a:avLst/>
          </a:prstGeom>
          <a:noFill/>
        </p:spPr>
        <p:txBody>
          <a:bodyPr wrap="square" lIns="36000" tIns="36000" rIns="36000" bIns="36000" rtlCol="0">
            <a:spAutoFit/>
          </a:bodyPr>
          <a:lstStyle/>
          <a:p>
            <a:r>
              <a:rPr lang="en-GB" sz="1000" b="0">
                <a:solidFill>
                  <a:srgbClr val="696969"/>
                </a:solidFill>
              </a:rPr>
              <a:t>Alignment indicator</a:t>
            </a:r>
            <a:endParaRPr lang="en-GB" sz="1000" b="0" dirty="0" err="1">
              <a:solidFill>
                <a:srgbClr val="696969"/>
              </a:solidFill>
            </a:endParaRPr>
          </a:p>
        </p:txBody>
      </p:sp>
      <p:pic>
        <p:nvPicPr>
          <p:cNvPr id="25" name="ING logo">
            <a:extLst>
              <a:ext uri="{FF2B5EF4-FFF2-40B4-BE49-F238E27FC236}">
                <a16:creationId xmlns:a16="http://schemas.microsoft.com/office/drawing/2014/main" id="{9E0C486C-31FE-42C0-85B9-EBE13E28A0E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055361" y="6088977"/>
            <a:ext cx="1807116" cy="449934"/>
          </a:xfrm>
          <a:prstGeom prst="rect">
            <a:avLst/>
          </a:prstGeom>
        </p:spPr>
      </p:pic>
      <p:sp>
        <p:nvSpPr>
          <p:cNvPr id="22" name="Text Placeholder 2">
            <a:extLst>
              <a:ext uri="{FF2B5EF4-FFF2-40B4-BE49-F238E27FC236}">
                <a16:creationId xmlns:a16="http://schemas.microsoft.com/office/drawing/2014/main" id="{DE1C96E9-595E-4298-9E38-674AB1833A5D}"/>
              </a:ext>
            </a:extLst>
          </p:cNvPr>
          <p:cNvSpPr>
            <a:spLocks noGrp="1"/>
          </p:cNvSpPr>
          <p:nvPr>
            <p:ph type="body" sz="quarter" idx="14" hasCustomPrompt="1"/>
          </p:nvPr>
        </p:nvSpPr>
        <p:spPr>
          <a:xfrm>
            <a:off x="658798" y="5583940"/>
            <a:ext cx="5256000" cy="294302"/>
          </a:xfrm>
        </p:spPr>
        <p:txBody>
          <a:bodyPr wrap="square" lIns="0" tIns="0" rIns="36000" bIns="72000" anchor="t" anchorCtr="0">
            <a:sp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lang="en-GB" sz="1600" b="0" i="0" kern="1200" baseline="0" noProof="0" dirty="0" smtClean="0">
                <a:solidFill>
                  <a:schemeClr val="tx1"/>
                </a:solidFill>
                <a:latin typeface="+mn-lt"/>
                <a:ea typeface="+mn-ea"/>
                <a:cs typeface="ING Me" pitchFamily="2" charset="0"/>
              </a:defRPr>
            </a:lvl1pPr>
            <a:lvl2pPr>
              <a:defRPr sz="2200">
                <a:solidFill>
                  <a:srgbClr val="000000"/>
                </a:solidFill>
              </a:defRPr>
            </a:lvl2pPr>
            <a:lvl3pPr>
              <a:defRPr sz="2200">
                <a:solidFill>
                  <a:srgbClr val="000000"/>
                </a:solidFill>
              </a:defRPr>
            </a:lvl3pPr>
            <a:lvl4pPr>
              <a:defRPr sz="2200">
                <a:solidFill>
                  <a:srgbClr val="000000"/>
                </a:solidFill>
              </a:defRPr>
            </a:lvl4pPr>
            <a:lvl5pPr>
              <a:defRPr sz="2200">
                <a:solidFill>
                  <a:srgbClr val="000000"/>
                </a:solidFill>
              </a:defRPr>
            </a:lvl5pPr>
          </a:lstStyle>
          <a:p>
            <a:pPr lvl="0"/>
            <a:r>
              <a:rPr lang="en-GB" noProof="0" dirty="0"/>
              <a:t>Click to </a:t>
            </a:r>
            <a:r>
              <a:rPr lang="en-GB" noProof="0"/>
              <a:t>add date</a:t>
            </a:r>
          </a:p>
        </p:txBody>
      </p:sp>
      <p:sp>
        <p:nvSpPr>
          <p:cNvPr id="20" name="Subtitle 2">
            <a:extLst>
              <a:ext uri="{FF2B5EF4-FFF2-40B4-BE49-F238E27FC236}">
                <a16:creationId xmlns:a16="http://schemas.microsoft.com/office/drawing/2014/main" id="{A8EDA20D-6EDD-4B8B-AFF1-92BB2BB3A93D}"/>
              </a:ext>
            </a:extLst>
          </p:cNvPr>
          <p:cNvSpPr>
            <a:spLocks noGrp="1"/>
          </p:cNvSpPr>
          <p:nvPr>
            <p:ph type="subTitle" idx="1" hasCustomPrompt="1"/>
          </p:nvPr>
        </p:nvSpPr>
        <p:spPr bwMode="gray">
          <a:xfrm>
            <a:off x="658798" y="5276905"/>
            <a:ext cx="5256000" cy="294302"/>
          </a:xfrm>
        </p:spPr>
        <p:txBody>
          <a:bodyPr wrap="square" lIns="0" rIns="36000" bIns="72000" anchor="t" anchorCtr="0">
            <a:spAutoFit/>
          </a:bodyPr>
          <a:lstStyle>
            <a:lvl1pPr marL="0" indent="0" algn="l">
              <a:lnSpc>
                <a:spcPct val="90000"/>
              </a:lnSpc>
              <a:buNone/>
              <a:defRPr sz="1600" b="1" i="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noProof="0" dirty="0"/>
              <a:t>Click to add name of department and/</a:t>
            </a:r>
            <a:r>
              <a:rPr lang="en-GB" noProof="0"/>
              <a:t>or author</a:t>
            </a:r>
          </a:p>
        </p:txBody>
      </p:sp>
      <p:sp>
        <p:nvSpPr>
          <p:cNvPr id="29" name="Picture Placeholder 28">
            <a:extLst>
              <a:ext uri="{FF2B5EF4-FFF2-40B4-BE49-F238E27FC236}">
                <a16:creationId xmlns:a16="http://schemas.microsoft.com/office/drawing/2014/main" id="{A6006EC7-B988-467E-8549-F0245BF57349}"/>
              </a:ext>
            </a:extLst>
          </p:cNvPr>
          <p:cNvSpPr>
            <a:spLocks noGrp="1"/>
          </p:cNvSpPr>
          <p:nvPr>
            <p:ph type="pic" sz="quarter" idx="12"/>
          </p:nvPr>
        </p:nvSpPr>
        <p:spPr bwMode="gray">
          <a:xfrm>
            <a:off x="0" y="-176400"/>
            <a:ext cx="12192000" cy="5157745"/>
          </a:xfrm>
          <a:custGeom>
            <a:avLst/>
            <a:gdLst>
              <a:gd name="connsiteX0" fmla="*/ 0 w 12192000"/>
              <a:gd name="connsiteY0" fmla="*/ 0 h 5157745"/>
              <a:gd name="connsiteX1" fmla="*/ 12192000 w 12192000"/>
              <a:gd name="connsiteY1" fmla="*/ 0 h 5157745"/>
              <a:gd name="connsiteX2" fmla="*/ 12192000 w 12192000"/>
              <a:gd name="connsiteY2" fmla="*/ 5157745 h 5157745"/>
              <a:gd name="connsiteX3" fmla="*/ 191455 w 12192000"/>
              <a:gd name="connsiteY3" fmla="*/ 5157745 h 5157745"/>
              <a:gd name="connsiteX4" fmla="*/ 0 w 12192000"/>
              <a:gd name="connsiteY4" fmla="*/ 4966290 h 51577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57745">
                <a:moveTo>
                  <a:pt x="0" y="0"/>
                </a:moveTo>
                <a:lnTo>
                  <a:pt x="12192000" y="0"/>
                </a:lnTo>
                <a:lnTo>
                  <a:pt x="12192000" y="5157745"/>
                </a:lnTo>
                <a:lnTo>
                  <a:pt x="191455" y="5157745"/>
                </a:lnTo>
                <a:cubicBezTo>
                  <a:pt x="85717" y="5157745"/>
                  <a:pt x="0" y="5072028"/>
                  <a:pt x="0" y="4966290"/>
                </a:cubicBezTo>
                <a:close/>
              </a:path>
            </a:pathLst>
          </a:custGeom>
          <a:solidFill>
            <a:schemeClr val="accent2">
              <a:lumMod val="20000"/>
              <a:lumOff val="80000"/>
              <a:alpha val="10000"/>
            </a:schemeClr>
          </a:solidFill>
        </p:spPr>
        <p:txBody>
          <a:bodyPr wrap="square" lIns="2880000" tIns="0" anchor="ctr" anchorCtr="0">
            <a:noAutofit/>
          </a:bodyPr>
          <a:lstStyle>
            <a:lvl1pPr algn="ctr">
              <a:defRPr sz="1400" b="0"/>
            </a:lvl1pPr>
          </a:lstStyle>
          <a:p>
            <a:r>
              <a:rPr lang="en-US" noProof="0"/>
              <a:t>Click icon to add picture</a:t>
            </a:r>
            <a:endParaRPr lang="en-GB" noProof="0" dirty="0"/>
          </a:p>
        </p:txBody>
      </p:sp>
      <p:sp>
        <p:nvSpPr>
          <p:cNvPr id="21" name="Text Placeholder 6">
            <a:extLst>
              <a:ext uri="{FF2B5EF4-FFF2-40B4-BE49-F238E27FC236}">
                <a16:creationId xmlns:a16="http://schemas.microsoft.com/office/drawing/2014/main" id="{D70CDBB0-369C-45DE-9CC2-370E4C98C65F}"/>
              </a:ext>
            </a:extLst>
          </p:cNvPr>
          <p:cNvSpPr>
            <a:spLocks noGrp="1"/>
          </p:cNvSpPr>
          <p:nvPr>
            <p:ph type="body" sz="quarter" idx="11" hasCustomPrompt="1"/>
          </p:nvPr>
        </p:nvSpPr>
        <p:spPr bwMode="gray">
          <a:xfrm>
            <a:off x="990000" y="2448480"/>
            <a:ext cx="4786024" cy="732995"/>
          </a:xfrm>
          <a:prstGeom prst="roundRect">
            <a:avLst>
              <a:gd name="adj" fmla="val 13767"/>
            </a:avLst>
          </a:prstGeom>
          <a:solidFill>
            <a:srgbClr val="FF6200"/>
          </a:solidFill>
        </p:spPr>
        <p:txBody>
          <a:bodyPr wrap="none" lIns="108000" tIns="108000" rIns="108000" bIns="72000">
            <a:spAutoFit/>
          </a:bodyPr>
          <a:lstStyle>
            <a:lvl1pPr algn="l">
              <a:lnSpc>
                <a:spcPct val="90000"/>
              </a:lnSpc>
              <a:defRPr sz="3600" b="1">
                <a:solidFill>
                  <a:schemeClr val="bg1"/>
                </a:solidFill>
                <a:latin typeface="+mj-lt"/>
              </a:defRPr>
            </a:lvl1pPr>
          </a:lstStyle>
          <a:p>
            <a:pPr lvl="0"/>
            <a:r>
              <a:rPr lang="en-GB" noProof="0" dirty="0"/>
              <a:t>Click to add (sub)title</a:t>
            </a:r>
          </a:p>
        </p:txBody>
      </p:sp>
      <p:sp>
        <p:nvSpPr>
          <p:cNvPr id="19" name="Title 1">
            <a:extLst>
              <a:ext uri="{FF2B5EF4-FFF2-40B4-BE49-F238E27FC236}">
                <a16:creationId xmlns:a16="http://schemas.microsoft.com/office/drawing/2014/main" id="{2C9487CD-303C-46D0-A559-E815772F3479}"/>
              </a:ext>
            </a:extLst>
          </p:cNvPr>
          <p:cNvSpPr>
            <a:spLocks noGrp="1"/>
          </p:cNvSpPr>
          <p:nvPr>
            <p:ph type="ctrTitle" hasCustomPrompt="1"/>
          </p:nvPr>
        </p:nvSpPr>
        <p:spPr bwMode="gray">
          <a:xfrm>
            <a:off x="658800" y="1634399"/>
            <a:ext cx="3712436" cy="738000"/>
          </a:xfrm>
          <a:prstGeom prst="roundRect">
            <a:avLst>
              <a:gd name="adj" fmla="val 13767"/>
            </a:avLst>
          </a:prstGeom>
          <a:solidFill>
            <a:srgbClr val="FF6200"/>
          </a:solidFill>
        </p:spPr>
        <p:txBody>
          <a:bodyPr wrap="none" lIns="108000" tIns="108000" rIns="108000" bIns="72000" anchor="t" anchorCtr="0">
            <a:spAutoFit/>
          </a:bodyPr>
          <a:lstStyle>
            <a:lvl1pPr algn="l">
              <a:lnSpc>
                <a:spcPct val="90000"/>
              </a:lnSpc>
              <a:defRPr sz="3600" b="1">
                <a:solidFill>
                  <a:schemeClr val="bg1"/>
                </a:solidFill>
                <a:latin typeface="+mj-lt"/>
              </a:defRPr>
            </a:lvl1pPr>
          </a:lstStyle>
          <a:p>
            <a:r>
              <a:rPr lang="en-GB" noProof="0" dirty="0"/>
              <a:t>Click to </a:t>
            </a:r>
            <a:r>
              <a:rPr lang="en-GB" noProof="0"/>
              <a:t>add title</a:t>
            </a:r>
            <a:endParaRPr lang="en-GB" noProof="0" dirty="0"/>
          </a:p>
        </p:txBody>
      </p:sp>
      <p:sp>
        <p:nvSpPr>
          <p:cNvPr id="28" name="Project Placeholder">
            <a:extLst>
              <a:ext uri="{FF2B5EF4-FFF2-40B4-BE49-F238E27FC236}">
                <a16:creationId xmlns:a16="http://schemas.microsoft.com/office/drawing/2014/main" id="{5E4AFE1E-9B76-42E0-A2EA-84F5D0E53D02}"/>
              </a:ext>
            </a:extLst>
          </p:cNvPr>
          <p:cNvSpPr>
            <a:spLocks noGrp="1" noChangeAspect="1"/>
          </p:cNvSpPr>
          <p:nvPr>
            <p:ph type="pic" sz="quarter" idx="16" hasCustomPrompt="1"/>
          </p:nvPr>
        </p:nvSpPr>
        <p:spPr>
          <a:xfrm>
            <a:off x="658798" y="5896309"/>
            <a:ext cx="3857408" cy="961679"/>
          </a:xfrm>
        </p:spPr>
        <p:txBody>
          <a:bodyPr lIns="288000" tIns="108000" rIns="108000" bIns="108000" anchor="ctr" anchorCtr="0"/>
          <a:lstStyle>
            <a:lvl1pPr>
              <a:defRPr sz="1200">
                <a:solidFill>
                  <a:srgbClr val="A8A8A8"/>
                </a:solidFill>
              </a:defRPr>
            </a:lvl1pPr>
          </a:lstStyle>
          <a:p>
            <a:r>
              <a:rPr lang="en-GB" dirty="0"/>
              <a:t>Business or project wordmark </a:t>
            </a:r>
            <a:br>
              <a:rPr lang="en-GB" dirty="0"/>
            </a:br>
            <a:r>
              <a:rPr lang="en-GB" dirty="0"/>
              <a:t>placeholder</a:t>
            </a:r>
          </a:p>
        </p:txBody>
      </p:sp>
      <p:sp>
        <p:nvSpPr>
          <p:cNvPr id="16" name="TextBox 15">
            <a:extLst>
              <a:ext uri="{FF2B5EF4-FFF2-40B4-BE49-F238E27FC236}">
                <a16:creationId xmlns:a16="http://schemas.microsoft.com/office/drawing/2014/main" id="{D6E113D3-2DD2-409B-B6A5-8210F7F82BD3}"/>
              </a:ext>
            </a:extLst>
          </p:cNvPr>
          <p:cNvSpPr txBox="1"/>
          <p:nvPr userDrawn="1"/>
        </p:nvSpPr>
        <p:spPr>
          <a:xfrm>
            <a:off x="-2261849" y="0"/>
            <a:ext cx="1826420" cy="1919363"/>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rgbClr val="696969"/>
                </a:solidFill>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a:solidFill>
                  <a:srgbClr val="696969"/>
                </a:solidFill>
              </a:rPr>
              <a:t>You can choose between covers with the ING logo or with the ING identifier. The identifier can be best applied in commercial and informal presentations, assuming it has significant brand recognition in your market, but is less suitable for formal information</a:t>
            </a:r>
            <a:endParaRPr lang="en-GB" sz="1000" b="0" dirty="0" err="1">
              <a:solidFill>
                <a:srgbClr val="696969"/>
              </a:solidFill>
            </a:endParaRPr>
          </a:p>
        </p:txBody>
      </p:sp>
      <p:sp>
        <p:nvSpPr>
          <p:cNvPr id="18" name="TextBox 17">
            <a:extLst>
              <a:ext uri="{FF2B5EF4-FFF2-40B4-BE49-F238E27FC236}">
                <a16:creationId xmlns:a16="http://schemas.microsoft.com/office/drawing/2014/main" id="{8CB8308A-E701-41F6-94DB-7B598273B2FF}"/>
              </a:ext>
            </a:extLst>
          </p:cNvPr>
          <p:cNvSpPr txBox="1"/>
          <p:nvPr userDrawn="1"/>
        </p:nvSpPr>
        <p:spPr>
          <a:xfrm>
            <a:off x="-2261849" y="2123802"/>
            <a:ext cx="1826420" cy="4073798"/>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r>
              <a:rPr lang="en-US" sz="1000" b="0">
                <a:solidFill>
                  <a:srgbClr val="696969"/>
                </a:solidFill>
              </a:rPr>
              <a:t>Click </a:t>
            </a:r>
            <a:r>
              <a:rPr lang="en-US" sz="1000" b="0" dirty="0">
                <a:solidFill>
                  <a:srgbClr val="696969"/>
                </a:solidFill>
              </a:rPr>
              <a:t>on the existing photo, and choose 'Cut' via the right mouse button.</a:t>
            </a: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endParaRPr lang="en-US" sz="1000" b="0" dirty="0">
              <a:solidFill>
                <a:srgbClr val="696969"/>
              </a:solidFill>
            </a:endParaRP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r>
              <a:rPr lang="en-US" sz="1000" b="0">
                <a:solidFill>
                  <a:srgbClr val="696969"/>
                </a:solidFill>
              </a:rPr>
              <a:t>Select </a:t>
            </a:r>
            <a:r>
              <a:rPr lang="en-US" sz="1000" b="0" dirty="0">
                <a:solidFill>
                  <a:srgbClr val="696969"/>
                </a:solidFill>
              </a:rPr>
              <a:t>a photo from the last part of the PP file 'Useful elements, example slides and photos', or download a photo from the Media box &gt; Photos on the Brand Portal (https://brandportal.ing.com).</a:t>
            </a: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endParaRPr lang="en-US" sz="1000" b="0" dirty="0">
              <a:solidFill>
                <a:srgbClr val="696969"/>
              </a:solidFill>
            </a:endParaRP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r>
              <a:rPr lang="en-US" sz="1000" b="0">
                <a:solidFill>
                  <a:srgbClr val="696969"/>
                </a:solidFill>
              </a:rPr>
              <a:t>Copy </a:t>
            </a:r>
            <a:r>
              <a:rPr lang="en-US" sz="1000" b="0" dirty="0">
                <a:solidFill>
                  <a:srgbClr val="696969"/>
                </a:solidFill>
              </a:rPr>
              <a:t>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endParaRPr lang="en-US" sz="1000" b="0" dirty="0">
              <a:solidFill>
                <a:srgbClr val="696969"/>
              </a:solidFill>
            </a:endParaRP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r>
              <a:rPr lang="en-US" sz="1000" b="0">
                <a:solidFill>
                  <a:srgbClr val="696969"/>
                </a:solidFill>
              </a:rPr>
              <a:t>Finally</a:t>
            </a:r>
            <a:r>
              <a:rPr lang="en-US" sz="1000" b="0" dirty="0">
                <a:solidFill>
                  <a:srgbClr val="696969"/>
                </a:solidFill>
              </a:rPr>
              <a:t>, click on the new picture and choose 'Move to Back' via the right mouse button to show the heading bars again.</a:t>
            </a:r>
            <a:endParaRPr lang="en-GB" sz="1000" b="0" dirty="0" err="1">
              <a:solidFill>
                <a:srgbClr val="696969"/>
              </a:solidFill>
            </a:endParaRPr>
          </a:p>
        </p:txBody>
      </p:sp>
    </p:spTree>
    <p:extLst>
      <p:ext uri="{BB962C8B-B14F-4D97-AF65-F5344CB8AC3E}">
        <p14:creationId xmlns:p14="http://schemas.microsoft.com/office/powerpoint/2010/main" val="2981768974"/>
      </p:ext>
    </p:extLst>
  </p:cSld>
  <p:clrMapOvr>
    <a:masterClrMapping/>
  </p:clrMapOvr>
  <p:extLst>
    <p:ext uri="{DCECCB84-F9BA-43D5-87BE-67443E8EF086}">
      <p15:sldGuideLst xmlns:p15="http://schemas.microsoft.com/office/powerpoint/2012/main">
        <p15:guide id="1" orient="horz" pos="1491" userDrawn="1">
          <p15:clr>
            <a:srgbClr val="FBAE40"/>
          </p15:clr>
        </p15:guide>
        <p15:guide id="2" orient="horz" pos="1542" userDrawn="1">
          <p15:clr>
            <a:srgbClr val="FBAE40"/>
          </p15:clr>
        </p15:guide>
        <p15:guide id="3" orient="horz" pos="2006" userDrawn="1">
          <p15:clr>
            <a:srgbClr val="FBAE40"/>
          </p15:clr>
        </p15:guide>
        <p15:guide id="4" orient="horz" pos="2057"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white ING logo">
    <p:bg bwMode="gray">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18D78F9-BB7D-40AA-8961-EB7AA360E747}"/>
              </a:ext>
            </a:extLst>
          </p:cNvPr>
          <p:cNvSpPr/>
          <p:nvPr userDrawn="1"/>
        </p:nvSpPr>
        <p:spPr>
          <a:xfrm>
            <a:off x="-2786743" y="-736600"/>
            <a:ext cx="17765486" cy="8331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dirty="0" err="1">
              <a:solidFill>
                <a:schemeClr val="tx1"/>
              </a:solidFill>
            </a:endParaRPr>
          </a:p>
        </p:txBody>
      </p:sp>
      <p:cxnSp>
        <p:nvCxnSpPr>
          <p:cNvPr id="10" name="Straight Connector 9">
            <a:extLst>
              <a:ext uri="{FF2B5EF4-FFF2-40B4-BE49-F238E27FC236}">
                <a16:creationId xmlns:a16="http://schemas.microsoft.com/office/drawing/2014/main" id="{8EDB157E-826F-4E03-8A69-685294EC5B1D}"/>
              </a:ext>
            </a:extLst>
          </p:cNvPr>
          <p:cNvCxnSpPr/>
          <p:nvPr userDrawn="1"/>
        </p:nvCxnSpPr>
        <p:spPr>
          <a:xfrm>
            <a:off x="659028" y="7003142"/>
            <a:ext cx="0" cy="290284"/>
          </a:xfrm>
          <a:prstGeom prst="line">
            <a:avLst/>
          </a:prstGeom>
          <a:ln w="6350" cap="rnd">
            <a:solidFill>
              <a:srgbClr val="559BD1"/>
            </a:solidFill>
            <a:round/>
            <a:head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73288B3-3A33-4122-B8B7-0142A71D1C97}"/>
              </a:ext>
            </a:extLst>
          </p:cNvPr>
          <p:cNvSpPr txBox="1"/>
          <p:nvPr userDrawn="1"/>
        </p:nvSpPr>
        <p:spPr>
          <a:xfrm>
            <a:off x="577225" y="7319409"/>
            <a:ext cx="1575426" cy="226591"/>
          </a:xfrm>
          <a:prstGeom prst="rect">
            <a:avLst/>
          </a:prstGeom>
          <a:noFill/>
        </p:spPr>
        <p:txBody>
          <a:bodyPr wrap="square" lIns="36000" tIns="36000" rIns="36000" bIns="36000" rtlCol="0">
            <a:spAutoFit/>
          </a:bodyPr>
          <a:lstStyle/>
          <a:p>
            <a:r>
              <a:rPr lang="en-GB" sz="1000" b="0">
                <a:solidFill>
                  <a:srgbClr val="696969"/>
                </a:solidFill>
              </a:rPr>
              <a:t>Alignment indicator</a:t>
            </a:r>
            <a:endParaRPr lang="en-GB" sz="1000" b="0" dirty="0" err="1">
              <a:solidFill>
                <a:srgbClr val="696969"/>
              </a:solidFill>
            </a:endParaRPr>
          </a:p>
        </p:txBody>
      </p:sp>
      <p:pic>
        <p:nvPicPr>
          <p:cNvPr id="12" name="ING logo">
            <a:extLst>
              <a:ext uri="{FF2B5EF4-FFF2-40B4-BE49-F238E27FC236}">
                <a16:creationId xmlns:a16="http://schemas.microsoft.com/office/drawing/2014/main" id="{4D97A26D-2654-4F2E-A196-B6096B1AEBA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055361" y="6088977"/>
            <a:ext cx="1807116" cy="449934"/>
          </a:xfrm>
          <a:prstGeom prst="rect">
            <a:avLst/>
          </a:prstGeom>
        </p:spPr>
      </p:pic>
      <p:sp>
        <p:nvSpPr>
          <p:cNvPr id="3" name="Text Placeholder 2">
            <a:extLst>
              <a:ext uri="{FF2B5EF4-FFF2-40B4-BE49-F238E27FC236}">
                <a16:creationId xmlns:a16="http://schemas.microsoft.com/office/drawing/2014/main" id="{F7D0D5B2-609E-47E4-8BC9-E79E8E4C625C}"/>
              </a:ext>
            </a:extLst>
          </p:cNvPr>
          <p:cNvSpPr>
            <a:spLocks noGrp="1"/>
          </p:cNvSpPr>
          <p:nvPr>
            <p:ph type="body" sz="quarter" idx="12" hasCustomPrompt="1"/>
          </p:nvPr>
        </p:nvSpPr>
        <p:spPr>
          <a:xfrm>
            <a:off x="658800" y="5583600"/>
            <a:ext cx="5256000" cy="294302"/>
          </a:xfrm>
        </p:spPr>
        <p:txBody>
          <a:bodyPr wrap="square" lIns="0" tIns="0" rIns="36000" bIns="72000" anchor="t" anchorCtr="0">
            <a:sp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lang="en-US" sz="1600" b="0" i="0" kern="1200" baseline="0" dirty="0" smtClean="0">
                <a:solidFill>
                  <a:schemeClr val="tx1"/>
                </a:solidFill>
                <a:latin typeface="+mn-lt"/>
                <a:ea typeface="+mn-ea"/>
                <a:cs typeface="ING Me" pitchFamily="2" charset="0"/>
              </a:defRPr>
            </a:lvl1pPr>
            <a:lvl2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2pPr>
            <a:lvl3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3pPr>
            <a:lvl4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4pPr>
            <a:lvl5pPr marL="0" indent="0" algn="l" defTabSz="914400" rtl="0" eaLnBrk="1" latinLnBrk="0" hangingPunct="1">
              <a:lnSpc>
                <a:spcPts val="2200"/>
              </a:lnSpc>
              <a:spcBef>
                <a:spcPts val="0"/>
              </a:spcBef>
              <a:spcAft>
                <a:spcPts val="0"/>
              </a:spcAft>
              <a:buFont typeface="Arial" panose="020B0604020202020204" pitchFamily="34" charset="0"/>
              <a:buNone/>
              <a:defRPr lang="nl-NL" sz="2000" b="0" i="0" kern="1200" baseline="0" dirty="0">
                <a:solidFill>
                  <a:schemeClr val="tx1"/>
                </a:solidFill>
                <a:latin typeface="+mn-lt"/>
                <a:ea typeface="+mn-ea"/>
                <a:cs typeface="ING Me" pitchFamily="2" charset="0"/>
              </a:defRPr>
            </a:lvl5pPr>
          </a:lstStyle>
          <a:p>
            <a:pPr lvl="0"/>
            <a:r>
              <a:rPr lang="en-GB" noProof="0" dirty="0"/>
              <a:t>Click to </a:t>
            </a:r>
            <a:r>
              <a:rPr lang="en-GB" noProof="0"/>
              <a:t>add date</a:t>
            </a:r>
          </a:p>
        </p:txBody>
      </p:sp>
      <p:sp>
        <p:nvSpPr>
          <p:cNvPr id="26" name="Subtitle 2"/>
          <p:cNvSpPr>
            <a:spLocks noGrp="1"/>
          </p:cNvSpPr>
          <p:nvPr>
            <p:ph type="subTitle" idx="1" hasCustomPrompt="1"/>
          </p:nvPr>
        </p:nvSpPr>
        <p:spPr bwMode="gray">
          <a:xfrm>
            <a:off x="658800" y="5277600"/>
            <a:ext cx="5256000" cy="294302"/>
          </a:xfrm>
        </p:spPr>
        <p:txBody>
          <a:bodyPr wrap="square" lIns="0" tIns="0" rIns="36000" bIns="72000" anchor="t" anchorCtr="0">
            <a:spAutoFit/>
          </a:bodyPr>
          <a:lstStyle>
            <a:lvl1pPr marL="0" indent="0" algn="l">
              <a:lnSpc>
                <a:spcPct val="90000"/>
              </a:lnSpc>
              <a:buNone/>
              <a:defRPr sz="1600" b="1" i="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noProof="0"/>
              <a:t>Click to add name of department and/or author</a:t>
            </a:r>
          </a:p>
        </p:txBody>
      </p:sp>
      <p:sp>
        <p:nvSpPr>
          <p:cNvPr id="27" name="Text Placeholder 6"/>
          <p:cNvSpPr>
            <a:spLocks noGrp="1"/>
          </p:cNvSpPr>
          <p:nvPr>
            <p:ph type="body" sz="quarter" idx="11" hasCustomPrompt="1"/>
          </p:nvPr>
        </p:nvSpPr>
        <p:spPr bwMode="gray">
          <a:xfrm>
            <a:off x="990000" y="2448000"/>
            <a:ext cx="4786024" cy="732995"/>
          </a:xfrm>
          <a:prstGeom prst="roundRect">
            <a:avLst>
              <a:gd name="adj" fmla="val 13767"/>
            </a:avLst>
          </a:prstGeom>
          <a:solidFill>
            <a:srgbClr val="FF6200"/>
          </a:solidFill>
        </p:spPr>
        <p:txBody>
          <a:bodyPr wrap="none" lIns="108000" tIns="108000" rIns="108000" bIns="72000" anchor="t" anchorCtr="0">
            <a:spAutoFit/>
          </a:bodyPr>
          <a:lstStyle>
            <a:lvl1pPr>
              <a:lnSpc>
                <a:spcPct val="90000"/>
              </a:lnSpc>
              <a:spcBef>
                <a:spcPts val="0"/>
              </a:spcBef>
              <a:defRPr sz="3600" b="1">
                <a:solidFill>
                  <a:schemeClr val="bg1"/>
                </a:solidFill>
                <a:latin typeface="+mj-lt"/>
              </a:defRPr>
            </a:lvl1pPr>
          </a:lstStyle>
          <a:p>
            <a:pPr lvl="0"/>
            <a:r>
              <a:rPr lang="en-GB" noProof="0" dirty="0"/>
              <a:t>Click to add (sub)title</a:t>
            </a:r>
          </a:p>
        </p:txBody>
      </p:sp>
      <p:sp>
        <p:nvSpPr>
          <p:cNvPr id="25" name="Title 1"/>
          <p:cNvSpPr>
            <a:spLocks noGrp="1"/>
          </p:cNvSpPr>
          <p:nvPr>
            <p:ph type="ctrTitle" hasCustomPrompt="1"/>
          </p:nvPr>
        </p:nvSpPr>
        <p:spPr bwMode="gray">
          <a:xfrm>
            <a:off x="658856" y="1634400"/>
            <a:ext cx="3712436" cy="738000"/>
          </a:xfrm>
          <a:prstGeom prst="roundRect">
            <a:avLst>
              <a:gd name="adj" fmla="val 13767"/>
            </a:avLst>
          </a:prstGeom>
          <a:solidFill>
            <a:srgbClr val="FF6200"/>
          </a:solidFill>
          <a:ln w="6350">
            <a:noFill/>
          </a:ln>
        </p:spPr>
        <p:txBody>
          <a:bodyPr wrap="none" lIns="108000" tIns="108000" rIns="108000" bIns="72000" anchor="t" anchorCtr="0">
            <a:spAutoFit/>
          </a:bodyPr>
          <a:lstStyle>
            <a:lvl1pPr algn="l">
              <a:lnSpc>
                <a:spcPct val="90000"/>
              </a:lnSpc>
              <a:spcBef>
                <a:spcPts val="0"/>
              </a:spcBef>
              <a:defRPr sz="3600" b="1">
                <a:solidFill>
                  <a:schemeClr val="bg1"/>
                </a:solidFill>
                <a:latin typeface="+mj-lt"/>
              </a:defRPr>
            </a:lvl1pPr>
          </a:lstStyle>
          <a:p>
            <a:r>
              <a:rPr lang="en-GB" noProof="0" dirty="0"/>
              <a:t>Click to add title</a:t>
            </a:r>
          </a:p>
        </p:txBody>
      </p:sp>
      <p:sp>
        <p:nvSpPr>
          <p:cNvPr id="22" name="Project Placeholder">
            <a:extLst>
              <a:ext uri="{FF2B5EF4-FFF2-40B4-BE49-F238E27FC236}">
                <a16:creationId xmlns:a16="http://schemas.microsoft.com/office/drawing/2014/main" id="{FF773A2F-D10D-414B-B226-9CEDBFF8ADC7}"/>
              </a:ext>
            </a:extLst>
          </p:cNvPr>
          <p:cNvSpPr>
            <a:spLocks noGrp="1" noChangeAspect="1"/>
          </p:cNvSpPr>
          <p:nvPr>
            <p:ph type="pic" sz="quarter" idx="16" hasCustomPrompt="1"/>
          </p:nvPr>
        </p:nvSpPr>
        <p:spPr>
          <a:xfrm>
            <a:off x="658798" y="5896309"/>
            <a:ext cx="3857456" cy="961691"/>
          </a:xfrm>
        </p:spPr>
        <p:txBody>
          <a:bodyPr lIns="288000" tIns="108000" rIns="108000" bIns="108000" anchor="ctr" anchorCtr="0"/>
          <a:lstStyle>
            <a:lvl1pPr>
              <a:defRPr sz="1200">
                <a:solidFill>
                  <a:srgbClr val="A8A8A8"/>
                </a:solidFill>
              </a:defRPr>
            </a:lvl1pPr>
          </a:lstStyle>
          <a:p>
            <a:r>
              <a:rPr lang="en-GB" dirty="0"/>
              <a:t>Business or project wordmark </a:t>
            </a:r>
            <a:br>
              <a:rPr lang="en-GB" dirty="0"/>
            </a:br>
            <a:r>
              <a:rPr lang="en-GB" dirty="0"/>
              <a:t>placeholder</a:t>
            </a:r>
          </a:p>
        </p:txBody>
      </p:sp>
      <p:sp>
        <p:nvSpPr>
          <p:cNvPr id="13" name="TextBox 12">
            <a:extLst>
              <a:ext uri="{FF2B5EF4-FFF2-40B4-BE49-F238E27FC236}">
                <a16:creationId xmlns:a16="http://schemas.microsoft.com/office/drawing/2014/main" id="{A3E72A35-A7D1-43E0-A540-B9177A307238}"/>
              </a:ext>
            </a:extLst>
          </p:cNvPr>
          <p:cNvSpPr txBox="1"/>
          <p:nvPr userDrawn="1"/>
        </p:nvSpPr>
        <p:spPr>
          <a:xfrm>
            <a:off x="-2261849" y="0"/>
            <a:ext cx="1826420" cy="1919363"/>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rgbClr val="696969"/>
                </a:solidFill>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a:solidFill>
                  <a:srgbClr val="696969"/>
                </a:solidFill>
              </a:rPr>
              <a:t>You can choose between covers with the ING logo or with the ING identifier. The identifier can be best applied in commercial and informal presentations, assuming it has significant brand recognition in your market, but is less suitable for formal information</a:t>
            </a:r>
            <a:endParaRPr lang="en-GB" sz="1000" b="0" dirty="0" err="1">
              <a:solidFill>
                <a:srgbClr val="696969"/>
              </a:solidFill>
            </a:endParaRPr>
          </a:p>
        </p:txBody>
      </p:sp>
    </p:spTree>
    <p:extLst>
      <p:ext uri="{BB962C8B-B14F-4D97-AF65-F5344CB8AC3E}">
        <p14:creationId xmlns:p14="http://schemas.microsoft.com/office/powerpoint/2010/main" val="1580217835"/>
      </p:ext>
    </p:extLst>
  </p:cSld>
  <p:clrMapOvr>
    <a:masterClrMapping/>
  </p:clrMapOvr>
  <p:extLst>
    <p:ext uri="{DCECCB84-F9BA-43D5-87BE-67443E8EF086}">
      <p15:sldGuideLst xmlns:p15="http://schemas.microsoft.com/office/powerpoint/2012/main">
        <p15:guide id="1" orient="horz" pos="1491" userDrawn="1">
          <p15:clr>
            <a:srgbClr val="FBAE40"/>
          </p15:clr>
        </p15:guide>
        <p15:guide id="2" orient="horz" pos="1542" userDrawn="1">
          <p15:clr>
            <a:srgbClr val="FBAE40"/>
          </p15:clr>
        </p15:guide>
        <p15:guide id="3" orient="horz" pos="2006" userDrawn="1">
          <p15:clr>
            <a:srgbClr val="FBAE40"/>
          </p15:clr>
        </p15:guide>
        <p15:guide id="4" orient="horz" pos="2057"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confidential">
    <p:bg bwMode="gray">
      <p:bgRef idx="1001">
        <a:schemeClr val="bg1"/>
      </p:bgRef>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56146B7-AF2E-4DE8-8CDE-8B02DF175E96}"/>
              </a:ext>
            </a:extLst>
          </p:cNvPr>
          <p:cNvSpPr/>
          <p:nvPr userDrawn="1"/>
        </p:nvSpPr>
        <p:spPr>
          <a:xfrm>
            <a:off x="-2786743" y="-736600"/>
            <a:ext cx="17765486" cy="8331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dirty="0" err="1">
              <a:solidFill>
                <a:schemeClr val="tx1"/>
              </a:solidFill>
            </a:endParaRPr>
          </a:p>
        </p:txBody>
      </p:sp>
      <p:cxnSp>
        <p:nvCxnSpPr>
          <p:cNvPr id="31" name="Straight Connector 30">
            <a:extLst>
              <a:ext uri="{FF2B5EF4-FFF2-40B4-BE49-F238E27FC236}">
                <a16:creationId xmlns:a16="http://schemas.microsoft.com/office/drawing/2014/main" id="{AF3841C3-786F-4D83-8BF4-69251CE4BFA7}"/>
              </a:ext>
            </a:extLst>
          </p:cNvPr>
          <p:cNvCxnSpPr/>
          <p:nvPr userDrawn="1"/>
        </p:nvCxnSpPr>
        <p:spPr>
          <a:xfrm>
            <a:off x="659028" y="7003142"/>
            <a:ext cx="0" cy="290284"/>
          </a:xfrm>
          <a:prstGeom prst="line">
            <a:avLst/>
          </a:prstGeom>
          <a:ln w="6350" cap="rnd">
            <a:solidFill>
              <a:srgbClr val="559BD1"/>
            </a:solidFill>
            <a:round/>
            <a:headEnd type="arrow"/>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5697F024-B1A5-460A-9648-F7B29A9BC9CC}"/>
              </a:ext>
            </a:extLst>
          </p:cNvPr>
          <p:cNvSpPr txBox="1"/>
          <p:nvPr userDrawn="1"/>
        </p:nvSpPr>
        <p:spPr>
          <a:xfrm>
            <a:off x="577225" y="7319409"/>
            <a:ext cx="1575426" cy="226591"/>
          </a:xfrm>
          <a:prstGeom prst="rect">
            <a:avLst/>
          </a:prstGeom>
          <a:noFill/>
        </p:spPr>
        <p:txBody>
          <a:bodyPr wrap="square" lIns="36000" tIns="36000" rIns="36000" bIns="36000" rtlCol="0">
            <a:spAutoFit/>
          </a:bodyPr>
          <a:lstStyle/>
          <a:p>
            <a:r>
              <a:rPr lang="en-GB" sz="1000" b="0">
                <a:solidFill>
                  <a:srgbClr val="696969"/>
                </a:solidFill>
              </a:rPr>
              <a:t>Alignment indicator</a:t>
            </a:r>
            <a:endParaRPr lang="en-GB" sz="1000" b="0" dirty="0" err="1">
              <a:solidFill>
                <a:srgbClr val="696969"/>
              </a:solidFill>
            </a:endParaRPr>
          </a:p>
        </p:txBody>
      </p:sp>
      <p:pic>
        <p:nvPicPr>
          <p:cNvPr id="42" name="ING identifier">
            <a:extLst>
              <a:ext uri="{FF2B5EF4-FFF2-40B4-BE49-F238E27FC236}">
                <a16:creationId xmlns:a16="http://schemas.microsoft.com/office/drawing/2014/main" id="{7048FB88-5778-4A03-AD57-DF35DC1E8E34}"/>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544428" y="4964165"/>
            <a:ext cx="1647571" cy="1893836"/>
          </a:xfrm>
          <a:prstGeom prst="rect">
            <a:avLst/>
          </a:prstGeom>
        </p:spPr>
      </p:pic>
      <p:grpSp>
        <p:nvGrpSpPr>
          <p:cNvPr id="56" name="Confidential"/>
          <p:cNvGrpSpPr/>
          <p:nvPr userDrawn="1"/>
        </p:nvGrpSpPr>
        <p:grpSpPr>
          <a:xfrm>
            <a:off x="10749167" y="-133099"/>
            <a:ext cx="1441027" cy="1565166"/>
            <a:chOff x="5364088" y="4720073"/>
            <a:chExt cx="1441027" cy="1565166"/>
          </a:xfrm>
        </p:grpSpPr>
        <p:sp>
          <p:nvSpPr>
            <p:cNvPr id="57" name="Freeform 5"/>
            <p:cNvSpPr>
              <a:spLocks/>
            </p:cNvSpPr>
            <p:nvPr/>
          </p:nvSpPr>
          <p:spPr bwMode="gray">
            <a:xfrm>
              <a:off x="5364088" y="4844212"/>
              <a:ext cx="1441027" cy="1441027"/>
            </a:xfrm>
            <a:custGeom>
              <a:avLst/>
              <a:gdLst>
                <a:gd name="T0" fmla="*/ 0 w 810"/>
                <a:gd name="T1" fmla="*/ 0 h 810"/>
                <a:gd name="T2" fmla="*/ 810 w 810"/>
                <a:gd name="T3" fmla="*/ 810 h 810"/>
                <a:gd name="T4" fmla="*/ 810 w 810"/>
                <a:gd name="T5" fmla="*/ 536 h 810"/>
                <a:gd name="T6" fmla="*/ 274 w 810"/>
                <a:gd name="T7" fmla="*/ 0 h 810"/>
                <a:gd name="T8" fmla="*/ 0 w 810"/>
                <a:gd name="T9" fmla="*/ 0 h 810"/>
              </a:gdLst>
              <a:ahLst/>
              <a:cxnLst>
                <a:cxn ang="0">
                  <a:pos x="T0" y="T1"/>
                </a:cxn>
                <a:cxn ang="0">
                  <a:pos x="T2" y="T3"/>
                </a:cxn>
                <a:cxn ang="0">
                  <a:pos x="T4" y="T5"/>
                </a:cxn>
                <a:cxn ang="0">
                  <a:pos x="T6" y="T7"/>
                </a:cxn>
                <a:cxn ang="0">
                  <a:pos x="T8" y="T9"/>
                </a:cxn>
              </a:cxnLst>
              <a:rect l="0" t="0" r="r" b="b"/>
              <a:pathLst>
                <a:path w="810" h="810">
                  <a:moveTo>
                    <a:pt x="0" y="0"/>
                  </a:moveTo>
                  <a:lnTo>
                    <a:pt x="810" y="810"/>
                  </a:lnTo>
                  <a:lnTo>
                    <a:pt x="810" y="536"/>
                  </a:lnTo>
                  <a:lnTo>
                    <a:pt x="274" y="0"/>
                  </a:lnTo>
                  <a:lnTo>
                    <a:pt x="0" y="0"/>
                  </a:lnTo>
                  <a:close/>
                </a:path>
              </a:pathLst>
            </a:custGeom>
            <a:solidFill>
              <a:srgbClr val="17A7DC"/>
            </a:solidFill>
            <a:ln w="19050">
              <a:solidFill>
                <a:srgbClr val="60A6DA"/>
              </a:solidFill>
              <a:round/>
              <a:headEnd/>
              <a:tailEnd/>
            </a:ln>
          </p:spPr>
          <p:txBody>
            <a:bodyPr vert="horz" wrap="square" lIns="91440" tIns="45720" rIns="91440" bIns="45720" numCol="1" anchor="t" anchorCtr="0" compatLnSpc="1">
              <a:prstTxWarp prst="textNoShape">
                <a:avLst/>
              </a:prstTxWarp>
            </a:bodyPr>
            <a:lstStyle/>
            <a:p>
              <a:endParaRPr lang="en-GB" sz="3200"/>
            </a:p>
          </p:txBody>
        </p:sp>
        <p:sp>
          <p:nvSpPr>
            <p:cNvPr id="80" name="Title 14"/>
            <p:cNvSpPr txBox="1">
              <a:spLocks/>
            </p:cNvSpPr>
            <p:nvPr userDrawn="1"/>
          </p:nvSpPr>
          <p:spPr bwMode="gray">
            <a:xfrm rot="2700000">
              <a:off x="5481455" y="5320862"/>
              <a:ext cx="1447800" cy="246221"/>
            </a:xfrm>
            <a:prstGeom prst="rect">
              <a:avLst/>
            </a:prstGeom>
          </p:spPr>
          <p:txBody>
            <a:bodyPr vert="horz" wrap="none" lIns="0" tIns="0" rIns="0" bIns="0" rtlCol="0" anchor="ctr" anchorCtr="0">
              <a:noAutofit/>
            </a:bodyPr>
            <a:lstStyle>
              <a:lvl1pPr algn="l" defTabSz="914400" rtl="0" eaLnBrk="1" latinLnBrk="0" hangingPunct="1">
                <a:lnSpc>
                  <a:spcPts val="4600"/>
                </a:lnSpc>
                <a:spcBef>
                  <a:spcPct val="0"/>
                </a:spcBef>
                <a:buNone/>
                <a:defRPr sz="4400" b="1" kern="1200" baseline="0">
                  <a:solidFill>
                    <a:schemeClr val="bg1"/>
                  </a:solidFill>
                  <a:latin typeface="+mj-lt"/>
                  <a:ea typeface="+mj-ea"/>
                  <a:cs typeface="Arial" panose="020B0604020202020204" pitchFamily="34" charset="0"/>
                </a:defRPr>
              </a:lvl1pPr>
            </a:lstStyle>
            <a:p>
              <a:pPr algn="ctr">
                <a:lnSpc>
                  <a:spcPct val="100000"/>
                </a:lnSpc>
              </a:pPr>
              <a:r>
                <a:rPr lang="en-GB" sz="1600" noProof="0" dirty="0"/>
                <a:t>Confidential</a:t>
              </a:r>
            </a:p>
          </p:txBody>
        </p:sp>
      </p:grpSp>
      <p:sp>
        <p:nvSpPr>
          <p:cNvPr id="18" name="Text Placeholder 2">
            <a:extLst>
              <a:ext uri="{FF2B5EF4-FFF2-40B4-BE49-F238E27FC236}">
                <a16:creationId xmlns:a16="http://schemas.microsoft.com/office/drawing/2014/main" id="{31A93502-8C63-400E-A1C4-EEDA0C0DA4BD}"/>
              </a:ext>
            </a:extLst>
          </p:cNvPr>
          <p:cNvSpPr>
            <a:spLocks noGrp="1"/>
          </p:cNvSpPr>
          <p:nvPr>
            <p:ph type="body" sz="quarter" idx="12" hasCustomPrompt="1"/>
          </p:nvPr>
        </p:nvSpPr>
        <p:spPr>
          <a:xfrm>
            <a:off x="658800" y="5583600"/>
            <a:ext cx="5256000" cy="294302"/>
          </a:xfrm>
        </p:spPr>
        <p:txBody>
          <a:bodyPr wrap="none" rIns="36000" bIns="72000" anchor="t" anchorCtr="0">
            <a:sp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lang="en-US" sz="1600" b="0" i="0" kern="1200" baseline="0" dirty="0" smtClean="0">
                <a:solidFill>
                  <a:schemeClr val="tx1"/>
                </a:solidFill>
                <a:latin typeface="+mn-lt"/>
                <a:ea typeface="+mn-ea"/>
                <a:cs typeface="ING Me" pitchFamily="2" charset="0"/>
              </a:defRPr>
            </a:lvl1pPr>
            <a:lvl2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2pPr>
            <a:lvl3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3pPr>
            <a:lvl4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4pPr>
            <a:lvl5pPr marL="0" indent="0" algn="l" defTabSz="914400" rtl="0" eaLnBrk="1" latinLnBrk="0" hangingPunct="1">
              <a:lnSpc>
                <a:spcPts val="2200"/>
              </a:lnSpc>
              <a:spcBef>
                <a:spcPts val="0"/>
              </a:spcBef>
              <a:spcAft>
                <a:spcPts val="0"/>
              </a:spcAft>
              <a:buFont typeface="Arial" panose="020B0604020202020204" pitchFamily="34" charset="0"/>
              <a:buNone/>
              <a:defRPr lang="nl-NL" sz="2000" b="0" i="0" kern="1200" baseline="0" dirty="0">
                <a:solidFill>
                  <a:schemeClr val="tx1"/>
                </a:solidFill>
                <a:latin typeface="+mn-lt"/>
                <a:ea typeface="+mn-ea"/>
                <a:cs typeface="ING Me" pitchFamily="2" charset="0"/>
              </a:defRPr>
            </a:lvl5pPr>
          </a:lstStyle>
          <a:p>
            <a:pPr lvl="0"/>
            <a:r>
              <a:rPr lang="en-GB" noProof="0" dirty="0"/>
              <a:t>Click to add date</a:t>
            </a:r>
          </a:p>
        </p:txBody>
      </p:sp>
      <p:sp>
        <p:nvSpPr>
          <p:cNvPr id="16" name="Subtitle 2">
            <a:extLst>
              <a:ext uri="{FF2B5EF4-FFF2-40B4-BE49-F238E27FC236}">
                <a16:creationId xmlns:a16="http://schemas.microsoft.com/office/drawing/2014/main" id="{EF8E7523-A00E-407A-913C-45E2F1A70617}"/>
              </a:ext>
            </a:extLst>
          </p:cNvPr>
          <p:cNvSpPr>
            <a:spLocks noGrp="1"/>
          </p:cNvSpPr>
          <p:nvPr>
            <p:ph type="subTitle" idx="1" hasCustomPrompt="1"/>
          </p:nvPr>
        </p:nvSpPr>
        <p:spPr bwMode="gray">
          <a:xfrm>
            <a:off x="658800" y="5277600"/>
            <a:ext cx="5256000" cy="294302"/>
          </a:xfrm>
        </p:spPr>
        <p:txBody>
          <a:bodyPr wrap="none" rIns="36000" bIns="72000" anchor="t" anchorCtr="0">
            <a:spAutoFit/>
          </a:bodyPr>
          <a:lstStyle>
            <a:lvl1pPr marL="0" indent="0" algn="l">
              <a:lnSpc>
                <a:spcPct val="90000"/>
              </a:lnSpc>
              <a:buNone/>
              <a:defRPr sz="1600" b="1" i="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noProof="0"/>
              <a:t>Click to add name of department and/or author</a:t>
            </a:r>
          </a:p>
        </p:txBody>
      </p:sp>
      <p:sp>
        <p:nvSpPr>
          <p:cNvPr id="17" name="Text Placeholder 6">
            <a:extLst>
              <a:ext uri="{FF2B5EF4-FFF2-40B4-BE49-F238E27FC236}">
                <a16:creationId xmlns:a16="http://schemas.microsoft.com/office/drawing/2014/main" id="{94157F79-315F-44DE-A12C-D9E5A3767D63}"/>
              </a:ext>
            </a:extLst>
          </p:cNvPr>
          <p:cNvSpPr>
            <a:spLocks noGrp="1"/>
          </p:cNvSpPr>
          <p:nvPr>
            <p:ph type="body" sz="quarter" idx="11" hasCustomPrompt="1"/>
          </p:nvPr>
        </p:nvSpPr>
        <p:spPr bwMode="gray">
          <a:xfrm>
            <a:off x="990000" y="2448000"/>
            <a:ext cx="4786024" cy="732995"/>
          </a:xfrm>
          <a:prstGeom prst="roundRect">
            <a:avLst>
              <a:gd name="adj" fmla="val 13767"/>
            </a:avLst>
          </a:prstGeom>
          <a:solidFill>
            <a:srgbClr val="FF6200"/>
          </a:solidFill>
        </p:spPr>
        <p:txBody>
          <a:bodyPr wrap="none" lIns="108000" tIns="108000" rIns="108000" bIns="72000" anchor="t" anchorCtr="0">
            <a:spAutoFit/>
          </a:bodyPr>
          <a:lstStyle>
            <a:lvl1pPr>
              <a:lnSpc>
                <a:spcPct val="90000"/>
              </a:lnSpc>
              <a:spcBef>
                <a:spcPts val="0"/>
              </a:spcBef>
              <a:defRPr sz="3600" b="1">
                <a:solidFill>
                  <a:schemeClr val="bg1"/>
                </a:solidFill>
                <a:latin typeface="+mj-lt"/>
              </a:defRPr>
            </a:lvl1pPr>
          </a:lstStyle>
          <a:p>
            <a:pPr lvl="0"/>
            <a:r>
              <a:rPr lang="en-GB" noProof="0" dirty="0"/>
              <a:t>Click to add (sub)title</a:t>
            </a:r>
          </a:p>
        </p:txBody>
      </p:sp>
      <p:sp>
        <p:nvSpPr>
          <p:cNvPr id="15" name="Title 1">
            <a:extLst>
              <a:ext uri="{FF2B5EF4-FFF2-40B4-BE49-F238E27FC236}">
                <a16:creationId xmlns:a16="http://schemas.microsoft.com/office/drawing/2014/main" id="{FB66016B-0337-48AD-9FB8-3ADE7AC6E87B}"/>
              </a:ext>
            </a:extLst>
          </p:cNvPr>
          <p:cNvSpPr>
            <a:spLocks noGrp="1"/>
          </p:cNvSpPr>
          <p:nvPr>
            <p:ph type="ctrTitle" hasCustomPrompt="1"/>
          </p:nvPr>
        </p:nvSpPr>
        <p:spPr bwMode="gray">
          <a:xfrm>
            <a:off x="658800" y="1634400"/>
            <a:ext cx="3712436" cy="738000"/>
          </a:xfrm>
          <a:prstGeom prst="roundRect">
            <a:avLst>
              <a:gd name="adj" fmla="val 13767"/>
            </a:avLst>
          </a:prstGeom>
          <a:solidFill>
            <a:srgbClr val="FF6200"/>
          </a:solidFill>
        </p:spPr>
        <p:txBody>
          <a:bodyPr wrap="none" lIns="108000" tIns="108000" rIns="108000" bIns="72000" anchor="t" anchorCtr="0">
            <a:spAutoFit/>
          </a:bodyPr>
          <a:lstStyle>
            <a:lvl1pPr algn="l">
              <a:lnSpc>
                <a:spcPct val="90000"/>
              </a:lnSpc>
              <a:spcBef>
                <a:spcPts val="0"/>
              </a:spcBef>
              <a:defRPr sz="3600" b="1">
                <a:solidFill>
                  <a:schemeClr val="bg1"/>
                </a:solidFill>
                <a:latin typeface="+mj-lt"/>
              </a:defRPr>
            </a:lvl1pPr>
          </a:lstStyle>
          <a:p>
            <a:r>
              <a:rPr lang="en-GB" noProof="0" dirty="0"/>
              <a:t>Click to add title</a:t>
            </a:r>
          </a:p>
        </p:txBody>
      </p:sp>
      <p:sp>
        <p:nvSpPr>
          <p:cNvPr id="25" name="Project Placeholder">
            <a:extLst>
              <a:ext uri="{FF2B5EF4-FFF2-40B4-BE49-F238E27FC236}">
                <a16:creationId xmlns:a16="http://schemas.microsoft.com/office/drawing/2014/main" id="{44B18234-54BA-46FF-9EAC-032FC38EC41C}"/>
              </a:ext>
            </a:extLst>
          </p:cNvPr>
          <p:cNvSpPr>
            <a:spLocks noGrp="1" noChangeAspect="1"/>
          </p:cNvSpPr>
          <p:nvPr>
            <p:ph type="pic" sz="quarter" idx="16" hasCustomPrompt="1"/>
          </p:nvPr>
        </p:nvSpPr>
        <p:spPr>
          <a:xfrm>
            <a:off x="658798" y="5896308"/>
            <a:ext cx="3857455" cy="961691"/>
          </a:xfrm>
        </p:spPr>
        <p:txBody>
          <a:bodyPr lIns="288000" tIns="108000" rIns="108000" bIns="108000" anchor="ctr" anchorCtr="0"/>
          <a:lstStyle>
            <a:lvl1pPr>
              <a:defRPr sz="1200">
                <a:solidFill>
                  <a:srgbClr val="A8A8A8"/>
                </a:solidFill>
              </a:defRPr>
            </a:lvl1pPr>
          </a:lstStyle>
          <a:p>
            <a:r>
              <a:rPr lang="en-GB" dirty="0"/>
              <a:t>Business or project wordmark </a:t>
            </a:r>
            <a:br>
              <a:rPr lang="en-GB" dirty="0"/>
            </a:br>
            <a:r>
              <a:rPr lang="en-GB" dirty="0"/>
              <a:t>placeholder</a:t>
            </a:r>
          </a:p>
        </p:txBody>
      </p:sp>
      <p:sp>
        <p:nvSpPr>
          <p:cNvPr id="19" name="TextBox 18">
            <a:extLst>
              <a:ext uri="{FF2B5EF4-FFF2-40B4-BE49-F238E27FC236}">
                <a16:creationId xmlns:a16="http://schemas.microsoft.com/office/drawing/2014/main" id="{BA4E0B8E-6BE9-416D-B911-912E50333F27}"/>
              </a:ext>
            </a:extLst>
          </p:cNvPr>
          <p:cNvSpPr txBox="1"/>
          <p:nvPr userDrawn="1"/>
        </p:nvSpPr>
        <p:spPr>
          <a:xfrm>
            <a:off x="-2261849" y="0"/>
            <a:ext cx="1826420" cy="1919363"/>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rgbClr val="696969"/>
                </a:solidFill>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a:solidFill>
                  <a:srgbClr val="696969"/>
                </a:solidFill>
              </a:rPr>
              <a:t>You can choose between covers with the ING logo or with the ING identifier. The identifier can be best applied in commercial and informal presentations, assuming it has significant brand recognition in your market, but is less suitable for formal information</a:t>
            </a:r>
            <a:endParaRPr lang="en-GB" sz="1000" b="0" dirty="0" err="1">
              <a:solidFill>
                <a:srgbClr val="696969"/>
              </a:solidFill>
            </a:endParaRPr>
          </a:p>
        </p:txBody>
      </p:sp>
    </p:spTree>
    <p:extLst>
      <p:ext uri="{BB962C8B-B14F-4D97-AF65-F5344CB8AC3E}">
        <p14:creationId xmlns:p14="http://schemas.microsoft.com/office/powerpoint/2010/main" val="2581113217"/>
      </p:ext>
    </p:extLst>
  </p:cSld>
  <p:clrMapOvr>
    <a:masterClrMapping/>
  </p:clrMapOvr>
  <p:extLst>
    <p:ext uri="{DCECCB84-F9BA-43D5-87BE-67443E8EF086}">
      <p15:sldGuideLst xmlns:p15="http://schemas.microsoft.com/office/powerpoint/2012/main">
        <p15:guide id="1" orient="horz" pos="1491" userDrawn="1">
          <p15:clr>
            <a:srgbClr val="FBAE40"/>
          </p15:clr>
        </p15:guide>
        <p15:guide id="2" orient="horz" pos="1542" userDrawn="1">
          <p15:clr>
            <a:srgbClr val="FBAE40"/>
          </p15:clr>
        </p15:guide>
        <p15:guide id="3" orient="horz" pos="2006" userDrawn="1">
          <p15:clr>
            <a:srgbClr val="FBAE40"/>
          </p15:clr>
        </p15:guide>
        <p15:guide id="4" orient="horz" pos="2057"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full picture confidential">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E86FEC7-4848-4673-A9C4-5B2F4BF62633}"/>
              </a:ext>
            </a:extLst>
          </p:cNvPr>
          <p:cNvSpPr/>
          <p:nvPr userDrawn="1"/>
        </p:nvSpPr>
        <p:spPr>
          <a:xfrm>
            <a:off x="-2786743" y="-736600"/>
            <a:ext cx="17765486" cy="8331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dirty="0" err="1">
              <a:solidFill>
                <a:schemeClr val="tx1"/>
              </a:solidFill>
            </a:endParaRPr>
          </a:p>
        </p:txBody>
      </p:sp>
      <p:grpSp>
        <p:nvGrpSpPr>
          <p:cNvPr id="23" name="Group 22">
            <a:extLst>
              <a:ext uri="{FF2B5EF4-FFF2-40B4-BE49-F238E27FC236}">
                <a16:creationId xmlns:a16="http://schemas.microsoft.com/office/drawing/2014/main" id="{FDADF138-7C24-4C0D-B684-AF614FA3BF9B}"/>
              </a:ext>
            </a:extLst>
          </p:cNvPr>
          <p:cNvGrpSpPr/>
          <p:nvPr userDrawn="1"/>
        </p:nvGrpSpPr>
        <p:grpSpPr>
          <a:xfrm>
            <a:off x="-435429" y="5878278"/>
            <a:ext cx="290286" cy="979713"/>
            <a:chOff x="-435429" y="5878278"/>
            <a:chExt cx="290286" cy="979713"/>
          </a:xfrm>
        </p:grpSpPr>
        <p:cxnSp>
          <p:nvCxnSpPr>
            <p:cNvPr id="24" name="Straight Connector 23">
              <a:extLst>
                <a:ext uri="{FF2B5EF4-FFF2-40B4-BE49-F238E27FC236}">
                  <a16:creationId xmlns:a16="http://schemas.microsoft.com/office/drawing/2014/main" id="{879E898A-2066-4366-95E3-5DD9BB3FCF23}"/>
                </a:ext>
              </a:extLst>
            </p:cNvPr>
            <p:cNvCxnSpPr/>
            <p:nvPr userDrawn="1"/>
          </p:nvCxnSpPr>
          <p:spPr>
            <a:xfrm>
              <a:off x="-435429" y="5878278"/>
              <a:ext cx="290286"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0D5E4A7-D69F-4A1C-84B6-01182918AD2F}"/>
                </a:ext>
              </a:extLst>
            </p:cNvPr>
            <p:cNvCxnSpPr/>
            <p:nvPr userDrawn="1"/>
          </p:nvCxnSpPr>
          <p:spPr>
            <a:xfrm>
              <a:off x="-435429" y="6857991"/>
              <a:ext cx="290286"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grpSp>
      <p:cxnSp>
        <p:nvCxnSpPr>
          <p:cNvPr id="26" name="Straight Connector 25">
            <a:extLst>
              <a:ext uri="{FF2B5EF4-FFF2-40B4-BE49-F238E27FC236}">
                <a16:creationId xmlns:a16="http://schemas.microsoft.com/office/drawing/2014/main" id="{3D2BCD13-0B5C-4CE8-9033-79C163DDE18F}"/>
              </a:ext>
            </a:extLst>
          </p:cNvPr>
          <p:cNvCxnSpPr/>
          <p:nvPr userDrawn="1"/>
        </p:nvCxnSpPr>
        <p:spPr>
          <a:xfrm>
            <a:off x="659028" y="7003142"/>
            <a:ext cx="0" cy="290284"/>
          </a:xfrm>
          <a:prstGeom prst="line">
            <a:avLst/>
          </a:prstGeom>
          <a:ln w="6350" cap="rnd">
            <a:solidFill>
              <a:srgbClr val="559BD1"/>
            </a:solidFill>
            <a:round/>
            <a:head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1AA3BA10-8A9F-4918-A071-10F75A27DE02}"/>
              </a:ext>
            </a:extLst>
          </p:cNvPr>
          <p:cNvSpPr txBox="1"/>
          <p:nvPr userDrawn="1"/>
        </p:nvSpPr>
        <p:spPr>
          <a:xfrm>
            <a:off x="577225" y="7319409"/>
            <a:ext cx="1575426" cy="226591"/>
          </a:xfrm>
          <a:prstGeom prst="rect">
            <a:avLst/>
          </a:prstGeom>
          <a:noFill/>
        </p:spPr>
        <p:txBody>
          <a:bodyPr wrap="square" lIns="36000" tIns="36000" rIns="36000" bIns="36000" rtlCol="0">
            <a:spAutoFit/>
          </a:bodyPr>
          <a:lstStyle/>
          <a:p>
            <a:r>
              <a:rPr lang="en-GB" sz="1000" b="0">
                <a:solidFill>
                  <a:srgbClr val="696969"/>
                </a:solidFill>
              </a:rPr>
              <a:t>Alignment indicator</a:t>
            </a:r>
            <a:endParaRPr lang="en-GB" sz="1000" b="0" dirty="0" err="1">
              <a:solidFill>
                <a:srgbClr val="696969"/>
              </a:solidFill>
            </a:endParaRPr>
          </a:p>
        </p:txBody>
      </p:sp>
      <p:pic>
        <p:nvPicPr>
          <p:cNvPr id="28" name="ING logo">
            <a:extLst>
              <a:ext uri="{FF2B5EF4-FFF2-40B4-BE49-F238E27FC236}">
                <a16:creationId xmlns:a16="http://schemas.microsoft.com/office/drawing/2014/main" id="{013C07AC-DFFD-4358-9B2B-29F86846540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055361" y="6088977"/>
            <a:ext cx="1807116" cy="449934"/>
          </a:xfrm>
          <a:prstGeom prst="rect">
            <a:avLst/>
          </a:prstGeom>
        </p:spPr>
      </p:pic>
      <p:grpSp>
        <p:nvGrpSpPr>
          <p:cNvPr id="45" name="Confidential"/>
          <p:cNvGrpSpPr/>
          <p:nvPr userDrawn="1"/>
        </p:nvGrpSpPr>
        <p:grpSpPr>
          <a:xfrm>
            <a:off x="10749167" y="-133099"/>
            <a:ext cx="1441027" cy="1565166"/>
            <a:chOff x="5364088" y="4720073"/>
            <a:chExt cx="1441027" cy="1565166"/>
          </a:xfrm>
        </p:grpSpPr>
        <p:sp>
          <p:nvSpPr>
            <p:cNvPr id="47" name="Freeform 5"/>
            <p:cNvSpPr>
              <a:spLocks/>
            </p:cNvSpPr>
            <p:nvPr/>
          </p:nvSpPr>
          <p:spPr bwMode="gray">
            <a:xfrm>
              <a:off x="5364088" y="4844212"/>
              <a:ext cx="1441027" cy="1441027"/>
            </a:xfrm>
            <a:custGeom>
              <a:avLst/>
              <a:gdLst>
                <a:gd name="T0" fmla="*/ 0 w 810"/>
                <a:gd name="T1" fmla="*/ 0 h 810"/>
                <a:gd name="T2" fmla="*/ 810 w 810"/>
                <a:gd name="T3" fmla="*/ 810 h 810"/>
                <a:gd name="T4" fmla="*/ 810 w 810"/>
                <a:gd name="T5" fmla="*/ 536 h 810"/>
                <a:gd name="T6" fmla="*/ 274 w 810"/>
                <a:gd name="T7" fmla="*/ 0 h 810"/>
                <a:gd name="T8" fmla="*/ 0 w 810"/>
                <a:gd name="T9" fmla="*/ 0 h 810"/>
              </a:gdLst>
              <a:ahLst/>
              <a:cxnLst>
                <a:cxn ang="0">
                  <a:pos x="T0" y="T1"/>
                </a:cxn>
                <a:cxn ang="0">
                  <a:pos x="T2" y="T3"/>
                </a:cxn>
                <a:cxn ang="0">
                  <a:pos x="T4" y="T5"/>
                </a:cxn>
                <a:cxn ang="0">
                  <a:pos x="T6" y="T7"/>
                </a:cxn>
                <a:cxn ang="0">
                  <a:pos x="T8" y="T9"/>
                </a:cxn>
              </a:cxnLst>
              <a:rect l="0" t="0" r="r" b="b"/>
              <a:pathLst>
                <a:path w="810" h="810">
                  <a:moveTo>
                    <a:pt x="0" y="0"/>
                  </a:moveTo>
                  <a:lnTo>
                    <a:pt x="810" y="810"/>
                  </a:lnTo>
                  <a:lnTo>
                    <a:pt x="810" y="536"/>
                  </a:lnTo>
                  <a:lnTo>
                    <a:pt x="274" y="0"/>
                  </a:lnTo>
                  <a:lnTo>
                    <a:pt x="0" y="0"/>
                  </a:lnTo>
                  <a:close/>
                </a:path>
              </a:pathLst>
            </a:custGeom>
            <a:solidFill>
              <a:srgbClr val="17A7DC"/>
            </a:solidFill>
            <a:ln w="19050">
              <a:solidFill>
                <a:srgbClr val="17A7DC"/>
              </a:solidFill>
              <a:round/>
              <a:headEnd/>
              <a:tailEnd/>
            </a:ln>
          </p:spPr>
          <p:txBody>
            <a:bodyPr vert="horz" wrap="square" lIns="91440" tIns="45720" rIns="91440" bIns="45720" numCol="1" anchor="t" anchorCtr="0" compatLnSpc="1">
              <a:prstTxWarp prst="textNoShape">
                <a:avLst/>
              </a:prstTxWarp>
            </a:bodyPr>
            <a:lstStyle/>
            <a:p>
              <a:endParaRPr lang="en-GB" sz="3200"/>
            </a:p>
          </p:txBody>
        </p:sp>
        <p:sp>
          <p:nvSpPr>
            <p:cNvPr id="48" name="Title 14"/>
            <p:cNvSpPr txBox="1">
              <a:spLocks/>
            </p:cNvSpPr>
            <p:nvPr userDrawn="1"/>
          </p:nvSpPr>
          <p:spPr bwMode="gray">
            <a:xfrm rot="2700000">
              <a:off x="5481455" y="5320862"/>
              <a:ext cx="1447800" cy="246221"/>
            </a:xfrm>
            <a:prstGeom prst="rect">
              <a:avLst/>
            </a:prstGeom>
          </p:spPr>
          <p:txBody>
            <a:bodyPr vert="horz" wrap="none" lIns="0" tIns="0" rIns="0" bIns="0" rtlCol="0" anchor="ctr" anchorCtr="0">
              <a:noAutofit/>
            </a:bodyPr>
            <a:lstStyle>
              <a:lvl1pPr algn="l" defTabSz="914400" rtl="0" eaLnBrk="1" latinLnBrk="0" hangingPunct="1">
                <a:lnSpc>
                  <a:spcPts val="4600"/>
                </a:lnSpc>
                <a:spcBef>
                  <a:spcPct val="0"/>
                </a:spcBef>
                <a:buNone/>
                <a:defRPr sz="4400" b="1" kern="1200" baseline="0">
                  <a:solidFill>
                    <a:schemeClr val="bg1"/>
                  </a:solidFill>
                  <a:latin typeface="+mj-lt"/>
                  <a:ea typeface="+mj-ea"/>
                  <a:cs typeface="Arial" panose="020B0604020202020204" pitchFamily="34" charset="0"/>
                </a:defRPr>
              </a:lvl1pPr>
            </a:lstStyle>
            <a:p>
              <a:pPr algn="ctr">
                <a:lnSpc>
                  <a:spcPct val="100000"/>
                </a:lnSpc>
              </a:pPr>
              <a:r>
                <a:rPr lang="en-GB" sz="1600" noProof="0" dirty="0"/>
                <a:t>Confidential</a:t>
              </a:r>
            </a:p>
          </p:txBody>
        </p:sp>
      </p:grpSp>
      <p:sp>
        <p:nvSpPr>
          <p:cNvPr id="20" name="Text Placeholder 2">
            <a:extLst>
              <a:ext uri="{FF2B5EF4-FFF2-40B4-BE49-F238E27FC236}">
                <a16:creationId xmlns:a16="http://schemas.microsoft.com/office/drawing/2014/main" id="{465FDFAE-9371-42DC-80CE-6212FDA9A2C9}"/>
              </a:ext>
            </a:extLst>
          </p:cNvPr>
          <p:cNvSpPr>
            <a:spLocks noGrp="1"/>
          </p:cNvSpPr>
          <p:nvPr>
            <p:ph type="body" sz="quarter" idx="14" hasCustomPrompt="1"/>
          </p:nvPr>
        </p:nvSpPr>
        <p:spPr>
          <a:xfrm>
            <a:off x="658800" y="5583600"/>
            <a:ext cx="5256000" cy="294302"/>
          </a:xfrm>
        </p:spPr>
        <p:txBody>
          <a:bodyPr tIns="0" rIns="36000" bIns="72000" anchor="t" anchorCtr="0">
            <a:sp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lang="en-GB" sz="1600" b="0" i="0" kern="1200" baseline="0" noProof="0" dirty="0" smtClean="0">
                <a:solidFill>
                  <a:schemeClr val="tx1"/>
                </a:solidFill>
                <a:latin typeface="+mn-lt"/>
                <a:ea typeface="+mn-ea"/>
                <a:cs typeface="ING Me" pitchFamily="2" charset="0"/>
              </a:defRPr>
            </a:lvl1pPr>
            <a:lvl2pPr>
              <a:defRPr sz="2200">
                <a:solidFill>
                  <a:srgbClr val="000000"/>
                </a:solidFill>
              </a:defRPr>
            </a:lvl2pPr>
            <a:lvl3pPr>
              <a:defRPr sz="2200">
                <a:solidFill>
                  <a:srgbClr val="000000"/>
                </a:solidFill>
              </a:defRPr>
            </a:lvl3pPr>
            <a:lvl4pPr>
              <a:defRPr sz="2200">
                <a:solidFill>
                  <a:srgbClr val="000000"/>
                </a:solidFill>
              </a:defRPr>
            </a:lvl4pPr>
            <a:lvl5pPr>
              <a:defRPr sz="2200">
                <a:solidFill>
                  <a:srgbClr val="000000"/>
                </a:solidFill>
              </a:defRPr>
            </a:lvl5pPr>
          </a:lstStyle>
          <a:p>
            <a:pPr lvl="0"/>
            <a:r>
              <a:rPr lang="en-GB" noProof="0" dirty="0"/>
              <a:t>Click to add date</a:t>
            </a:r>
          </a:p>
        </p:txBody>
      </p:sp>
      <p:sp>
        <p:nvSpPr>
          <p:cNvPr id="17" name="Subtitle 2">
            <a:extLst>
              <a:ext uri="{FF2B5EF4-FFF2-40B4-BE49-F238E27FC236}">
                <a16:creationId xmlns:a16="http://schemas.microsoft.com/office/drawing/2014/main" id="{1A0CD90A-7939-4751-928D-CD5CBB22EE4B}"/>
              </a:ext>
            </a:extLst>
          </p:cNvPr>
          <p:cNvSpPr>
            <a:spLocks noGrp="1"/>
          </p:cNvSpPr>
          <p:nvPr>
            <p:ph type="subTitle" idx="1" hasCustomPrompt="1"/>
          </p:nvPr>
        </p:nvSpPr>
        <p:spPr bwMode="gray">
          <a:xfrm>
            <a:off x="658800" y="5277600"/>
            <a:ext cx="5256000" cy="294302"/>
          </a:xfrm>
        </p:spPr>
        <p:txBody>
          <a:bodyPr rIns="36000" bIns="72000" anchor="t" anchorCtr="0">
            <a:spAutoFit/>
          </a:bodyPr>
          <a:lstStyle>
            <a:lvl1pPr marL="0" indent="0" algn="l">
              <a:lnSpc>
                <a:spcPct val="90000"/>
              </a:lnSpc>
              <a:buNone/>
              <a:defRPr sz="1600" b="1" i="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noProof="0" dirty="0"/>
              <a:t>Click to add name of department and/or author</a:t>
            </a:r>
          </a:p>
        </p:txBody>
      </p:sp>
      <p:sp>
        <p:nvSpPr>
          <p:cNvPr id="19" name="Text Placeholder 6">
            <a:extLst>
              <a:ext uri="{FF2B5EF4-FFF2-40B4-BE49-F238E27FC236}">
                <a16:creationId xmlns:a16="http://schemas.microsoft.com/office/drawing/2014/main" id="{30766271-113F-4C5F-BEA9-2B8D1F8FE10E}"/>
              </a:ext>
            </a:extLst>
          </p:cNvPr>
          <p:cNvSpPr>
            <a:spLocks noGrp="1"/>
          </p:cNvSpPr>
          <p:nvPr>
            <p:ph type="body" sz="quarter" idx="11" hasCustomPrompt="1"/>
          </p:nvPr>
        </p:nvSpPr>
        <p:spPr bwMode="gray">
          <a:xfrm>
            <a:off x="990000" y="2448000"/>
            <a:ext cx="4786024" cy="732995"/>
          </a:xfrm>
          <a:prstGeom prst="roundRect">
            <a:avLst>
              <a:gd name="adj" fmla="val 13767"/>
            </a:avLst>
          </a:prstGeom>
          <a:solidFill>
            <a:srgbClr val="FF6200"/>
          </a:solidFill>
        </p:spPr>
        <p:txBody>
          <a:bodyPr wrap="none" lIns="108000" tIns="108000" rIns="108000" bIns="72000" anchor="t" anchorCtr="0">
            <a:spAutoFit/>
          </a:bodyPr>
          <a:lstStyle>
            <a:lvl1pPr algn="l">
              <a:lnSpc>
                <a:spcPct val="90000"/>
              </a:lnSpc>
              <a:spcBef>
                <a:spcPts val="0"/>
              </a:spcBef>
              <a:defRPr sz="3600" b="1">
                <a:solidFill>
                  <a:schemeClr val="bg1"/>
                </a:solidFill>
                <a:latin typeface="+mj-lt"/>
              </a:defRPr>
            </a:lvl1pPr>
          </a:lstStyle>
          <a:p>
            <a:pPr lvl="0"/>
            <a:r>
              <a:rPr lang="en-GB" noProof="0" dirty="0"/>
              <a:t>Click to add (sub)title</a:t>
            </a:r>
          </a:p>
        </p:txBody>
      </p:sp>
      <p:sp>
        <p:nvSpPr>
          <p:cNvPr id="16" name="Title 1">
            <a:extLst>
              <a:ext uri="{FF2B5EF4-FFF2-40B4-BE49-F238E27FC236}">
                <a16:creationId xmlns:a16="http://schemas.microsoft.com/office/drawing/2014/main" id="{E34099AA-6604-4254-ACD4-37B7B8373FAA}"/>
              </a:ext>
            </a:extLst>
          </p:cNvPr>
          <p:cNvSpPr>
            <a:spLocks noGrp="1"/>
          </p:cNvSpPr>
          <p:nvPr>
            <p:ph type="ctrTitle" hasCustomPrompt="1"/>
          </p:nvPr>
        </p:nvSpPr>
        <p:spPr bwMode="gray">
          <a:xfrm>
            <a:off x="658800" y="1634400"/>
            <a:ext cx="3712436" cy="738000"/>
          </a:xfrm>
          <a:prstGeom prst="roundRect">
            <a:avLst>
              <a:gd name="adj" fmla="val 13767"/>
            </a:avLst>
          </a:prstGeom>
          <a:solidFill>
            <a:srgbClr val="FF6200"/>
          </a:solidFill>
        </p:spPr>
        <p:txBody>
          <a:bodyPr wrap="none" lIns="108000" tIns="108000" rIns="108000" bIns="72000" anchor="t" anchorCtr="0">
            <a:spAutoFit/>
          </a:bodyPr>
          <a:lstStyle>
            <a:lvl1pPr algn="l">
              <a:lnSpc>
                <a:spcPct val="90000"/>
              </a:lnSpc>
              <a:spcBef>
                <a:spcPts val="0"/>
              </a:spcBef>
              <a:defRPr sz="3600" b="1">
                <a:solidFill>
                  <a:schemeClr val="bg1"/>
                </a:solidFill>
                <a:latin typeface="+mj-lt"/>
              </a:defRPr>
            </a:lvl1pPr>
          </a:lstStyle>
          <a:p>
            <a:r>
              <a:rPr lang="en-GB" noProof="0" dirty="0"/>
              <a:t>Click to </a:t>
            </a:r>
            <a:r>
              <a:rPr lang="en-GB" noProof="0"/>
              <a:t>add title</a:t>
            </a:r>
            <a:endParaRPr lang="en-GB" noProof="0" dirty="0"/>
          </a:p>
        </p:txBody>
      </p:sp>
      <p:sp>
        <p:nvSpPr>
          <p:cNvPr id="29" name="Project Placeholder">
            <a:extLst>
              <a:ext uri="{FF2B5EF4-FFF2-40B4-BE49-F238E27FC236}">
                <a16:creationId xmlns:a16="http://schemas.microsoft.com/office/drawing/2014/main" id="{026A36CF-1C2C-48FA-9AF7-65727F8826F0}"/>
              </a:ext>
            </a:extLst>
          </p:cNvPr>
          <p:cNvSpPr>
            <a:spLocks noGrp="1" noChangeAspect="1"/>
          </p:cNvSpPr>
          <p:nvPr>
            <p:ph type="pic" sz="quarter" idx="16" hasCustomPrompt="1"/>
          </p:nvPr>
        </p:nvSpPr>
        <p:spPr>
          <a:xfrm>
            <a:off x="658797" y="5896309"/>
            <a:ext cx="3857399" cy="961677"/>
          </a:xfrm>
        </p:spPr>
        <p:txBody>
          <a:bodyPr lIns="288000" tIns="108000" rIns="108000" bIns="108000" anchor="ctr" anchorCtr="0"/>
          <a:lstStyle>
            <a:lvl1pPr>
              <a:defRPr sz="1200">
                <a:solidFill>
                  <a:srgbClr val="A8A8A8"/>
                </a:solidFill>
              </a:defRPr>
            </a:lvl1pPr>
          </a:lstStyle>
          <a:p>
            <a:r>
              <a:rPr lang="en-GB" dirty="0"/>
              <a:t>Business or project wordmark </a:t>
            </a:r>
            <a:br>
              <a:rPr lang="en-GB" dirty="0"/>
            </a:br>
            <a:r>
              <a:rPr lang="en-GB" dirty="0"/>
              <a:t>placeholder</a:t>
            </a:r>
          </a:p>
        </p:txBody>
      </p:sp>
      <p:sp>
        <p:nvSpPr>
          <p:cNvPr id="18" name="TextBox 17">
            <a:extLst>
              <a:ext uri="{FF2B5EF4-FFF2-40B4-BE49-F238E27FC236}">
                <a16:creationId xmlns:a16="http://schemas.microsoft.com/office/drawing/2014/main" id="{D689C158-114A-4690-B8A2-D0BCDDA501DB}"/>
              </a:ext>
            </a:extLst>
          </p:cNvPr>
          <p:cNvSpPr txBox="1"/>
          <p:nvPr userDrawn="1"/>
        </p:nvSpPr>
        <p:spPr>
          <a:xfrm>
            <a:off x="-2261849" y="0"/>
            <a:ext cx="1826420" cy="1919363"/>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rgbClr val="696969"/>
                </a:solidFill>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a:solidFill>
                  <a:srgbClr val="696969"/>
                </a:solidFill>
              </a:rPr>
              <a:t>You can choose between covers with the ING logo or with the ING identifier. The identifier can be best applied in commercial and informal presentations, assuming it has significant brand recognition in your market, but is less suitable for formal information</a:t>
            </a:r>
            <a:endParaRPr lang="en-GB" sz="1000" b="0" dirty="0" err="1">
              <a:solidFill>
                <a:srgbClr val="696969"/>
              </a:solidFill>
            </a:endParaRPr>
          </a:p>
        </p:txBody>
      </p:sp>
    </p:spTree>
    <p:extLst>
      <p:ext uri="{BB962C8B-B14F-4D97-AF65-F5344CB8AC3E}">
        <p14:creationId xmlns:p14="http://schemas.microsoft.com/office/powerpoint/2010/main" val="4133833069"/>
      </p:ext>
    </p:extLst>
  </p:cSld>
  <p:clrMapOvr>
    <a:masterClrMapping/>
  </p:clrMapOvr>
  <p:extLst>
    <p:ext uri="{DCECCB84-F9BA-43D5-87BE-67443E8EF086}">
      <p15:sldGuideLst xmlns:p15="http://schemas.microsoft.com/office/powerpoint/2012/main">
        <p15:guide id="1" orient="horz" pos="1491" userDrawn="1">
          <p15:clr>
            <a:srgbClr val="FBAE40"/>
          </p15:clr>
        </p15:guide>
        <p15:guide id="2" orient="horz" pos="1542" userDrawn="1">
          <p15:clr>
            <a:srgbClr val="FBAE40"/>
          </p15:clr>
        </p15:guide>
        <p15:guide id="3" orient="horz" pos="2006" userDrawn="1">
          <p15:clr>
            <a:srgbClr val="FBAE40"/>
          </p15:clr>
        </p15:guide>
        <p15:guide id="4" orient="horz" pos="2057"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dex slide">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515CBA26-4510-4A9C-B080-4211950399FD}"/>
              </a:ext>
            </a:extLst>
          </p:cNvPr>
          <p:cNvSpPr>
            <a:spLocks noGrp="1"/>
          </p:cNvSpPr>
          <p:nvPr>
            <p:ph type="ftr" sz="quarter" idx="12"/>
          </p:nvPr>
        </p:nvSpPr>
        <p:spPr/>
        <p:txBody>
          <a:bodyPr/>
          <a:lstStyle>
            <a:lvl1pPr>
              <a:defRPr/>
            </a:lvl1pPr>
          </a:lstStyle>
          <a:p>
            <a:endParaRPr lang="en-GB" noProof="0"/>
          </a:p>
        </p:txBody>
      </p:sp>
      <p:sp>
        <p:nvSpPr>
          <p:cNvPr id="6" name="Title 5">
            <a:extLst>
              <a:ext uri="{FF2B5EF4-FFF2-40B4-BE49-F238E27FC236}">
                <a16:creationId xmlns:a16="http://schemas.microsoft.com/office/drawing/2014/main" id="{1DDC45C2-05A9-46EA-B276-6A874E5C1E41}"/>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sp>
        <p:nvSpPr>
          <p:cNvPr id="11" name="Text Placeholder 10">
            <a:extLst>
              <a:ext uri="{FF2B5EF4-FFF2-40B4-BE49-F238E27FC236}">
                <a16:creationId xmlns:a16="http://schemas.microsoft.com/office/drawing/2014/main" id="{6BA07CBC-1D3E-422E-A575-116DF6809A5F}"/>
              </a:ext>
            </a:extLst>
          </p:cNvPr>
          <p:cNvSpPr>
            <a:spLocks noGrp="1"/>
          </p:cNvSpPr>
          <p:nvPr>
            <p:ph type="body" sz="quarter" idx="13" hasCustomPrompt="1"/>
          </p:nvPr>
        </p:nvSpPr>
        <p:spPr bwMode="auto">
          <a:xfrm>
            <a:off x="659008" y="1141198"/>
            <a:ext cx="10875600" cy="5058000"/>
          </a:xfrm>
          <a:custGeom>
            <a:avLst/>
            <a:gdLst>
              <a:gd name="connsiteX0" fmla="*/ 0 w 10489176"/>
              <a:gd name="connsiteY0" fmla="*/ 0 h 5058000"/>
              <a:gd name="connsiteX1" fmla="*/ 10489176 w 10489176"/>
              <a:gd name="connsiteY1" fmla="*/ 0 h 5058000"/>
              <a:gd name="connsiteX2" fmla="*/ 10489176 w 10489176"/>
              <a:gd name="connsiteY2" fmla="*/ 5058000 h 5058000"/>
              <a:gd name="connsiteX3" fmla="*/ 0 w 10489176"/>
              <a:gd name="connsiteY3" fmla="*/ 5058000 h 5058000"/>
            </a:gdLst>
            <a:ahLst/>
            <a:cxnLst>
              <a:cxn ang="0">
                <a:pos x="connsiteX0" y="connsiteY0"/>
              </a:cxn>
              <a:cxn ang="0">
                <a:pos x="connsiteX1" y="connsiteY1"/>
              </a:cxn>
              <a:cxn ang="0">
                <a:pos x="connsiteX2" y="connsiteY2"/>
              </a:cxn>
              <a:cxn ang="0">
                <a:pos x="connsiteX3" y="connsiteY3"/>
              </a:cxn>
            </a:cxnLst>
            <a:rect l="l" t="t" r="r" b="b"/>
            <a:pathLst>
              <a:path w="10489176" h="5058000">
                <a:moveTo>
                  <a:pt x="0" y="0"/>
                </a:moveTo>
                <a:lnTo>
                  <a:pt x="10489176" y="0"/>
                </a:lnTo>
                <a:lnTo>
                  <a:pt x="10489176" y="5058000"/>
                </a:lnTo>
                <a:lnTo>
                  <a:pt x="0" y="5058000"/>
                </a:lnTo>
                <a:close/>
              </a:path>
            </a:pathLst>
          </a:custGeom>
        </p:spPr>
        <p:txBody>
          <a:bodyPr wrap="square">
            <a:noAutofit/>
          </a:bodyPr>
          <a:lstStyle>
            <a:lvl1pPr marL="360000" indent="-360000">
              <a:spcBef>
                <a:spcPts val="200"/>
              </a:spcBef>
              <a:spcAft>
                <a:spcPts val="800"/>
              </a:spcAft>
              <a:buFont typeface="+mj-lt"/>
              <a:buAutoNum type="arabicPeriod"/>
              <a:defRPr/>
            </a:lvl1pPr>
            <a:lvl2pPr>
              <a:defRPr/>
            </a:lvl2pPr>
          </a:lstStyle>
          <a:p>
            <a:pPr lvl="0"/>
            <a:r>
              <a:rPr lang="en-GB" noProof="0" dirty="0"/>
              <a:t>Click to add text</a:t>
            </a:r>
          </a:p>
          <a:p>
            <a:pPr lvl="1"/>
            <a:r>
              <a:rPr lang="en-GB" noProof="0" dirty="0"/>
              <a:t>Second level</a:t>
            </a:r>
          </a:p>
        </p:txBody>
      </p:sp>
    </p:spTree>
    <p:extLst>
      <p:ext uri="{BB962C8B-B14F-4D97-AF65-F5344CB8AC3E}">
        <p14:creationId xmlns:p14="http://schemas.microsoft.com/office/powerpoint/2010/main" val="2287731730"/>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ndex slide picture right">
    <p:bg bwMode="gray">
      <p:bgRef idx="1001">
        <a:schemeClr val="bg1"/>
      </p:bgRef>
    </p:bg>
    <p:spTree>
      <p:nvGrpSpPr>
        <p:cNvPr id="1" name=""/>
        <p:cNvGrpSpPr/>
        <p:nvPr/>
      </p:nvGrpSpPr>
      <p:grpSpPr>
        <a:xfrm>
          <a:off x="0" y="0"/>
          <a:ext cx="0" cy="0"/>
          <a:chOff x="0" y="0"/>
          <a:chExt cx="0" cy="0"/>
        </a:xfrm>
      </p:grpSpPr>
      <p:sp>
        <p:nvSpPr>
          <p:cNvPr id="3" name="Slide Number Placeholder 2"/>
          <p:cNvSpPr>
            <a:spLocks noGrp="1"/>
          </p:cNvSpPr>
          <p:nvPr>
            <p:ph type="sldNum" sz="quarter" idx="16"/>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CEA75376-E7C9-4515-A27A-D366A6F50C18}"/>
              </a:ext>
            </a:extLst>
          </p:cNvPr>
          <p:cNvSpPr>
            <a:spLocks noGrp="1"/>
          </p:cNvSpPr>
          <p:nvPr>
            <p:ph type="ftr" sz="quarter" idx="17"/>
          </p:nvPr>
        </p:nvSpPr>
        <p:spPr>
          <a:xfrm>
            <a:off x="659007" y="6403940"/>
            <a:ext cx="7408800" cy="187200"/>
          </a:xfrm>
        </p:spPr>
        <p:txBody>
          <a:bodyPr/>
          <a:lstStyle>
            <a:lvl1pPr>
              <a:defRPr/>
            </a:lvl1pPr>
          </a:lstStyle>
          <a:p>
            <a:endParaRPr lang="en-GB" noProof="0"/>
          </a:p>
        </p:txBody>
      </p:sp>
      <p:sp>
        <p:nvSpPr>
          <p:cNvPr id="8" name="Picture Placeholder 7">
            <a:extLst>
              <a:ext uri="{FF2B5EF4-FFF2-40B4-BE49-F238E27FC236}">
                <a16:creationId xmlns:a16="http://schemas.microsoft.com/office/drawing/2014/main" id="{0136ED5D-41FE-434B-8102-33405500B8E3}"/>
              </a:ext>
            </a:extLst>
          </p:cNvPr>
          <p:cNvSpPr>
            <a:spLocks noGrp="1"/>
          </p:cNvSpPr>
          <p:nvPr>
            <p:ph type="pic" sz="quarter" idx="20"/>
          </p:nvPr>
        </p:nvSpPr>
        <p:spPr bwMode="gray">
          <a:xfrm>
            <a:off x="8415482" y="1"/>
            <a:ext cx="3776519" cy="6857999"/>
          </a:xfrm>
          <a:custGeom>
            <a:avLst/>
            <a:gdLst>
              <a:gd name="connsiteX0" fmla="*/ 0 w 3776519"/>
              <a:gd name="connsiteY0" fmla="*/ 0 h 6857999"/>
              <a:gd name="connsiteX1" fmla="*/ 190493 w 3776519"/>
              <a:gd name="connsiteY1" fmla="*/ 0 h 6857999"/>
              <a:gd name="connsiteX2" fmla="*/ 914400 w 3776519"/>
              <a:gd name="connsiteY2" fmla="*/ 0 h 6857999"/>
              <a:gd name="connsiteX3" fmla="*/ 3776519 w 3776519"/>
              <a:gd name="connsiteY3" fmla="*/ 0 h 6857999"/>
              <a:gd name="connsiteX4" fmla="*/ 3776519 w 3776519"/>
              <a:gd name="connsiteY4" fmla="*/ 6857999 h 6857999"/>
              <a:gd name="connsiteX5" fmla="*/ 190491 w 3776519"/>
              <a:gd name="connsiteY5" fmla="*/ 6857999 h 6857999"/>
              <a:gd name="connsiteX6" fmla="*/ 116345 w 3776519"/>
              <a:gd name="connsiteY6" fmla="*/ 6843030 h 6857999"/>
              <a:gd name="connsiteX7" fmla="*/ 0 w 3776519"/>
              <a:gd name="connsiteY7" fmla="*/ 6667507 h 6857999"/>
              <a:gd name="connsiteX8" fmla="*/ 0 w 3776519"/>
              <a:gd name="connsiteY8" fmla="*/ 914400 h 6857999"/>
              <a:gd name="connsiteX9" fmla="*/ 0 w 3776519"/>
              <a:gd name="connsiteY9" fmla="*/ 190493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76519" h="6857999">
                <a:moveTo>
                  <a:pt x="0" y="0"/>
                </a:moveTo>
                <a:lnTo>
                  <a:pt x="190493" y="0"/>
                </a:lnTo>
                <a:lnTo>
                  <a:pt x="914400" y="0"/>
                </a:lnTo>
                <a:lnTo>
                  <a:pt x="3776519" y="0"/>
                </a:lnTo>
                <a:lnTo>
                  <a:pt x="3776519" y="6857999"/>
                </a:lnTo>
                <a:lnTo>
                  <a:pt x="190491" y="6857999"/>
                </a:lnTo>
                <a:lnTo>
                  <a:pt x="116345" y="6843030"/>
                </a:lnTo>
                <a:cubicBezTo>
                  <a:pt x="47974" y="6814111"/>
                  <a:pt x="0" y="6746411"/>
                  <a:pt x="0" y="6667507"/>
                </a:cubicBezTo>
                <a:lnTo>
                  <a:pt x="0" y="914400"/>
                </a:lnTo>
                <a:lnTo>
                  <a:pt x="0" y="190493"/>
                </a:lnTo>
                <a:close/>
              </a:path>
            </a:pathLst>
          </a:custGeom>
          <a:solidFill>
            <a:schemeClr val="accent2">
              <a:lumMod val="20000"/>
              <a:lumOff val="80000"/>
              <a:alpha val="10000"/>
            </a:schemeClr>
          </a:solidFill>
        </p:spPr>
        <p:txBody>
          <a:bodyPr wrap="square" lIns="360000" tIns="360000" rIns="360000" bIns="360000">
            <a:noAutofit/>
          </a:bodyPr>
          <a:lstStyle/>
          <a:p>
            <a:r>
              <a:rPr lang="en-US" noProof="0"/>
              <a:t>Click icon to add picture</a:t>
            </a:r>
            <a:endParaRPr lang="en-GB" noProof="0"/>
          </a:p>
        </p:txBody>
      </p:sp>
      <p:sp>
        <p:nvSpPr>
          <p:cNvPr id="20" name="Text Placeholder 19">
            <a:extLst>
              <a:ext uri="{FF2B5EF4-FFF2-40B4-BE49-F238E27FC236}">
                <a16:creationId xmlns:a16="http://schemas.microsoft.com/office/drawing/2014/main" id="{3B02C1D6-EBC4-42E4-AD3A-B8313C31BD73}"/>
              </a:ext>
            </a:extLst>
          </p:cNvPr>
          <p:cNvSpPr>
            <a:spLocks noGrp="1"/>
          </p:cNvSpPr>
          <p:nvPr>
            <p:ph type="body" sz="quarter" idx="21" hasCustomPrompt="1"/>
          </p:nvPr>
        </p:nvSpPr>
        <p:spPr bwMode="auto">
          <a:xfrm>
            <a:off x="659008" y="1141198"/>
            <a:ext cx="7408800" cy="5058000"/>
          </a:xfrm>
          <a:custGeom>
            <a:avLst/>
            <a:gdLst>
              <a:gd name="connsiteX0" fmla="*/ 0 w 5617764"/>
              <a:gd name="connsiteY0" fmla="*/ 0 h 5058000"/>
              <a:gd name="connsiteX1" fmla="*/ 5617764 w 5617764"/>
              <a:gd name="connsiteY1" fmla="*/ 0 h 5058000"/>
              <a:gd name="connsiteX2" fmla="*/ 5617764 w 5617764"/>
              <a:gd name="connsiteY2" fmla="*/ 5058000 h 5058000"/>
              <a:gd name="connsiteX3" fmla="*/ 0 w 5617764"/>
              <a:gd name="connsiteY3" fmla="*/ 5058000 h 5058000"/>
            </a:gdLst>
            <a:ahLst/>
            <a:cxnLst>
              <a:cxn ang="0">
                <a:pos x="connsiteX0" y="connsiteY0"/>
              </a:cxn>
              <a:cxn ang="0">
                <a:pos x="connsiteX1" y="connsiteY1"/>
              </a:cxn>
              <a:cxn ang="0">
                <a:pos x="connsiteX2" y="connsiteY2"/>
              </a:cxn>
              <a:cxn ang="0">
                <a:pos x="connsiteX3" y="connsiteY3"/>
              </a:cxn>
            </a:cxnLst>
            <a:rect l="l" t="t" r="r" b="b"/>
            <a:pathLst>
              <a:path w="5617764" h="5058000">
                <a:moveTo>
                  <a:pt x="0" y="0"/>
                </a:moveTo>
                <a:lnTo>
                  <a:pt x="5617764" y="0"/>
                </a:lnTo>
                <a:lnTo>
                  <a:pt x="5617764" y="5058000"/>
                </a:lnTo>
                <a:lnTo>
                  <a:pt x="0" y="5058000"/>
                </a:lnTo>
                <a:close/>
              </a:path>
            </a:pathLst>
          </a:custGeom>
        </p:spPr>
        <p:txBody>
          <a:bodyPr wrap="square">
            <a:noAutofit/>
          </a:bodyPr>
          <a:lstStyle>
            <a:lvl1pPr marL="360000" indent="-360000">
              <a:spcBef>
                <a:spcPts val="200"/>
              </a:spcBef>
              <a:spcAft>
                <a:spcPts val="800"/>
              </a:spcAft>
              <a:buFont typeface="+mj-lt"/>
              <a:buAutoNum type="arabicPeriod"/>
              <a:defRPr/>
            </a:lvl1pPr>
            <a:lvl2pPr>
              <a:defRPr/>
            </a:lvl2pPr>
          </a:lstStyle>
          <a:p>
            <a:pPr lvl="0"/>
            <a:r>
              <a:rPr lang="en-GB" noProof="0" dirty="0"/>
              <a:t>Click to add text</a:t>
            </a:r>
          </a:p>
          <a:p>
            <a:pPr lvl="1"/>
            <a:r>
              <a:rPr lang="en-GB" noProof="0" dirty="0"/>
              <a:t>Second level</a:t>
            </a:r>
          </a:p>
        </p:txBody>
      </p:sp>
      <p:sp>
        <p:nvSpPr>
          <p:cNvPr id="4" name="Title 3">
            <a:extLst>
              <a:ext uri="{FF2B5EF4-FFF2-40B4-BE49-F238E27FC236}">
                <a16:creationId xmlns:a16="http://schemas.microsoft.com/office/drawing/2014/main" id="{F4AC00D7-B457-45E8-A905-966FD04715A3}"/>
              </a:ext>
            </a:extLst>
          </p:cNvPr>
          <p:cNvSpPr>
            <a:spLocks noGrp="1"/>
          </p:cNvSpPr>
          <p:nvPr>
            <p:ph type="title"/>
          </p:nvPr>
        </p:nvSpPr>
        <p:spPr>
          <a:xfrm>
            <a:off x="659008" y="325235"/>
            <a:ext cx="7408800" cy="817244"/>
          </a:xfrm>
        </p:spPr>
        <p:txBody>
          <a:bodyPr/>
          <a:lstStyle/>
          <a:p>
            <a:r>
              <a:rPr lang="en-US"/>
              <a:t>Click to edit Master title style</a:t>
            </a:r>
            <a:endParaRPr lang="en-GB"/>
          </a:p>
        </p:txBody>
      </p:sp>
      <p:sp>
        <p:nvSpPr>
          <p:cNvPr id="7" name="TextBox 6">
            <a:extLst>
              <a:ext uri="{FF2B5EF4-FFF2-40B4-BE49-F238E27FC236}">
                <a16:creationId xmlns:a16="http://schemas.microsoft.com/office/drawing/2014/main" id="{85210F25-0569-48E4-86BF-27768C680957}"/>
              </a:ext>
            </a:extLst>
          </p:cNvPr>
          <p:cNvSpPr txBox="1"/>
          <p:nvPr userDrawn="1"/>
        </p:nvSpPr>
        <p:spPr>
          <a:xfrm>
            <a:off x="-2261849" y="0"/>
            <a:ext cx="1826420" cy="299658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p:txBody>
      </p:sp>
    </p:spTree>
    <p:extLst>
      <p:ext uri="{BB962C8B-B14F-4D97-AF65-F5344CB8AC3E}">
        <p14:creationId xmlns:p14="http://schemas.microsoft.com/office/powerpoint/2010/main" val="1496741468"/>
      </p:ext>
    </p:extLst>
  </p:cSld>
  <p:clrMapOvr>
    <a:masterClrMapping/>
  </p:clrMapOvr>
  <p:extLst>
    <p:ext uri="{DCECCB84-F9BA-43D5-87BE-67443E8EF086}">
      <p15:sldGuideLst xmlns:p15="http://schemas.microsoft.com/office/powerpoint/2012/main">
        <p15:guide id="1" pos="4308" userDrawn="1">
          <p15:clr>
            <a:srgbClr val="FBAE40"/>
          </p15:clr>
        </p15:guide>
        <p15:guide id="2" pos="4596"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ndex slide picture left">
    <p:bg bwMode="gray">
      <p:bgRef idx="1001">
        <a:schemeClr val="bg1"/>
      </p:bgRef>
    </p:bg>
    <p:spTree>
      <p:nvGrpSpPr>
        <p:cNvPr id="1" name=""/>
        <p:cNvGrpSpPr/>
        <p:nvPr/>
      </p:nvGrpSpPr>
      <p:grpSpPr>
        <a:xfrm>
          <a:off x="0" y="0"/>
          <a:ext cx="0" cy="0"/>
          <a:chOff x="0" y="0"/>
          <a:chExt cx="0" cy="0"/>
        </a:xfrm>
      </p:grpSpPr>
      <p:sp>
        <p:nvSpPr>
          <p:cNvPr id="3" name="Slide Number Placeholder 2"/>
          <p:cNvSpPr>
            <a:spLocks noGrp="1"/>
          </p:cNvSpPr>
          <p:nvPr>
            <p:ph type="sldNum" sz="quarter" idx="16"/>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CEA75376-E7C9-4515-A27A-D366A6F50C18}"/>
              </a:ext>
            </a:extLst>
          </p:cNvPr>
          <p:cNvSpPr>
            <a:spLocks noGrp="1"/>
          </p:cNvSpPr>
          <p:nvPr>
            <p:ph type="ftr" sz="quarter" idx="17"/>
          </p:nvPr>
        </p:nvSpPr>
        <p:spPr>
          <a:xfrm>
            <a:off x="4124163" y="6403940"/>
            <a:ext cx="6735600" cy="187200"/>
          </a:xfrm>
        </p:spPr>
        <p:txBody>
          <a:bodyPr/>
          <a:lstStyle>
            <a:lvl1pPr>
              <a:defRPr/>
            </a:lvl1pPr>
          </a:lstStyle>
          <a:p>
            <a:endParaRPr lang="en-GB" noProof="0"/>
          </a:p>
        </p:txBody>
      </p:sp>
      <p:sp>
        <p:nvSpPr>
          <p:cNvPr id="13" name="Picture Placeholder 12">
            <a:extLst>
              <a:ext uri="{FF2B5EF4-FFF2-40B4-BE49-F238E27FC236}">
                <a16:creationId xmlns:a16="http://schemas.microsoft.com/office/drawing/2014/main" id="{5B790946-B7BA-4B88-836C-B0601F7BF453}"/>
              </a:ext>
            </a:extLst>
          </p:cNvPr>
          <p:cNvSpPr>
            <a:spLocks noGrp="1"/>
          </p:cNvSpPr>
          <p:nvPr>
            <p:ph type="pic" sz="quarter" idx="20"/>
          </p:nvPr>
        </p:nvSpPr>
        <p:spPr bwMode="gray">
          <a:xfrm>
            <a:off x="-1" y="0"/>
            <a:ext cx="3776520" cy="6858000"/>
          </a:xfrm>
          <a:custGeom>
            <a:avLst/>
            <a:gdLst>
              <a:gd name="connsiteX0" fmla="*/ 0 w 3776520"/>
              <a:gd name="connsiteY0" fmla="*/ 0 h 6858000"/>
              <a:gd name="connsiteX1" fmla="*/ 3586029 w 3776520"/>
              <a:gd name="connsiteY1" fmla="*/ 0 h 6858000"/>
              <a:gd name="connsiteX2" fmla="*/ 3586034 w 3776520"/>
              <a:gd name="connsiteY2" fmla="*/ 1 h 6858000"/>
              <a:gd name="connsiteX3" fmla="*/ 3776520 w 3776520"/>
              <a:gd name="connsiteY3" fmla="*/ 1 h 6858000"/>
              <a:gd name="connsiteX4" fmla="*/ 3776520 w 3776520"/>
              <a:gd name="connsiteY4" fmla="*/ 190493 h 6858000"/>
              <a:gd name="connsiteX5" fmla="*/ 3776520 w 3776520"/>
              <a:gd name="connsiteY5" fmla="*/ 914401 h 6858000"/>
              <a:gd name="connsiteX6" fmla="*/ 3776520 w 3776520"/>
              <a:gd name="connsiteY6" fmla="*/ 6667507 h 6858000"/>
              <a:gd name="connsiteX7" fmla="*/ 3586027 w 3776520"/>
              <a:gd name="connsiteY7" fmla="*/ 6858000 h 6858000"/>
              <a:gd name="connsiteX8" fmla="*/ 0 w 3776520"/>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76520" h="6858000">
                <a:moveTo>
                  <a:pt x="0" y="0"/>
                </a:moveTo>
                <a:lnTo>
                  <a:pt x="3586029" y="0"/>
                </a:lnTo>
                <a:lnTo>
                  <a:pt x="3586034" y="1"/>
                </a:lnTo>
                <a:lnTo>
                  <a:pt x="3776520" y="1"/>
                </a:lnTo>
                <a:lnTo>
                  <a:pt x="3776520" y="190493"/>
                </a:lnTo>
                <a:lnTo>
                  <a:pt x="3776520" y="914401"/>
                </a:lnTo>
                <a:lnTo>
                  <a:pt x="3776520" y="6667507"/>
                </a:lnTo>
                <a:cubicBezTo>
                  <a:pt x="3776520" y="6772713"/>
                  <a:pt x="3691233" y="6858000"/>
                  <a:pt x="3586027" y="6858000"/>
                </a:cubicBezTo>
                <a:lnTo>
                  <a:pt x="0" y="6858000"/>
                </a:lnTo>
                <a:close/>
              </a:path>
            </a:pathLst>
          </a:custGeom>
          <a:solidFill>
            <a:schemeClr val="accent2">
              <a:lumMod val="20000"/>
              <a:lumOff val="80000"/>
              <a:alpha val="10000"/>
            </a:schemeClr>
          </a:solidFill>
        </p:spPr>
        <p:txBody>
          <a:bodyPr wrap="square" lIns="360000" tIns="360000" rIns="360000" bIns="360000">
            <a:noAutofit/>
          </a:bodyPr>
          <a:lstStyle/>
          <a:p>
            <a:r>
              <a:rPr lang="en-US" noProof="0"/>
              <a:t>Click icon to add picture</a:t>
            </a:r>
            <a:endParaRPr lang="en-GB" noProof="0"/>
          </a:p>
        </p:txBody>
      </p:sp>
      <p:sp>
        <p:nvSpPr>
          <p:cNvPr id="20" name="Text Placeholder 19">
            <a:extLst>
              <a:ext uri="{FF2B5EF4-FFF2-40B4-BE49-F238E27FC236}">
                <a16:creationId xmlns:a16="http://schemas.microsoft.com/office/drawing/2014/main" id="{3B02C1D6-EBC4-42E4-AD3A-B8313C31BD73}"/>
              </a:ext>
            </a:extLst>
          </p:cNvPr>
          <p:cNvSpPr>
            <a:spLocks noGrp="1"/>
          </p:cNvSpPr>
          <p:nvPr>
            <p:ph type="body" sz="quarter" idx="21" hasCustomPrompt="1"/>
          </p:nvPr>
        </p:nvSpPr>
        <p:spPr bwMode="auto">
          <a:xfrm>
            <a:off x="4124163" y="1141198"/>
            <a:ext cx="7408800" cy="5058000"/>
          </a:xfrm>
          <a:custGeom>
            <a:avLst/>
            <a:gdLst>
              <a:gd name="connsiteX0" fmla="*/ 0 w 5617764"/>
              <a:gd name="connsiteY0" fmla="*/ 0 h 5058000"/>
              <a:gd name="connsiteX1" fmla="*/ 5617764 w 5617764"/>
              <a:gd name="connsiteY1" fmla="*/ 0 h 5058000"/>
              <a:gd name="connsiteX2" fmla="*/ 5617764 w 5617764"/>
              <a:gd name="connsiteY2" fmla="*/ 5058000 h 5058000"/>
              <a:gd name="connsiteX3" fmla="*/ 0 w 5617764"/>
              <a:gd name="connsiteY3" fmla="*/ 5058000 h 5058000"/>
            </a:gdLst>
            <a:ahLst/>
            <a:cxnLst>
              <a:cxn ang="0">
                <a:pos x="connsiteX0" y="connsiteY0"/>
              </a:cxn>
              <a:cxn ang="0">
                <a:pos x="connsiteX1" y="connsiteY1"/>
              </a:cxn>
              <a:cxn ang="0">
                <a:pos x="connsiteX2" y="connsiteY2"/>
              </a:cxn>
              <a:cxn ang="0">
                <a:pos x="connsiteX3" y="connsiteY3"/>
              </a:cxn>
            </a:cxnLst>
            <a:rect l="l" t="t" r="r" b="b"/>
            <a:pathLst>
              <a:path w="5617764" h="5058000">
                <a:moveTo>
                  <a:pt x="0" y="0"/>
                </a:moveTo>
                <a:lnTo>
                  <a:pt x="5617764" y="0"/>
                </a:lnTo>
                <a:lnTo>
                  <a:pt x="5617764" y="5058000"/>
                </a:lnTo>
                <a:lnTo>
                  <a:pt x="0" y="5058000"/>
                </a:lnTo>
                <a:close/>
              </a:path>
            </a:pathLst>
          </a:custGeom>
        </p:spPr>
        <p:txBody>
          <a:bodyPr wrap="square">
            <a:noAutofit/>
          </a:bodyPr>
          <a:lstStyle>
            <a:lvl1pPr marL="360000" indent="-360000">
              <a:spcBef>
                <a:spcPts val="200"/>
              </a:spcBef>
              <a:spcAft>
                <a:spcPts val="800"/>
              </a:spcAft>
              <a:buFont typeface="+mj-lt"/>
              <a:buAutoNum type="arabicPeriod"/>
              <a:defRPr/>
            </a:lvl1pPr>
            <a:lvl2pPr>
              <a:defRPr/>
            </a:lvl2pPr>
          </a:lstStyle>
          <a:p>
            <a:pPr lvl="0"/>
            <a:r>
              <a:rPr lang="en-GB" noProof="0" dirty="0"/>
              <a:t>Click to add text</a:t>
            </a:r>
          </a:p>
          <a:p>
            <a:pPr lvl="1"/>
            <a:r>
              <a:rPr lang="en-GB" noProof="0" dirty="0"/>
              <a:t>Second level</a:t>
            </a:r>
          </a:p>
        </p:txBody>
      </p:sp>
      <p:sp>
        <p:nvSpPr>
          <p:cNvPr id="4" name="Title 3">
            <a:extLst>
              <a:ext uri="{FF2B5EF4-FFF2-40B4-BE49-F238E27FC236}">
                <a16:creationId xmlns:a16="http://schemas.microsoft.com/office/drawing/2014/main" id="{F4AC00D7-B457-45E8-A905-966FD04715A3}"/>
              </a:ext>
            </a:extLst>
          </p:cNvPr>
          <p:cNvSpPr>
            <a:spLocks noGrp="1"/>
          </p:cNvSpPr>
          <p:nvPr>
            <p:ph type="title"/>
          </p:nvPr>
        </p:nvSpPr>
        <p:spPr>
          <a:xfrm>
            <a:off x="4124163" y="325235"/>
            <a:ext cx="7408800" cy="817244"/>
          </a:xfrm>
        </p:spPr>
        <p:txBody>
          <a:bodyPr/>
          <a:lstStyle/>
          <a:p>
            <a:r>
              <a:rPr lang="en-US"/>
              <a:t>Click to edit Master title style</a:t>
            </a:r>
            <a:endParaRPr lang="en-GB"/>
          </a:p>
        </p:txBody>
      </p:sp>
      <p:sp>
        <p:nvSpPr>
          <p:cNvPr id="7" name="TextBox 6">
            <a:extLst>
              <a:ext uri="{FF2B5EF4-FFF2-40B4-BE49-F238E27FC236}">
                <a16:creationId xmlns:a16="http://schemas.microsoft.com/office/drawing/2014/main" id="{4BEB9DAA-E55F-4181-BD9B-980BDFC351B4}"/>
              </a:ext>
            </a:extLst>
          </p:cNvPr>
          <p:cNvSpPr txBox="1"/>
          <p:nvPr userDrawn="1"/>
        </p:nvSpPr>
        <p:spPr>
          <a:xfrm>
            <a:off x="-2261849" y="0"/>
            <a:ext cx="1826420" cy="299658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p:txBody>
      </p:sp>
    </p:spTree>
    <p:extLst>
      <p:ext uri="{BB962C8B-B14F-4D97-AF65-F5344CB8AC3E}">
        <p14:creationId xmlns:p14="http://schemas.microsoft.com/office/powerpoint/2010/main" val="769853172"/>
      </p:ext>
    </p:extLst>
  </p:cSld>
  <p:clrMapOvr>
    <a:masterClrMapping/>
  </p:clrMapOvr>
  <p:extLst>
    <p:ext uri="{DCECCB84-F9BA-43D5-87BE-67443E8EF086}">
      <p15:sldGuideLst xmlns:p15="http://schemas.microsoft.com/office/powerpoint/2012/main">
        <p15:guide id="1" pos="4308">
          <p15:clr>
            <a:srgbClr val="FBAE40"/>
          </p15:clr>
        </p15:guide>
        <p15:guide id="2" pos="459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header orang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2B4DD1A-B332-4795-A59E-FA64AB32DDCC}"/>
              </a:ext>
            </a:extLst>
          </p:cNvPr>
          <p:cNvSpPr/>
          <p:nvPr userDrawn="1"/>
        </p:nvSpPr>
        <p:spPr>
          <a:xfrm>
            <a:off x="-2786743" y="-736600"/>
            <a:ext cx="17765486" cy="8331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dirty="0" err="1">
              <a:solidFill>
                <a:schemeClr val="tx1"/>
              </a:solidFill>
            </a:endParaRPr>
          </a:p>
        </p:txBody>
      </p:sp>
      <p:sp>
        <p:nvSpPr>
          <p:cNvPr id="3" name="Slide Number Placeholder 2">
            <a:extLst>
              <a:ext uri="{FF2B5EF4-FFF2-40B4-BE49-F238E27FC236}">
                <a16:creationId xmlns:a16="http://schemas.microsoft.com/office/drawing/2014/main" id="{9C93E026-2D04-4A6A-8BE5-A11C6D229280}"/>
              </a:ext>
            </a:extLst>
          </p:cNvPr>
          <p:cNvSpPr>
            <a:spLocks noGrp="1"/>
          </p:cNvSpPr>
          <p:nvPr>
            <p:ph type="sldNum" sz="quarter" idx="11"/>
          </p:nvPr>
        </p:nvSpPr>
        <p:spPr/>
        <p:txBody>
          <a:bodyPr/>
          <a:lstStyle/>
          <a:p>
            <a:fld id="{DDD2A080-DA64-4F5C-9131-47EB793B4410}" type="slidenum">
              <a:rPr lang="en-GB" smtClean="0"/>
              <a:pPr/>
              <a:t>‹#›</a:t>
            </a:fld>
            <a:endParaRPr lang="en-GB" dirty="0"/>
          </a:p>
        </p:txBody>
      </p:sp>
      <p:sp>
        <p:nvSpPr>
          <p:cNvPr id="5" name="Title 1"/>
          <p:cNvSpPr>
            <a:spLocks noGrp="1"/>
          </p:cNvSpPr>
          <p:nvPr userDrawn="1">
            <p:ph type="ctrTitle" hasCustomPrompt="1"/>
          </p:nvPr>
        </p:nvSpPr>
        <p:spPr bwMode="gray">
          <a:xfrm>
            <a:off x="658800" y="2447999"/>
            <a:ext cx="5485801" cy="738000"/>
          </a:xfrm>
          <a:prstGeom prst="roundRect">
            <a:avLst>
              <a:gd name="adj" fmla="val 13861"/>
            </a:avLst>
          </a:prstGeom>
          <a:solidFill>
            <a:srgbClr val="FF6200"/>
          </a:solidFill>
        </p:spPr>
        <p:txBody>
          <a:bodyPr wrap="none" lIns="108000" tIns="108000" rIns="108000" bIns="72000" anchor="t" anchorCtr="0">
            <a:spAutoFit/>
          </a:bodyPr>
          <a:lstStyle>
            <a:lvl1pPr algn="l">
              <a:lnSpc>
                <a:spcPct val="90000"/>
              </a:lnSpc>
              <a:defRPr sz="3600">
                <a:solidFill>
                  <a:schemeClr val="bg1"/>
                </a:solidFill>
              </a:defRPr>
            </a:lvl1pPr>
          </a:lstStyle>
          <a:p>
            <a:r>
              <a:rPr lang="en-US" noProof="0"/>
              <a:t>Click to add chapter title</a:t>
            </a:r>
            <a:endParaRPr lang="en-GB" noProof="0" dirty="0"/>
          </a:p>
        </p:txBody>
      </p:sp>
      <p:sp>
        <p:nvSpPr>
          <p:cNvPr id="17" name="Text Placeholder 6">
            <a:extLst>
              <a:ext uri="{FF2B5EF4-FFF2-40B4-BE49-F238E27FC236}">
                <a16:creationId xmlns:a16="http://schemas.microsoft.com/office/drawing/2014/main" id="{BB9E4015-3A4E-46C3-A52A-4243EBED6321}"/>
              </a:ext>
            </a:extLst>
          </p:cNvPr>
          <p:cNvSpPr>
            <a:spLocks noGrp="1"/>
          </p:cNvSpPr>
          <p:nvPr>
            <p:ph type="body" sz="quarter" idx="12" hasCustomPrompt="1"/>
          </p:nvPr>
        </p:nvSpPr>
        <p:spPr bwMode="gray">
          <a:xfrm>
            <a:off x="990000" y="3265686"/>
            <a:ext cx="7814741" cy="732995"/>
          </a:xfrm>
          <a:prstGeom prst="roundRect">
            <a:avLst>
              <a:gd name="adj" fmla="val 13767"/>
            </a:avLst>
          </a:prstGeom>
          <a:solidFill>
            <a:srgbClr val="FF6200"/>
          </a:solidFill>
        </p:spPr>
        <p:txBody>
          <a:bodyPr wrap="none" lIns="108000" tIns="108000" rIns="108000" bIns="72000">
            <a:spAutoFit/>
          </a:bodyPr>
          <a:lstStyle>
            <a:lvl1pPr algn="l">
              <a:lnSpc>
                <a:spcPct val="90000"/>
              </a:lnSpc>
              <a:defRPr sz="3600" b="1">
                <a:solidFill>
                  <a:schemeClr val="bg1"/>
                </a:solidFill>
                <a:latin typeface="+mj-lt"/>
              </a:defRPr>
            </a:lvl1pPr>
          </a:lstStyle>
          <a:p>
            <a:pPr lvl="0"/>
            <a:r>
              <a:rPr lang="en-GB" noProof="0" dirty="0"/>
              <a:t>Click to add (sub)title or remove bar</a:t>
            </a:r>
          </a:p>
        </p:txBody>
      </p:sp>
    </p:spTree>
    <p:extLst>
      <p:ext uri="{BB962C8B-B14F-4D97-AF65-F5344CB8AC3E}">
        <p14:creationId xmlns:p14="http://schemas.microsoft.com/office/powerpoint/2010/main" val="2590487111"/>
      </p:ext>
    </p:extLst>
  </p:cSld>
  <p:clrMapOvr>
    <a:masterClrMapping/>
  </p:clrMapOvr>
  <p:extLst>
    <p:ext uri="{DCECCB84-F9BA-43D5-87BE-67443E8EF086}">
      <p15:sldGuideLst xmlns:p15="http://schemas.microsoft.com/office/powerpoint/2012/main">
        <p15:guide id="1" orient="horz" pos="1491" userDrawn="1">
          <p15:clr>
            <a:srgbClr val="FBAE40"/>
          </p15:clr>
        </p15:guide>
        <p15:guide id="2" orient="horz" pos="1542" userDrawn="1">
          <p15:clr>
            <a:srgbClr val="FBAE40"/>
          </p15:clr>
        </p15:guide>
        <p15:guide id="3" orient="horz" pos="2006" userDrawn="1">
          <p15:clr>
            <a:srgbClr val="FBAE40"/>
          </p15:clr>
        </p15:guide>
        <p15:guide id="4" orient="horz" pos="2057"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hapter header picture">
    <p:spTree>
      <p:nvGrpSpPr>
        <p:cNvPr id="1" name=""/>
        <p:cNvGrpSpPr/>
        <p:nvPr/>
      </p:nvGrpSpPr>
      <p:grpSpPr>
        <a:xfrm>
          <a:off x="0" y="0"/>
          <a:ext cx="0" cy="0"/>
          <a:chOff x="0" y="0"/>
          <a:chExt cx="0" cy="0"/>
        </a:xfrm>
      </p:grpSpPr>
      <p:sp>
        <p:nvSpPr>
          <p:cNvPr id="7" name="Picture Placeholder 42">
            <a:extLst>
              <a:ext uri="{FF2B5EF4-FFF2-40B4-BE49-F238E27FC236}">
                <a16:creationId xmlns:a16="http://schemas.microsoft.com/office/drawing/2014/main" id="{C6F478FA-E472-48C9-BEDB-175C654577D2}"/>
              </a:ext>
            </a:extLst>
          </p:cNvPr>
          <p:cNvSpPr>
            <a:spLocks noGrp="1"/>
          </p:cNvSpPr>
          <p:nvPr>
            <p:ph type="pic" sz="quarter" idx="17"/>
          </p:nvPr>
        </p:nvSpPr>
        <p:spPr bwMode="gray">
          <a:xfrm flipH="1">
            <a:off x="0" y="0"/>
            <a:ext cx="12192000" cy="6858000"/>
          </a:xfrm>
          <a:prstGeom prst="rect">
            <a:avLst/>
          </a:prstGeom>
          <a:solidFill>
            <a:schemeClr val="accent2">
              <a:lumMod val="20000"/>
              <a:lumOff val="80000"/>
              <a:alpha val="10000"/>
            </a:schemeClr>
          </a:solidFill>
        </p:spPr>
        <p:txBody>
          <a:bodyPr wrap="square" lIns="2880000" tIns="36000" rIns="36000" bIns="36000" anchor="ctr" anchorCtr="0">
            <a:noAutofit/>
          </a:bodyPr>
          <a:lstStyle>
            <a:lvl1pPr algn="ctr">
              <a:defRPr sz="1400" b="0"/>
            </a:lvl1pPr>
          </a:lstStyle>
          <a:p>
            <a:r>
              <a:rPr lang="en-US" noProof="0"/>
              <a:t>Click icon to add picture</a:t>
            </a:r>
            <a:endParaRPr lang="en-GB" noProof="0"/>
          </a:p>
        </p:txBody>
      </p:sp>
      <p:sp>
        <p:nvSpPr>
          <p:cNvPr id="6" name="Title Placeholder 1"/>
          <p:cNvSpPr>
            <a:spLocks noGrp="1"/>
          </p:cNvSpPr>
          <p:nvPr>
            <p:ph type="title" hasCustomPrompt="1"/>
          </p:nvPr>
        </p:nvSpPr>
        <p:spPr bwMode="gray">
          <a:xfrm>
            <a:off x="658800" y="2448000"/>
            <a:ext cx="5485801" cy="739574"/>
          </a:xfrm>
          <a:prstGeom prst="roundRect">
            <a:avLst>
              <a:gd name="adj" fmla="val 13738"/>
            </a:avLst>
          </a:prstGeom>
          <a:solidFill>
            <a:srgbClr val="FF6200"/>
          </a:solidFill>
        </p:spPr>
        <p:txBody>
          <a:bodyPr vert="horz" wrap="none" lIns="108000" tIns="108000" rIns="108000" bIns="72000" rtlCol="0" anchor="t" anchorCtr="0">
            <a:spAutoFit/>
          </a:bodyPr>
          <a:lstStyle>
            <a:lvl1pPr>
              <a:lnSpc>
                <a:spcPct val="90000"/>
              </a:lnSpc>
              <a:defRPr sz="3600">
                <a:solidFill>
                  <a:schemeClr val="bg1"/>
                </a:solidFill>
              </a:defRPr>
            </a:lvl1pPr>
          </a:lstStyle>
          <a:p>
            <a:r>
              <a:rPr lang="en-GB" noProof="0" dirty="0"/>
              <a:t>Click to </a:t>
            </a:r>
            <a:r>
              <a:rPr lang="en-GB" noProof="0"/>
              <a:t>add chapter title</a:t>
            </a:r>
            <a:endParaRPr lang="en-GB" noProof="0" dirty="0"/>
          </a:p>
        </p:txBody>
      </p:sp>
      <p:sp>
        <p:nvSpPr>
          <p:cNvPr id="17" name="Text Placeholder 6">
            <a:extLst>
              <a:ext uri="{FF2B5EF4-FFF2-40B4-BE49-F238E27FC236}">
                <a16:creationId xmlns:a16="http://schemas.microsoft.com/office/drawing/2014/main" id="{34E02287-585D-40F3-A1A8-FCA73640D47A}"/>
              </a:ext>
            </a:extLst>
          </p:cNvPr>
          <p:cNvSpPr>
            <a:spLocks noGrp="1"/>
          </p:cNvSpPr>
          <p:nvPr>
            <p:ph type="body" sz="quarter" idx="12" hasCustomPrompt="1"/>
          </p:nvPr>
        </p:nvSpPr>
        <p:spPr bwMode="gray">
          <a:xfrm>
            <a:off x="990000" y="3265686"/>
            <a:ext cx="7814741" cy="732995"/>
          </a:xfrm>
          <a:prstGeom prst="roundRect">
            <a:avLst>
              <a:gd name="adj" fmla="val 13767"/>
            </a:avLst>
          </a:prstGeom>
          <a:solidFill>
            <a:srgbClr val="FF6200"/>
          </a:solidFill>
        </p:spPr>
        <p:txBody>
          <a:bodyPr wrap="none" lIns="108000" tIns="108000" rIns="108000" bIns="72000">
            <a:spAutoFit/>
          </a:bodyPr>
          <a:lstStyle>
            <a:lvl1pPr algn="l">
              <a:lnSpc>
                <a:spcPct val="90000"/>
              </a:lnSpc>
              <a:defRPr sz="3600" b="1">
                <a:solidFill>
                  <a:schemeClr val="bg1"/>
                </a:solidFill>
                <a:latin typeface="+mj-lt"/>
              </a:defRPr>
            </a:lvl1pPr>
          </a:lstStyle>
          <a:p>
            <a:pPr lvl="0"/>
            <a:r>
              <a:rPr lang="en-GB" noProof="0" dirty="0"/>
              <a:t>Click to add (sub)title or remove bar</a:t>
            </a:r>
          </a:p>
        </p:txBody>
      </p:sp>
      <p:sp>
        <p:nvSpPr>
          <p:cNvPr id="9" name="TextBox 8">
            <a:extLst>
              <a:ext uri="{FF2B5EF4-FFF2-40B4-BE49-F238E27FC236}">
                <a16:creationId xmlns:a16="http://schemas.microsoft.com/office/drawing/2014/main" id="{F8F7CF1A-99AC-42EE-A638-B3281CC1E31E}"/>
              </a:ext>
            </a:extLst>
          </p:cNvPr>
          <p:cNvSpPr txBox="1"/>
          <p:nvPr userDrawn="1"/>
        </p:nvSpPr>
        <p:spPr>
          <a:xfrm>
            <a:off x="-2261849" y="0"/>
            <a:ext cx="1826420" cy="391991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Finally, click on the new picture and choose 'Move to Back' via the right mouse button to show the heading bars again.</a:t>
            </a:r>
            <a:endParaRPr lang="en-GB" sz="1000" b="0" dirty="0" err="1">
              <a:solidFill>
                <a:srgbClr val="696969"/>
              </a:solidFill>
            </a:endParaRPr>
          </a:p>
        </p:txBody>
      </p:sp>
    </p:spTree>
    <p:extLst>
      <p:ext uri="{BB962C8B-B14F-4D97-AF65-F5344CB8AC3E}">
        <p14:creationId xmlns:p14="http://schemas.microsoft.com/office/powerpoint/2010/main" val="3248675170"/>
      </p:ext>
    </p:extLst>
  </p:cSld>
  <p:clrMapOvr>
    <a:masterClrMapping/>
  </p:clrMapOvr>
  <p:extLst>
    <p:ext uri="{DCECCB84-F9BA-43D5-87BE-67443E8EF086}">
      <p15:sldGuideLst xmlns:p15="http://schemas.microsoft.com/office/powerpoint/2012/main">
        <p15:guide id="1" pos="302" userDrawn="1">
          <p15:clr>
            <a:srgbClr val="FBAE40"/>
          </p15:clr>
        </p15:guide>
        <p15:guide id="2" orient="horz" pos="1491" userDrawn="1">
          <p15:clr>
            <a:srgbClr val="FBAE40"/>
          </p15:clr>
        </p15:guide>
        <p15:guide id="3" orient="horz" pos="1542" userDrawn="1">
          <p15:clr>
            <a:srgbClr val="FBAE40"/>
          </p15:clr>
        </p15:guide>
        <p15:guide id="4" orient="horz" pos="2006" userDrawn="1">
          <p15:clr>
            <a:srgbClr val="FBAE40"/>
          </p15:clr>
        </p15:guide>
        <p15:guide id="5" orient="horz" pos="2057"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bwMode="gray">
          <a:xfrm>
            <a:off x="6267450" y="1141198"/>
            <a:ext cx="5267158" cy="5058385"/>
          </a:xfrm>
        </p:spPr>
        <p:txBody>
          <a:bodyPr>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Text Placeholder 2"/>
          <p:cNvSpPr>
            <a:spLocks noGrp="1"/>
          </p:cNvSpPr>
          <p:nvPr>
            <p:ph idx="1" hasCustomPrompt="1"/>
          </p:nvPr>
        </p:nvSpPr>
        <p:spPr bwMode="gray">
          <a:xfrm>
            <a:off x="659007" y="1141198"/>
            <a:ext cx="5265544" cy="5058385"/>
          </a:xfrm>
          <a:prstGeom prst="rect">
            <a:avLst/>
          </a:prstGeom>
        </p:spPr>
        <p:txBody>
          <a:bodyPr vert="horz" lIns="0" tIns="0" rIns="0" bIns="0" rtlCol="0">
            <a:noAutofit/>
          </a:bodyPr>
          <a:lstStyle>
            <a:lvl1pPr>
              <a:defRPr/>
            </a:lvl1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6" name="Slide Number Placeholder 5"/>
          <p:cNvSpPr>
            <a:spLocks noGrp="1"/>
          </p:cNvSpPr>
          <p:nvPr>
            <p:ph type="sldNum" sz="quarter" idx="11"/>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A61A2D65-5C14-4E44-B39C-B546862BAB88}"/>
              </a:ext>
            </a:extLst>
          </p:cNvPr>
          <p:cNvSpPr>
            <a:spLocks noGrp="1"/>
          </p:cNvSpPr>
          <p:nvPr>
            <p:ph type="ftr" sz="quarter" idx="12"/>
          </p:nvPr>
        </p:nvSpPr>
        <p:spPr/>
        <p:txBody>
          <a:bodyPr/>
          <a:lstStyle>
            <a:lvl1pPr>
              <a:defRPr/>
            </a:lvl1pPr>
          </a:lstStyle>
          <a:p>
            <a:endParaRPr lang="en-GB" noProof="0"/>
          </a:p>
        </p:txBody>
      </p:sp>
      <p:sp>
        <p:nvSpPr>
          <p:cNvPr id="5" name="Title 4">
            <a:extLst>
              <a:ext uri="{FF2B5EF4-FFF2-40B4-BE49-F238E27FC236}">
                <a16:creationId xmlns:a16="http://schemas.microsoft.com/office/drawing/2014/main" id="{142CD367-C838-4C7E-BE7E-30CDE203A0B2}"/>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grpSp>
        <p:nvGrpSpPr>
          <p:cNvPr id="16" name="Group 15">
            <a:extLst>
              <a:ext uri="{FF2B5EF4-FFF2-40B4-BE49-F238E27FC236}">
                <a16:creationId xmlns:a16="http://schemas.microsoft.com/office/drawing/2014/main" id="{8B680561-619B-49E5-BA76-BFB7A8AB04D1}"/>
              </a:ext>
            </a:extLst>
          </p:cNvPr>
          <p:cNvGrpSpPr/>
          <p:nvPr userDrawn="1"/>
        </p:nvGrpSpPr>
        <p:grpSpPr>
          <a:xfrm>
            <a:off x="-2368800" y="0"/>
            <a:ext cx="1872000" cy="4379495"/>
            <a:chOff x="-2025698" y="0"/>
            <a:chExt cx="1872000" cy="4379495"/>
          </a:xfrm>
        </p:grpSpPr>
        <p:grpSp>
          <p:nvGrpSpPr>
            <p:cNvPr id="17" name="Group 16">
              <a:extLst>
                <a:ext uri="{FF2B5EF4-FFF2-40B4-BE49-F238E27FC236}">
                  <a16:creationId xmlns:a16="http://schemas.microsoft.com/office/drawing/2014/main" id="{B0AE2EBF-AAAC-4047-8219-154F64030295}"/>
                </a:ext>
              </a:extLst>
            </p:cNvPr>
            <p:cNvGrpSpPr/>
            <p:nvPr userDrawn="1"/>
          </p:nvGrpSpPr>
          <p:grpSpPr>
            <a:xfrm>
              <a:off x="-2025698" y="0"/>
              <a:ext cx="1872000" cy="4379495"/>
              <a:chOff x="-2025698" y="0"/>
              <a:chExt cx="1872000" cy="4379495"/>
            </a:xfrm>
          </p:grpSpPr>
          <p:grpSp>
            <p:nvGrpSpPr>
              <p:cNvPr id="19" name="Group 18">
                <a:extLst>
                  <a:ext uri="{FF2B5EF4-FFF2-40B4-BE49-F238E27FC236}">
                    <a16:creationId xmlns:a16="http://schemas.microsoft.com/office/drawing/2014/main" id="{FD9E6F5F-412C-4A8E-A9A7-3C8DD49686B7}"/>
                  </a:ext>
                </a:extLst>
              </p:cNvPr>
              <p:cNvGrpSpPr/>
              <p:nvPr userDrawn="1"/>
            </p:nvGrpSpPr>
            <p:grpSpPr>
              <a:xfrm>
                <a:off x="-2025698" y="0"/>
                <a:ext cx="1872000" cy="4379495"/>
                <a:chOff x="-2025698" y="0"/>
                <a:chExt cx="1872000" cy="4379495"/>
              </a:xfrm>
            </p:grpSpPr>
            <p:grpSp>
              <p:nvGrpSpPr>
                <p:cNvPr id="21" name="Group 20">
                  <a:extLst>
                    <a:ext uri="{FF2B5EF4-FFF2-40B4-BE49-F238E27FC236}">
                      <a16:creationId xmlns:a16="http://schemas.microsoft.com/office/drawing/2014/main" id="{40A53387-CBD3-45CB-9F0A-F7FFFF846229}"/>
                    </a:ext>
                  </a:extLst>
                </p:cNvPr>
                <p:cNvGrpSpPr/>
                <p:nvPr/>
              </p:nvGrpSpPr>
              <p:grpSpPr>
                <a:xfrm>
                  <a:off x="-2025698" y="0"/>
                  <a:ext cx="1872000" cy="4379495"/>
                  <a:chOff x="-2025698" y="0"/>
                  <a:chExt cx="1872000" cy="4379495"/>
                </a:xfrm>
              </p:grpSpPr>
              <p:sp>
                <p:nvSpPr>
                  <p:cNvPr id="32" name="Rectangle 104">
                    <a:extLst>
                      <a:ext uri="{FF2B5EF4-FFF2-40B4-BE49-F238E27FC236}">
                        <a16:creationId xmlns:a16="http://schemas.microsoft.com/office/drawing/2014/main" id="{2A4C96D1-3B8E-4C9E-8AD2-711BE632AD45}"/>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3" name="Rectangle 113">
                    <a:extLst>
                      <a:ext uri="{FF2B5EF4-FFF2-40B4-BE49-F238E27FC236}">
                        <a16:creationId xmlns:a16="http://schemas.microsoft.com/office/drawing/2014/main" id="{925C447D-F25F-4268-BA3C-03BAF30F9BE8}"/>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22" name="Rectangle 106">
                  <a:extLst>
                    <a:ext uri="{FF2B5EF4-FFF2-40B4-BE49-F238E27FC236}">
                      <a16:creationId xmlns:a16="http://schemas.microsoft.com/office/drawing/2014/main" id="{0DD6CA5F-1745-4172-B6E9-ECE15240EBEC}"/>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0" name="Picture 19">
                <a:extLst>
                  <a:ext uri="{FF2B5EF4-FFF2-40B4-BE49-F238E27FC236}">
                    <a16:creationId xmlns:a16="http://schemas.microsoft.com/office/drawing/2014/main" id="{CB0F121C-98B2-4CA8-8B7E-11F5449F52B7}"/>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18" name="Rectangle 17">
              <a:extLst>
                <a:ext uri="{FF2B5EF4-FFF2-40B4-BE49-F238E27FC236}">
                  <a16:creationId xmlns:a16="http://schemas.microsoft.com/office/drawing/2014/main" id="{B6E7437E-161D-4C12-80F8-81A292407BED}"/>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978896134"/>
      </p:ext>
    </p:extLst>
  </p:cSld>
  <p:clrMapOvr>
    <a:masterClrMapping/>
  </p:clrMapOvr>
  <p:extLst>
    <p:ext uri="{DCECCB84-F9BA-43D5-87BE-67443E8EF086}">
      <p15:sldGuideLst xmlns:p15="http://schemas.microsoft.com/office/powerpoint/2012/main">
        <p15:guide id="1" pos="3736" userDrawn="1">
          <p15:clr>
            <a:srgbClr val="FBAE40"/>
          </p15:clr>
        </p15:guide>
        <p15:guide id="2" pos="3944"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 column with subtitles">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bwMode="gray">
          <a:xfrm>
            <a:off x="6267808" y="1795636"/>
            <a:ext cx="5266800" cy="4403948"/>
          </a:xfrm>
        </p:spPr>
        <p:txBody>
          <a:bodyPr>
            <a:noAutofit/>
          </a:bodyPr>
          <a:lstStyle>
            <a:lvl1pPr>
              <a:defRPr sz="2000"/>
            </a:lvl1pPr>
            <a:lvl2pPr>
              <a:defRPr sz="2000"/>
            </a:lvl2pPr>
            <a:lvl3pPr>
              <a:defRPr sz="2000"/>
            </a:lvl3pPr>
            <a:lvl4pPr>
              <a:defRPr sz="2000"/>
            </a:lvl4pPr>
            <a:lvl5pPr>
              <a:defRPr sz="2000"/>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Text Placeholder 2"/>
          <p:cNvSpPr>
            <a:spLocks noGrp="1"/>
          </p:cNvSpPr>
          <p:nvPr>
            <p:ph idx="1" hasCustomPrompt="1"/>
          </p:nvPr>
        </p:nvSpPr>
        <p:spPr bwMode="gray">
          <a:xfrm>
            <a:off x="659008" y="1795636"/>
            <a:ext cx="5266800" cy="4403948"/>
          </a:xfrm>
          <a:prstGeom prst="rect">
            <a:avLst/>
          </a:prstGeom>
        </p:spPr>
        <p:txBody>
          <a:bodyPr vert="horz" lIns="0" tIns="0" rIns="0" bIns="0" rtlCol="0">
            <a:noAutofit/>
          </a:bodyPr>
          <a:lstStyle>
            <a:lvl1pPr>
              <a:defRPr sz="2000"/>
            </a:lvl1pPr>
            <a:lvl2pPr>
              <a:defRPr sz="2000"/>
            </a:lvl2pPr>
            <a:lvl3pPr>
              <a:defRPr sz="2000"/>
            </a:lvl3pPr>
            <a:lvl4pPr>
              <a:defRPr sz="2000"/>
            </a:lvl4pPr>
            <a:lvl5pPr>
              <a:defRPr sz="2000"/>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6" name="Slide Number Placeholder 5"/>
          <p:cNvSpPr>
            <a:spLocks noGrp="1"/>
          </p:cNvSpPr>
          <p:nvPr>
            <p:ph type="sldNum" sz="quarter" idx="11"/>
          </p:nvPr>
        </p:nvSpPr>
        <p:spPr/>
        <p:txBody>
          <a:bodyPr/>
          <a:lstStyle/>
          <a:p>
            <a:fld id="{DDD2A080-DA64-4F5C-9131-47EB793B4410}" type="slidenum">
              <a:rPr lang="en-GB" noProof="0" smtClean="0"/>
              <a:pPr/>
              <a:t>‹#›</a:t>
            </a:fld>
            <a:endParaRPr lang="en-GB" noProof="0" dirty="0"/>
          </a:p>
        </p:txBody>
      </p:sp>
      <p:sp>
        <p:nvSpPr>
          <p:cNvPr id="11" name="Text Placeholder 10"/>
          <p:cNvSpPr>
            <a:spLocks noGrp="1"/>
          </p:cNvSpPr>
          <p:nvPr>
            <p:ph type="body" sz="quarter" idx="12" hasCustomPrompt="1"/>
          </p:nvPr>
        </p:nvSpPr>
        <p:spPr>
          <a:xfrm>
            <a:off x="659008" y="1141199"/>
            <a:ext cx="5266800" cy="572400"/>
          </a:xfrm>
        </p:spPr>
        <p:txBody>
          <a:bodyPr>
            <a:noAutofit/>
          </a:bodyPr>
          <a:lstStyle>
            <a:lvl1pPr>
              <a:lnSpc>
                <a:spcPct val="93000"/>
              </a:lnSpc>
              <a:defRPr sz="2000" b="1">
                <a:solidFill>
                  <a:schemeClr val="bg2"/>
                </a:solidFill>
              </a:defRPr>
            </a:lvl1pPr>
          </a:lstStyle>
          <a:p>
            <a:pPr lvl="0"/>
            <a:r>
              <a:rPr lang="en-GB" noProof="0" dirty="0"/>
              <a:t>Click to add subtitle</a:t>
            </a:r>
          </a:p>
        </p:txBody>
      </p:sp>
      <p:sp>
        <p:nvSpPr>
          <p:cNvPr id="12" name="Text Placeholder 10"/>
          <p:cNvSpPr>
            <a:spLocks noGrp="1"/>
          </p:cNvSpPr>
          <p:nvPr>
            <p:ph type="body" sz="quarter" idx="13" hasCustomPrompt="1"/>
          </p:nvPr>
        </p:nvSpPr>
        <p:spPr>
          <a:xfrm>
            <a:off x="6267808" y="1141199"/>
            <a:ext cx="5266800" cy="572400"/>
          </a:xfrm>
        </p:spPr>
        <p:txBody>
          <a:bodyPr>
            <a:noAutofit/>
          </a:bodyPr>
          <a:lstStyle>
            <a:lvl1pPr>
              <a:lnSpc>
                <a:spcPct val="93000"/>
              </a:lnSpc>
              <a:defRPr sz="2000" b="1">
                <a:solidFill>
                  <a:schemeClr val="bg2"/>
                </a:solidFill>
              </a:defRPr>
            </a:lvl1pPr>
          </a:lstStyle>
          <a:p>
            <a:pPr lvl="0"/>
            <a:r>
              <a:rPr lang="en-GB" noProof="0" dirty="0"/>
              <a:t>Click to add subtitle</a:t>
            </a:r>
          </a:p>
        </p:txBody>
      </p:sp>
      <p:sp>
        <p:nvSpPr>
          <p:cNvPr id="2" name="Footer Placeholder 1">
            <a:extLst>
              <a:ext uri="{FF2B5EF4-FFF2-40B4-BE49-F238E27FC236}">
                <a16:creationId xmlns:a16="http://schemas.microsoft.com/office/drawing/2014/main" id="{6CBDDC94-5B3D-42D0-9E13-4806E2360F38}"/>
              </a:ext>
            </a:extLst>
          </p:cNvPr>
          <p:cNvSpPr>
            <a:spLocks noGrp="1"/>
          </p:cNvSpPr>
          <p:nvPr>
            <p:ph type="ftr" sz="quarter" idx="14"/>
          </p:nvPr>
        </p:nvSpPr>
        <p:spPr/>
        <p:txBody>
          <a:bodyPr/>
          <a:lstStyle>
            <a:lvl1pPr>
              <a:defRPr/>
            </a:lvl1pPr>
          </a:lstStyle>
          <a:p>
            <a:endParaRPr lang="en-GB" noProof="0"/>
          </a:p>
        </p:txBody>
      </p:sp>
      <p:sp>
        <p:nvSpPr>
          <p:cNvPr id="5" name="Title 4">
            <a:extLst>
              <a:ext uri="{FF2B5EF4-FFF2-40B4-BE49-F238E27FC236}">
                <a16:creationId xmlns:a16="http://schemas.microsoft.com/office/drawing/2014/main" id="{DD808BD7-3ABA-46AC-BB36-00B87977556E}"/>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grpSp>
        <p:nvGrpSpPr>
          <p:cNvPr id="18" name="Group 17">
            <a:extLst>
              <a:ext uri="{FF2B5EF4-FFF2-40B4-BE49-F238E27FC236}">
                <a16:creationId xmlns:a16="http://schemas.microsoft.com/office/drawing/2014/main" id="{17891330-491A-4457-8D90-3ADD7103038E}"/>
              </a:ext>
            </a:extLst>
          </p:cNvPr>
          <p:cNvGrpSpPr/>
          <p:nvPr userDrawn="1"/>
        </p:nvGrpSpPr>
        <p:grpSpPr>
          <a:xfrm>
            <a:off x="-2368598" y="0"/>
            <a:ext cx="1872000" cy="4379495"/>
            <a:chOff x="-2025698" y="0"/>
            <a:chExt cx="1872000" cy="4379495"/>
          </a:xfrm>
        </p:grpSpPr>
        <p:grpSp>
          <p:nvGrpSpPr>
            <p:cNvPr id="19" name="Group 18">
              <a:extLst>
                <a:ext uri="{FF2B5EF4-FFF2-40B4-BE49-F238E27FC236}">
                  <a16:creationId xmlns:a16="http://schemas.microsoft.com/office/drawing/2014/main" id="{C0CBDD1C-B6A8-43FD-9F39-94B65690F9B8}"/>
                </a:ext>
              </a:extLst>
            </p:cNvPr>
            <p:cNvGrpSpPr/>
            <p:nvPr userDrawn="1"/>
          </p:nvGrpSpPr>
          <p:grpSpPr>
            <a:xfrm>
              <a:off x="-2025698" y="0"/>
              <a:ext cx="1872000" cy="4379495"/>
              <a:chOff x="-2025698" y="0"/>
              <a:chExt cx="1872000" cy="4379495"/>
            </a:xfrm>
          </p:grpSpPr>
          <p:grpSp>
            <p:nvGrpSpPr>
              <p:cNvPr id="21" name="Group 20">
                <a:extLst>
                  <a:ext uri="{FF2B5EF4-FFF2-40B4-BE49-F238E27FC236}">
                    <a16:creationId xmlns:a16="http://schemas.microsoft.com/office/drawing/2014/main" id="{EA5B9797-59AC-41BB-947A-2B6C5BB7EDB9}"/>
                  </a:ext>
                </a:extLst>
              </p:cNvPr>
              <p:cNvGrpSpPr/>
              <p:nvPr userDrawn="1"/>
            </p:nvGrpSpPr>
            <p:grpSpPr>
              <a:xfrm>
                <a:off x="-2025698" y="0"/>
                <a:ext cx="1872000" cy="4379495"/>
                <a:chOff x="-2025698" y="0"/>
                <a:chExt cx="1872000" cy="4379495"/>
              </a:xfrm>
            </p:grpSpPr>
            <p:grpSp>
              <p:nvGrpSpPr>
                <p:cNvPr id="23" name="Group 22">
                  <a:extLst>
                    <a:ext uri="{FF2B5EF4-FFF2-40B4-BE49-F238E27FC236}">
                      <a16:creationId xmlns:a16="http://schemas.microsoft.com/office/drawing/2014/main" id="{CE0A786B-D00D-4CD5-8D6B-A254CBBF9B60}"/>
                    </a:ext>
                  </a:extLst>
                </p:cNvPr>
                <p:cNvGrpSpPr/>
                <p:nvPr/>
              </p:nvGrpSpPr>
              <p:grpSpPr>
                <a:xfrm>
                  <a:off x="-2025698" y="0"/>
                  <a:ext cx="1872000" cy="4379495"/>
                  <a:chOff x="-2025698" y="0"/>
                  <a:chExt cx="1872000" cy="4379495"/>
                </a:xfrm>
              </p:grpSpPr>
              <p:sp>
                <p:nvSpPr>
                  <p:cNvPr id="34" name="Rectangle 104">
                    <a:extLst>
                      <a:ext uri="{FF2B5EF4-FFF2-40B4-BE49-F238E27FC236}">
                        <a16:creationId xmlns:a16="http://schemas.microsoft.com/office/drawing/2014/main" id="{CD09DEB9-A1C6-43A0-AA88-5CF34725B0F1}"/>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5" name="Rectangle 113">
                    <a:extLst>
                      <a:ext uri="{FF2B5EF4-FFF2-40B4-BE49-F238E27FC236}">
                        <a16:creationId xmlns:a16="http://schemas.microsoft.com/office/drawing/2014/main" id="{454EDDE6-AB53-4C55-9FA5-100895043C16}"/>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24" name="Rectangle 106">
                  <a:extLst>
                    <a:ext uri="{FF2B5EF4-FFF2-40B4-BE49-F238E27FC236}">
                      <a16:creationId xmlns:a16="http://schemas.microsoft.com/office/drawing/2014/main" id="{D2F93721-6368-4D5E-93EB-94A240365DA6}"/>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2" name="Picture 21">
                <a:extLst>
                  <a:ext uri="{FF2B5EF4-FFF2-40B4-BE49-F238E27FC236}">
                    <a16:creationId xmlns:a16="http://schemas.microsoft.com/office/drawing/2014/main" id="{A0912A6C-0CA7-4339-BB58-10E291AB0D51}"/>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20" name="Rectangle 19">
              <a:extLst>
                <a:ext uri="{FF2B5EF4-FFF2-40B4-BE49-F238E27FC236}">
                  <a16:creationId xmlns:a16="http://schemas.microsoft.com/office/drawing/2014/main" id="{242343EA-8D5D-48DF-9ACF-1C5FE40859BB}"/>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1161238992"/>
      </p:ext>
    </p:extLst>
  </p:cSld>
  <p:clrMapOvr>
    <a:masterClrMapping/>
  </p:clrMapOvr>
  <p:extLst>
    <p:ext uri="{DCECCB84-F9BA-43D5-87BE-67443E8EF086}">
      <p15:sldGuideLst xmlns:p15="http://schemas.microsoft.com/office/powerpoint/2012/main">
        <p15:guide id="1" pos="3739" userDrawn="1">
          <p15:clr>
            <a:srgbClr val="FBAE40"/>
          </p15:clr>
        </p15:guide>
        <p15:guide id="2" pos="3941"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 column with subtitle left">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bwMode="gray">
          <a:xfrm>
            <a:off x="6267808" y="1141197"/>
            <a:ext cx="5266800" cy="5058000"/>
          </a:xfrm>
        </p:spPr>
        <p:txBody>
          <a:bodyPr>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Text Placeholder 2"/>
          <p:cNvSpPr>
            <a:spLocks noGrp="1"/>
          </p:cNvSpPr>
          <p:nvPr>
            <p:ph idx="1" hasCustomPrompt="1"/>
          </p:nvPr>
        </p:nvSpPr>
        <p:spPr bwMode="gray">
          <a:xfrm>
            <a:off x="659008" y="1795636"/>
            <a:ext cx="5266800" cy="4403948"/>
          </a:xfrm>
          <a:prstGeom prst="rect">
            <a:avLst/>
          </a:prstGeom>
        </p:spPr>
        <p:txBody>
          <a:bodyPr vert="horz" lIns="0" tIns="0" rIns="0" bIns="0" rtlCol="0">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11" name="Text Placeholder 10"/>
          <p:cNvSpPr>
            <a:spLocks noGrp="1"/>
          </p:cNvSpPr>
          <p:nvPr>
            <p:ph type="body" sz="quarter" idx="12" hasCustomPrompt="1"/>
          </p:nvPr>
        </p:nvSpPr>
        <p:spPr>
          <a:xfrm>
            <a:off x="659008" y="1141200"/>
            <a:ext cx="5266800" cy="572400"/>
          </a:xfrm>
        </p:spPr>
        <p:txBody>
          <a:bodyPr>
            <a:noAutofit/>
          </a:bodyPr>
          <a:lstStyle>
            <a:lvl1pPr>
              <a:lnSpc>
                <a:spcPct val="93000"/>
              </a:lnSpc>
              <a:defRPr sz="2000" b="1">
                <a:solidFill>
                  <a:schemeClr val="bg2"/>
                </a:solidFill>
              </a:defRPr>
            </a:lvl1pPr>
          </a:lstStyle>
          <a:p>
            <a:pPr lvl="0"/>
            <a:r>
              <a:rPr lang="en-GB" noProof="0" dirty="0"/>
              <a:t>Click to add subtitle</a:t>
            </a:r>
          </a:p>
        </p:txBody>
      </p:sp>
      <p:sp>
        <p:nvSpPr>
          <p:cNvPr id="3" name="Title 2">
            <a:extLst>
              <a:ext uri="{FF2B5EF4-FFF2-40B4-BE49-F238E27FC236}">
                <a16:creationId xmlns:a16="http://schemas.microsoft.com/office/drawing/2014/main" id="{8D10E2A6-3B9C-4CCB-9AF4-A075C9B65F4D}"/>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sp>
        <p:nvSpPr>
          <p:cNvPr id="5" name="Footer Placeholder 4">
            <a:extLst>
              <a:ext uri="{FF2B5EF4-FFF2-40B4-BE49-F238E27FC236}">
                <a16:creationId xmlns:a16="http://schemas.microsoft.com/office/drawing/2014/main" id="{B9372160-E1EA-47E5-A047-D299891EE8A8}"/>
              </a:ext>
            </a:extLst>
          </p:cNvPr>
          <p:cNvSpPr>
            <a:spLocks noGrp="1"/>
          </p:cNvSpPr>
          <p:nvPr>
            <p:ph type="ftr" sz="quarter" idx="13"/>
          </p:nvPr>
        </p:nvSpPr>
        <p:spPr/>
        <p:txBody>
          <a:bodyPr/>
          <a:lstStyle/>
          <a:p>
            <a:endParaRPr lang="en-GB" noProof="0" dirty="0"/>
          </a:p>
        </p:txBody>
      </p:sp>
      <p:sp>
        <p:nvSpPr>
          <p:cNvPr id="7" name="Slide Number Placeholder 6">
            <a:extLst>
              <a:ext uri="{FF2B5EF4-FFF2-40B4-BE49-F238E27FC236}">
                <a16:creationId xmlns:a16="http://schemas.microsoft.com/office/drawing/2014/main" id="{227B0B82-FB55-4F6A-8F74-C7F6E1DFA628}"/>
              </a:ext>
            </a:extLst>
          </p:cNvPr>
          <p:cNvSpPr>
            <a:spLocks noGrp="1"/>
          </p:cNvSpPr>
          <p:nvPr>
            <p:ph type="sldNum" sz="quarter" idx="14"/>
          </p:nvPr>
        </p:nvSpPr>
        <p:spPr/>
        <p:txBody>
          <a:bodyPr/>
          <a:lstStyle/>
          <a:p>
            <a:fld id="{DDD2A080-DA64-4F5C-9131-47EB793B4410}" type="slidenum">
              <a:rPr lang="en-GB" smtClean="0"/>
              <a:pPr/>
              <a:t>‹#›</a:t>
            </a:fld>
            <a:endParaRPr lang="en-GB" dirty="0"/>
          </a:p>
        </p:txBody>
      </p:sp>
      <p:grpSp>
        <p:nvGrpSpPr>
          <p:cNvPr id="17" name="Group 16">
            <a:extLst>
              <a:ext uri="{FF2B5EF4-FFF2-40B4-BE49-F238E27FC236}">
                <a16:creationId xmlns:a16="http://schemas.microsoft.com/office/drawing/2014/main" id="{FB92A929-A1DA-4E5E-B6EB-D47F365E7B1C}"/>
              </a:ext>
            </a:extLst>
          </p:cNvPr>
          <p:cNvGrpSpPr/>
          <p:nvPr userDrawn="1"/>
        </p:nvGrpSpPr>
        <p:grpSpPr>
          <a:xfrm>
            <a:off x="-2368598" y="0"/>
            <a:ext cx="1872000" cy="4379495"/>
            <a:chOff x="-2025698" y="0"/>
            <a:chExt cx="1872000" cy="4379495"/>
          </a:xfrm>
        </p:grpSpPr>
        <p:grpSp>
          <p:nvGrpSpPr>
            <p:cNvPr id="18" name="Group 17">
              <a:extLst>
                <a:ext uri="{FF2B5EF4-FFF2-40B4-BE49-F238E27FC236}">
                  <a16:creationId xmlns:a16="http://schemas.microsoft.com/office/drawing/2014/main" id="{8683DD30-E16E-4BDF-8CD2-0B73F84294D1}"/>
                </a:ext>
              </a:extLst>
            </p:cNvPr>
            <p:cNvGrpSpPr/>
            <p:nvPr userDrawn="1"/>
          </p:nvGrpSpPr>
          <p:grpSpPr>
            <a:xfrm>
              <a:off x="-2025698" y="0"/>
              <a:ext cx="1872000" cy="4379495"/>
              <a:chOff x="-2025698" y="0"/>
              <a:chExt cx="1872000" cy="4379495"/>
            </a:xfrm>
          </p:grpSpPr>
          <p:grpSp>
            <p:nvGrpSpPr>
              <p:cNvPr id="20" name="Group 19">
                <a:extLst>
                  <a:ext uri="{FF2B5EF4-FFF2-40B4-BE49-F238E27FC236}">
                    <a16:creationId xmlns:a16="http://schemas.microsoft.com/office/drawing/2014/main" id="{66AB43A1-9FF4-4D46-8761-35BB5BD0108B}"/>
                  </a:ext>
                </a:extLst>
              </p:cNvPr>
              <p:cNvGrpSpPr/>
              <p:nvPr userDrawn="1"/>
            </p:nvGrpSpPr>
            <p:grpSpPr>
              <a:xfrm>
                <a:off x="-2025698" y="0"/>
                <a:ext cx="1872000" cy="4379495"/>
                <a:chOff x="-2025698" y="0"/>
                <a:chExt cx="1872000" cy="4379495"/>
              </a:xfrm>
            </p:grpSpPr>
            <p:grpSp>
              <p:nvGrpSpPr>
                <p:cNvPr id="22" name="Group 21">
                  <a:extLst>
                    <a:ext uri="{FF2B5EF4-FFF2-40B4-BE49-F238E27FC236}">
                      <a16:creationId xmlns:a16="http://schemas.microsoft.com/office/drawing/2014/main" id="{713A1FFD-F3FE-492E-B509-84FE86BB6FAD}"/>
                    </a:ext>
                  </a:extLst>
                </p:cNvPr>
                <p:cNvGrpSpPr/>
                <p:nvPr/>
              </p:nvGrpSpPr>
              <p:grpSpPr>
                <a:xfrm>
                  <a:off x="-2025698" y="0"/>
                  <a:ext cx="1872000" cy="4379495"/>
                  <a:chOff x="-2025698" y="0"/>
                  <a:chExt cx="1872000" cy="4379495"/>
                </a:xfrm>
              </p:grpSpPr>
              <p:sp>
                <p:nvSpPr>
                  <p:cNvPr id="33" name="Rectangle 104">
                    <a:extLst>
                      <a:ext uri="{FF2B5EF4-FFF2-40B4-BE49-F238E27FC236}">
                        <a16:creationId xmlns:a16="http://schemas.microsoft.com/office/drawing/2014/main" id="{62B21EBD-2E7F-4B3B-8040-E6D45F657C4F}"/>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4" name="Rectangle 113">
                    <a:extLst>
                      <a:ext uri="{FF2B5EF4-FFF2-40B4-BE49-F238E27FC236}">
                        <a16:creationId xmlns:a16="http://schemas.microsoft.com/office/drawing/2014/main" id="{DDF75901-C9E5-48BE-A943-AE18C3D5AB26}"/>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23" name="Rectangle 106">
                  <a:extLst>
                    <a:ext uri="{FF2B5EF4-FFF2-40B4-BE49-F238E27FC236}">
                      <a16:creationId xmlns:a16="http://schemas.microsoft.com/office/drawing/2014/main" id="{7BCF099C-1F9B-4D46-9B7C-79AD24D63D7D}"/>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1" name="Picture 20">
                <a:extLst>
                  <a:ext uri="{FF2B5EF4-FFF2-40B4-BE49-F238E27FC236}">
                    <a16:creationId xmlns:a16="http://schemas.microsoft.com/office/drawing/2014/main" id="{B68FBB24-F345-494F-947A-BA22547F8F12}"/>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19" name="Rectangle 18">
              <a:extLst>
                <a:ext uri="{FF2B5EF4-FFF2-40B4-BE49-F238E27FC236}">
                  <a16:creationId xmlns:a16="http://schemas.microsoft.com/office/drawing/2014/main" id="{E162D96A-CF7F-4B41-9D6C-EF67222919EF}"/>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1903425831"/>
      </p:ext>
    </p:extLst>
  </p:cSld>
  <p:clrMapOvr>
    <a:masterClrMapping/>
  </p:clrMapOvr>
  <p:extLst>
    <p:ext uri="{DCECCB84-F9BA-43D5-87BE-67443E8EF086}">
      <p15:sldGuideLst xmlns:p15="http://schemas.microsoft.com/office/powerpoint/2012/main">
        <p15:guide id="1" pos="3739" userDrawn="1">
          <p15:clr>
            <a:srgbClr val="FBAE40"/>
          </p15:clr>
        </p15:guide>
        <p15:guide id="2" pos="3941"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 column with subtitle right">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bwMode="gray">
          <a:xfrm>
            <a:off x="6267808" y="1795636"/>
            <a:ext cx="5266800" cy="4403948"/>
          </a:xfrm>
        </p:spPr>
        <p:txBody>
          <a:bodyPr>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Text Placeholder 2"/>
          <p:cNvSpPr>
            <a:spLocks noGrp="1"/>
          </p:cNvSpPr>
          <p:nvPr>
            <p:ph idx="1" hasCustomPrompt="1"/>
          </p:nvPr>
        </p:nvSpPr>
        <p:spPr bwMode="gray">
          <a:xfrm>
            <a:off x="659008" y="1141197"/>
            <a:ext cx="5266800" cy="5058000"/>
          </a:xfrm>
          <a:prstGeom prst="rect">
            <a:avLst/>
          </a:prstGeom>
        </p:spPr>
        <p:txBody>
          <a:bodyPr vert="horz" lIns="0" tIns="0" rIns="0" bIns="0" rtlCol="0">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6" name="Slide Number Placeholder 5"/>
          <p:cNvSpPr>
            <a:spLocks noGrp="1"/>
          </p:cNvSpPr>
          <p:nvPr>
            <p:ph type="sldNum" sz="quarter" idx="11"/>
          </p:nvPr>
        </p:nvSpPr>
        <p:spPr/>
        <p:txBody>
          <a:bodyPr/>
          <a:lstStyle/>
          <a:p>
            <a:fld id="{DDD2A080-DA64-4F5C-9131-47EB793B4410}" type="slidenum">
              <a:rPr lang="en-GB" noProof="0" smtClean="0"/>
              <a:pPr/>
              <a:t>‹#›</a:t>
            </a:fld>
            <a:endParaRPr lang="en-GB" noProof="0" dirty="0"/>
          </a:p>
        </p:txBody>
      </p:sp>
      <p:sp>
        <p:nvSpPr>
          <p:cNvPr id="12" name="Text Placeholder 10"/>
          <p:cNvSpPr>
            <a:spLocks noGrp="1"/>
          </p:cNvSpPr>
          <p:nvPr>
            <p:ph type="body" sz="quarter" idx="13" hasCustomPrompt="1"/>
          </p:nvPr>
        </p:nvSpPr>
        <p:spPr>
          <a:xfrm>
            <a:off x="6267808" y="1141200"/>
            <a:ext cx="5266800" cy="572400"/>
          </a:xfrm>
        </p:spPr>
        <p:txBody>
          <a:bodyPr>
            <a:noAutofit/>
          </a:bodyPr>
          <a:lstStyle>
            <a:lvl1pPr>
              <a:lnSpc>
                <a:spcPct val="93000"/>
              </a:lnSpc>
              <a:defRPr sz="2000" b="1">
                <a:solidFill>
                  <a:schemeClr val="bg2"/>
                </a:solidFill>
              </a:defRPr>
            </a:lvl1pPr>
          </a:lstStyle>
          <a:p>
            <a:pPr lvl="0"/>
            <a:r>
              <a:rPr lang="en-GB" noProof="0" dirty="0"/>
              <a:t>Click to add subtitle</a:t>
            </a:r>
          </a:p>
        </p:txBody>
      </p:sp>
      <p:sp>
        <p:nvSpPr>
          <p:cNvPr id="2" name="Footer Placeholder 1">
            <a:extLst>
              <a:ext uri="{FF2B5EF4-FFF2-40B4-BE49-F238E27FC236}">
                <a16:creationId xmlns:a16="http://schemas.microsoft.com/office/drawing/2014/main" id="{6354F0FD-4827-40E7-BA87-8FF76878B97F}"/>
              </a:ext>
            </a:extLst>
          </p:cNvPr>
          <p:cNvSpPr>
            <a:spLocks noGrp="1"/>
          </p:cNvSpPr>
          <p:nvPr>
            <p:ph type="ftr" sz="quarter" idx="14"/>
          </p:nvPr>
        </p:nvSpPr>
        <p:spPr/>
        <p:txBody>
          <a:bodyPr/>
          <a:lstStyle>
            <a:lvl1pPr>
              <a:defRPr/>
            </a:lvl1pPr>
          </a:lstStyle>
          <a:p>
            <a:endParaRPr lang="en-GB" dirty="0"/>
          </a:p>
        </p:txBody>
      </p:sp>
      <p:sp>
        <p:nvSpPr>
          <p:cNvPr id="3" name="Title 2">
            <a:extLst>
              <a:ext uri="{FF2B5EF4-FFF2-40B4-BE49-F238E27FC236}">
                <a16:creationId xmlns:a16="http://schemas.microsoft.com/office/drawing/2014/main" id="{94D0CD75-F01F-45DE-B90E-313E96F7CA37}"/>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grpSp>
        <p:nvGrpSpPr>
          <p:cNvPr id="17" name="Group 16">
            <a:extLst>
              <a:ext uri="{FF2B5EF4-FFF2-40B4-BE49-F238E27FC236}">
                <a16:creationId xmlns:a16="http://schemas.microsoft.com/office/drawing/2014/main" id="{31AC473C-A6C1-441E-9BFA-27C2B3ADCBF8}"/>
              </a:ext>
            </a:extLst>
          </p:cNvPr>
          <p:cNvGrpSpPr/>
          <p:nvPr userDrawn="1"/>
        </p:nvGrpSpPr>
        <p:grpSpPr>
          <a:xfrm>
            <a:off x="-2368598" y="0"/>
            <a:ext cx="1872000" cy="4379495"/>
            <a:chOff x="-2025698" y="0"/>
            <a:chExt cx="1872000" cy="4379495"/>
          </a:xfrm>
        </p:grpSpPr>
        <p:grpSp>
          <p:nvGrpSpPr>
            <p:cNvPr id="18" name="Group 17">
              <a:extLst>
                <a:ext uri="{FF2B5EF4-FFF2-40B4-BE49-F238E27FC236}">
                  <a16:creationId xmlns:a16="http://schemas.microsoft.com/office/drawing/2014/main" id="{066E69C8-EF33-465D-8A26-29969D28E49F}"/>
                </a:ext>
              </a:extLst>
            </p:cNvPr>
            <p:cNvGrpSpPr/>
            <p:nvPr userDrawn="1"/>
          </p:nvGrpSpPr>
          <p:grpSpPr>
            <a:xfrm>
              <a:off x="-2025698" y="0"/>
              <a:ext cx="1872000" cy="4379495"/>
              <a:chOff x="-2025698" y="0"/>
              <a:chExt cx="1872000" cy="4379495"/>
            </a:xfrm>
          </p:grpSpPr>
          <p:grpSp>
            <p:nvGrpSpPr>
              <p:cNvPr id="20" name="Group 19">
                <a:extLst>
                  <a:ext uri="{FF2B5EF4-FFF2-40B4-BE49-F238E27FC236}">
                    <a16:creationId xmlns:a16="http://schemas.microsoft.com/office/drawing/2014/main" id="{41B916F9-78F4-4A8B-BC63-C55C3684B862}"/>
                  </a:ext>
                </a:extLst>
              </p:cNvPr>
              <p:cNvGrpSpPr/>
              <p:nvPr userDrawn="1"/>
            </p:nvGrpSpPr>
            <p:grpSpPr>
              <a:xfrm>
                <a:off x="-2025698" y="0"/>
                <a:ext cx="1872000" cy="4379495"/>
                <a:chOff x="-2025698" y="0"/>
                <a:chExt cx="1872000" cy="4379495"/>
              </a:xfrm>
            </p:grpSpPr>
            <p:grpSp>
              <p:nvGrpSpPr>
                <p:cNvPr id="22" name="Group 21">
                  <a:extLst>
                    <a:ext uri="{FF2B5EF4-FFF2-40B4-BE49-F238E27FC236}">
                      <a16:creationId xmlns:a16="http://schemas.microsoft.com/office/drawing/2014/main" id="{F5CC4694-699A-4A4E-B361-DB9E9225CD6F}"/>
                    </a:ext>
                  </a:extLst>
                </p:cNvPr>
                <p:cNvGrpSpPr/>
                <p:nvPr/>
              </p:nvGrpSpPr>
              <p:grpSpPr>
                <a:xfrm>
                  <a:off x="-2025698" y="0"/>
                  <a:ext cx="1872000" cy="4379495"/>
                  <a:chOff x="-2025698" y="0"/>
                  <a:chExt cx="1872000" cy="4379495"/>
                </a:xfrm>
              </p:grpSpPr>
              <p:sp>
                <p:nvSpPr>
                  <p:cNvPr id="33" name="Rectangle 104">
                    <a:extLst>
                      <a:ext uri="{FF2B5EF4-FFF2-40B4-BE49-F238E27FC236}">
                        <a16:creationId xmlns:a16="http://schemas.microsoft.com/office/drawing/2014/main" id="{05416BCD-A5D4-4FEE-A730-BBF133461664}"/>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4" name="Rectangle 113">
                    <a:extLst>
                      <a:ext uri="{FF2B5EF4-FFF2-40B4-BE49-F238E27FC236}">
                        <a16:creationId xmlns:a16="http://schemas.microsoft.com/office/drawing/2014/main" id="{80E16C94-B39B-4551-B204-2E9EC7127715}"/>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23" name="Rectangle 106">
                  <a:extLst>
                    <a:ext uri="{FF2B5EF4-FFF2-40B4-BE49-F238E27FC236}">
                      <a16:creationId xmlns:a16="http://schemas.microsoft.com/office/drawing/2014/main" id="{EFF825D0-FAD8-46C9-AB5B-437B5F363014}"/>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1" name="Picture 20">
                <a:extLst>
                  <a:ext uri="{FF2B5EF4-FFF2-40B4-BE49-F238E27FC236}">
                    <a16:creationId xmlns:a16="http://schemas.microsoft.com/office/drawing/2014/main" id="{7EAA0503-B5E7-46D7-A51B-A6AF36893BAB}"/>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19" name="Rectangle 18">
              <a:extLst>
                <a:ext uri="{FF2B5EF4-FFF2-40B4-BE49-F238E27FC236}">
                  <a16:creationId xmlns:a16="http://schemas.microsoft.com/office/drawing/2014/main" id="{490203CF-ED78-4305-8ED7-105B7E9D8906}"/>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1268493802"/>
      </p:ext>
    </p:extLst>
  </p:cSld>
  <p:clrMapOvr>
    <a:masterClrMapping/>
  </p:clrMapOvr>
  <p:extLst>
    <p:ext uri="{DCECCB84-F9BA-43D5-87BE-67443E8EF086}">
      <p15:sldGuideLst xmlns:p15="http://schemas.microsoft.com/office/powerpoint/2012/main">
        <p15:guide id="1" pos="3739" userDrawn="1">
          <p15:clr>
            <a:srgbClr val="FBAE40"/>
          </p15:clr>
        </p15:guide>
        <p15:guide id="2" pos="3941"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 split">
    <p:bg bwMode="gray">
      <p:bgRef idx="1001">
        <a:schemeClr val="bg1"/>
      </p:bgRef>
    </p:bg>
    <p:spTree>
      <p:nvGrpSpPr>
        <p:cNvPr id="1" name=""/>
        <p:cNvGrpSpPr/>
        <p:nvPr/>
      </p:nvGrpSpPr>
      <p:grpSpPr>
        <a:xfrm>
          <a:off x="0" y="0"/>
          <a:ext cx="0" cy="0"/>
          <a:chOff x="0" y="0"/>
          <a:chExt cx="0" cy="0"/>
        </a:xfrm>
      </p:grpSpPr>
      <p:sp>
        <p:nvSpPr>
          <p:cNvPr id="12" name="Slide Number Placeholder 11"/>
          <p:cNvSpPr>
            <a:spLocks noGrp="1"/>
          </p:cNvSpPr>
          <p:nvPr>
            <p:ph type="sldNum" sz="quarter" idx="27"/>
          </p:nvPr>
        </p:nvSpPr>
        <p:spPr/>
        <p:txBody>
          <a:bodyPr/>
          <a:lstStyle/>
          <a:p>
            <a:fld id="{DDD2A080-DA64-4F5C-9131-47EB793B4410}" type="slidenum">
              <a:rPr lang="en-GB" noProof="0" smtClean="0"/>
              <a:pPr/>
              <a:t>‹#›</a:t>
            </a:fld>
            <a:endParaRPr lang="en-GB" noProof="0" dirty="0"/>
          </a:p>
        </p:txBody>
      </p:sp>
      <p:sp>
        <p:nvSpPr>
          <p:cNvPr id="23" name="Content Placeholder 3"/>
          <p:cNvSpPr>
            <a:spLocks noGrp="1"/>
          </p:cNvSpPr>
          <p:nvPr>
            <p:ph sz="half" idx="2" hasCustomPrompt="1"/>
          </p:nvPr>
        </p:nvSpPr>
        <p:spPr bwMode="gray">
          <a:xfrm>
            <a:off x="6267808" y="1141986"/>
            <a:ext cx="5266800" cy="2397600"/>
          </a:xfrm>
        </p:spPr>
        <p:txBody>
          <a:bodyPr>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4" name="Text Placeholder 2"/>
          <p:cNvSpPr>
            <a:spLocks noGrp="1"/>
          </p:cNvSpPr>
          <p:nvPr>
            <p:ph idx="28" hasCustomPrompt="1"/>
          </p:nvPr>
        </p:nvSpPr>
        <p:spPr bwMode="gray">
          <a:xfrm>
            <a:off x="659008" y="1141986"/>
            <a:ext cx="5266800" cy="2397600"/>
          </a:xfrm>
          <a:prstGeom prst="rect">
            <a:avLst/>
          </a:prstGeom>
        </p:spPr>
        <p:txBody>
          <a:bodyPr vert="horz" lIns="0" tIns="0" rIns="0" bIns="0" rtlCol="0">
            <a:noAutofit/>
          </a:bodyPr>
          <a:lstStyle>
            <a:lvl1pPr>
              <a:defRPr/>
            </a:lvl1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5" name="Content Placeholder 3"/>
          <p:cNvSpPr>
            <a:spLocks noGrp="1"/>
          </p:cNvSpPr>
          <p:nvPr>
            <p:ph sz="half" idx="29" hasCustomPrompt="1"/>
          </p:nvPr>
        </p:nvSpPr>
        <p:spPr bwMode="gray">
          <a:xfrm>
            <a:off x="6267808" y="3802197"/>
            <a:ext cx="5266800" cy="2397789"/>
          </a:xfrm>
        </p:spPr>
        <p:txBody>
          <a:bodyPr>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6" name="Text Placeholder 2"/>
          <p:cNvSpPr>
            <a:spLocks noGrp="1"/>
          </p:cNvSpPr>
          <p:nvPr>
            <p:ph idx="30" hasCustomPrompt="1"/>
          </p:nvPr>
        </p:nvSpPr>
        <p:spPr bwMode="gray">
          <a:xfrm>
            <a:off x="659008" y="3802197"/>
            <a:ext cx="5266800" cy="2397789"/>
          </a:xfrm>
          <a:prstGeom prst="rect">
            <a:avLst/>
          </a:prstGeom>
        </p:spPr>
        <p:txBody>
          <a:bodyPr vert="horz" lIns="0" tIns="0" rIns="0" bIns="0" rtlCol="0">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 name="Footer Placeholder 1">
            <a:extLst>
              <a:ext uri="{FF2B5EF4-FFF2-40B4-BE49-F238E27FC236}">
                <a16:creationId xmlns:a16="http://schemas.microsoft.com/office/drawing/2014/main" id="{4EDD62BA-FC45-408F-BEDB-6A95B524438F}"/>
              </a:ext>
            </a:extLst>
          </p:cNvPr>
          <p:cNvSpPr>
            <a:spLocks noGrp="1"/>
          </p:cNvSpPr>
          <p:nvPr>
            <p:ph type="ftr" sz="quarter" idx="31"/>
          </p:nvPr>
        </p:nvSpPr>
        <p:spPr/>
        <p:txBody>
          <a:bodyPr/>
          <a:lstStyle>
            <a:lvl1pPr>
              <a:defRPr/>
            </a:lvl1pPr>
          </a:lstStyle>
          <a:p>
            <a:endParaRPr lang="en-GB" noProof="0" dirty="0"/>
          </a:p>
        </p:txBody>
      </p:sp>
      <p:sp>
        <p:nvSpPr>
          <p:cNvPr id="5" name="Title 4">
            <a:extLst>
              <a:ext uri="{FF2B5EF4-FFF2-40B4-BE49-F238E27FC236}">
                <a16:creationId xmlns:a16="http://schemas.microsoft.com/office/drawing/2014/main" id="{C5165C57-A39C-4702-9224-E9AB0A554CC4}"/>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grpSp>
        <p:nvGrpSpPr>
          <p:cNvPr id="18" name="Group 17">
            <a:extLst>
              <a:ext uri="{FF2B5EF4-FFF2-40B4-BE49-F238E27FC236}">
                <a16:creationId xmlns:a16="http://schemas.microsoft.com/office/drawing/2014/main" id="{D81180ED-7705-41B1-A517-5D9E1F2ABC2E}"/>
              </a:ext>
            </a:extLst>
          </p:cNvPr>
          <p:cNvGrpSpPr/>
          <p:nvPr userDrawn="1"/>
        </p:nvGrpSpPr>
        <p:grpSpPr>
          <a:xfrm>
            <a:off x="-2368598" y="0"/>
            <a:ext cx="1872000" cy="4379495"/>
            <a:chOff x="-2025698" y="0"/>
            <a:chExt cx="1872000" cy="4379495"/>
          </a:xfrm>
        </p:grpSpPr>
        <p:grpSp>
          <p:nvGrpSpPr>
            <p:cNvPr id="19" name="Group 18">
              <a:extLst>
                <a:ext uri="{FF2B5EF4-FFF2-40B4-BE49-F238E27FC236}">
                  <a16:creationId xmlns:a16="http://schemas.microsoft.com/office/drawing/2014/main" id="{FA5FD254-8911-4CEB-9003-1252ED1C49EB}"/>
                </a:ext>
              </a:extLst>
            </p:cNvPr>
            <p:cNvGrpSpPr/>
            <p:nvPr userDrawn="1"/>
          </p:nvGrpSpPr>
          <p:grpSpPr>
            <a:xfrm>
              <a:off x="-2025698" y="0"/>
              <a:ext cx="1872000" cy="4379495"/>
              <a:chOff x="-2025698" y="0"/>
              <a:chExt cx="1872000" cy="4379495"/>
            </a:xfrm>
          </p:grpSpPr>
          <p:grpSp>
            <p:nvGrpSpPr>
              <p:cNvPr id="21" name="Group 20">
                <a:extLst>
                  <a:ext uri="{FF2B5EF4-FFF2-40B4-BE49-F238E27FC236}">
                    <a16:creationId xmlns:a16="http://schemas.microsoft.com/office/drawing/2014/main" id="{E344E630-11BB-42F6-949D-9F1A7294849B}"/>
                  </a:ext>
                </a:extLst>
              </p:cNvPr>
              <p:cNvGrpSpPr/>
              <p:nvPr userDrawn="1"/>
            </p:nvGrpSpPr>
            <p:grpSpPr>
              <a:xfrm>
                <a:off x="-2025698" y="0"/>
                <a:ext cx="1872000" cy="4379495"/>
                <a:chOff x="-2025698" y="0"/>
                <a:chExt cx="1872000" cy="4379495"/>
              </a:xfrm>
            </p:grpSpPr>
            <p:grpSp>
              <p:nvGrpSpPr>
                <p:cNvPr id="27" name="Group 26">
                  <a:extLst>
                    <a:ext uri="{FF2B5EF4-FFF2-40B4-BE49-F238E27FC236}">
                      <a16:creationId xmlns:a16="http://schemas.microsoft.com/office/drawing/2014/main" id="{68B8A680-F835-4D93-AC44-54894E1B405C}"/>
                    </a:ext>
                  </a:extLst>
                </p:cNvPr>
                <p:cNvGrpSpPr/>
                <p:nvPr/>
              </p:nvGrpSpPr>
              <p:grpSpPr>
                <a:xfrm>
                  <a:off x="-2025698" y="0"/>
                  <a:ext cx="1872000" cy="4379495"/>
                  <a:chOff x="-2025698" y="0"/>
                  <a:chExt cx="1872000" cy="4379495"/>
                </a:xfrm>
              </p:grpSpPr>
              <p:sp>
                <p:nvSpPr>
                  <p:cNvPr id="38" name="Rectangle 104">
                    <a:extLst>
                      <a:ext uri="{FF2B5EF4-FFF2-40B4-BE49-F238E27FC236}">
                        <a16:creationId xmlns:a16="http://schemas.microsoft.com/office/drawing/2014/main" id="{FE9A71FF-815E-4804-9920-7572BA814154}"/>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9" name="Rectangle 113">
                    <a:extLst>
                      <a:ext uri="{FF2B5EF4-FFF2-40B4-BE49-F238E27FC236}">
                        <a16:creationId xmlns:a16="http://schemas.microsoft.com/office/drawing/2014/main" id="{CA8D94AF-AD7E-4619-AD5C-859FC5413F57}"/>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28" name="Rectangle 106">
                  <a:extLst>
                    <a:ext uri="{FF2B5EF4-FFF2-40B4-BE49-F238E27FC236}">
                      <a16:creationId xmlns:a16="http://schemas.microsoft.com/office/drawing/2014/main" id="{B2229489-4F13-4E1A-A058-D1FC4B564928}"/>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2" name="Picture 21">
                <a:extLst>
                  <a:ext uri="{FF2B5EF4-FFF2-40B4-BE49-F238E27FC236}">
                    <a16:creationId xmlns:a16="http://schemas.microsoft.com/office/drawing/2014/main" id="{CAAE9F0D-1CCF-480F-A4F7-1FD0463919C9}"/>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20" name="Rectangle 19">
              <a:extLst>
                <a:ext uri="{FF2B5EF4-FFF2-40B4-BE49-F238E27FC236}">
                  <a16:creationId xmlns:a16="http://schemas.microsoft.com/office/drawing/2014/main" id="{0B03B54B-F436-43A4-876F-E6CC07584BF5}"/>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4208732469"/>
      </p:ext>
    </p:extLst>
  </p:cSld>
  <p:clrMapOvr>
    <a:masterClrMapping/>
  </p:clrMapOvr>
  <p:extLst>
    <p:ext uri="{DCECCB84-F9BA-43D5-87BE-67443E8EF086}">
      <p15:sldGuideLst xmlns:p15="http://schemas.microsoft.com/office/powerpoint/2012/main">
        <p15:guide id="0" pos="3941" userDrawn="1">
          <p15:clr>
            <a:srgbClr val="FBAE40"/>
          </p15:clr>
        </p15:guide>
        <p15:guide id="1" pos="3739" userDrawn="1">
          <p15:clr>
            <a:srgbClr val="FBAE40"/>
          </p15:clr>
        </p15:guide>
        <p15:guide id="2" orient="horz" pos="2240" userDrawn="1">
          <p15:clr>
            <a:srgbClr val="FBAE40"/>
          </p15:clr>
        </p15:guide>
        <p15:guide id="3" orient="horz" pos="2392"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6 spli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bwMode="gray">
          <a:xfrm>
            <a:off x="659008" y="1141986"/>
            <a:ext cx="3401817" cy="2397600"/>
          </a:xfrm>
        </p:spPr>
        <p:txBody>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7" name="Content Placeholder 2"/>
          <p:cNvSpPr>
            <a:spLocks noGrp="1"/>
          </p:cNvSpPr>
          <p:nvPr>
            <p:ph idx="13" hasCustomPrompt="1"/>
          </p:nvPr>
        </p:nvSpPr>
        <p:spPr bwMode="gray">
          <a:xfrm>
            <a:off x="4395716" y="1141986"/>
            <a:ext cx="3402000" cy="2397600"/>
          </a:xfrm>
        </p:spPr>
        <p:txBody>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8" name="Content Placeholder 2"/>
          <p:cNvSpPr>
            <a:spLocks noGrp="1"/>
          </p:cNvSpPr>
          <p:nvPr>
            <p:ph idx="14" hasCustomPrompt="1"/>
          </p:nvPr>
        </p:nvSpPr>
        <p:spPr bwMode="gray">
          <a:xfrm>
            <a:off x="8132608" y="1141986"/>
            <a:ext cx="3402000" cy="2397600"/>
          </a:xfrm>
        </p:spPr>
        <p:txBody>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Slide Number Placeholder 8"/>
          <p:cNvSpPr>
            <a:spLocks noGrp="1"/>
          </p:cNvSpPr>
          <p:nvPr>
            <p:ph type="sldNum" sz="quarter" idx="19"/>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8FFC834C-A34C-444A-96B2-193DA5760128}"/>
              </a:ext>
            </a:extLst>
          </p:cNvPr>
          <p:cNvSpPr>
            <a:spLocks noGrp="1"/>
          </p:cNvSpPr>
          <p:nvPr>
            <p:ph type="ftr" sz="quarter" idx="20"/>
          </p:nvPr>
        </p:nvSpPr>
        <p:spPr/>
        <p:txBody>
          <a:bodyPr/>
          <a:lstStyle>
            <a:lvl1pPr>
              <a:defRPr/>
            </a:lvl1pPr>
          </a:lstStyle>
          <a:p>
            <a:endParaRPr lang="en-GB" noProof="0"/>
          </a:p>
        </p:txBody>
      </p:sp>
      <p:sp>
        <p:nvSpPr>
          <p:cNvPr id="6" name="Title 5">
            <a:extLst>
              <a:ext uri="{FF2B5EF4-FFF2-40B4-BE49-F238E27FC236}">
                <a16:creationId xmlns:a16="http://schemas.microsoft.com/office/drawing/2014/main" id="{C4EBA273-56DA-4043-8B43-48A7F2D5882A}"/>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sp>
        <p:nvSpPr>
          <p:cNvPr id="20" name="Text Placeholder 19">
            <a:extLst>
              <a:ext uri="{FF2B5EF4-FFF2-40B4-BE49-F238E27FC236}">
                <a16:creationId xmlns:a16="http://schemas.microsoft.com/office/drawing/2014/main" id="{21A61B2F-042C-45F8-A0F3-A805A4CC3426}"/>
              </a:ext>
            </a:extLst>
          </p:cNvPr>
          <p:cNvSpPr>
            <a:spLocks noGrp="1"/>
          </p:cNvSpPr>
          <p:nvPr>
            <p:ph type="body" sz="quarter" idx="25" hasCustomPrompt="1"/>
          </p:nvPr>
        </p:nvSpPr>
        <p:spPr bwMode="auto">
          <a:xfrm>
            <a:off x="8132608" y="3802386"/>
            <a:ext cx="3402000" cy="2397600"/>
          </a:xfrm>
          <a:custGeom>
            <a:avLst/>
            <a:gdLst>
              <a:gd name="connsiteX0" fmla="*/ 0 w 3265200"/>
              <a:gd name="connsiteY0" fmla="*/ 0 h 2329200"/>
              <a:gd name="connsiteX1" fmla="*/ 3265200 w 3265200"/>
              <a:gd name="connsiteY1" fmla="*/ 0 h 2329200"/>
              <a:gd name="connsiteX2" fmla="*/ 3265200 w 3265200"/>
              <a:gd name="connsiteY2" fmla="*/ 2329200 h 2329200"/>
              <a:gd name="connsiteX3" fmla="*/ 0 w 3265200"/>
              <a:gd name="connsiteY3" fmla="*/ 2329200 h 2329200"/>
            </a:gdLst>
            <a:ahLst/>
            <a:cxnLst>
              <a:cxn ang="0">
                <a:pos x="connsiteX0" y="connsiteY0"/>
              </a:cxn>
              <a:cxn ang="0">
                <a:pos x="connsiteX1" y="connsiteY1"/>
              </a:cxn>
              <a:cxn ang="0">
                <a:pos x="connsiteX2" y="connsiteY2"/>
              </a:cxn>
              <a:cxn ang="0">
                <a:pos x="connsiteX3" y="connsiteY3"/>
              </a:cxn>
            </a:cxnLst>
            <a:rect l="l" t="t" r="r" b="b"/>
            <a:pathLst>
              <a:path w="3265200" h="2329200">
                <a:moveTo>
                  <a:pt x="0" y="0"/>
                </a:moveTo>
                <a:lnTo>
                  <a:pt x="3265200" y="0"/>
                </a:lnTo>
                <a:lnTo>
                  <a:pt x="3265200" y="2329200"/>
                </a:lnTo>
                <a:lnTo>
                  <a:pt x="0" y="2329200"/>
                </a:lnTo>
                <a:close/>
              </a:path>
            </a:pathLst>
          </a:custGeom>
        </p:spPr>
        <p:txBody>
          <a:bodyPr wrap="square">
            <a:noAutofit/>
          </a:bodyPr>
          <a:lstStyle>
            <a:lvl1pPr>
              <a:defRPr/>
            </a:lvl1pPr>
            <a:lvl2pPr>
              <a:defRPr/>
            </a:lvl2pPr>
          </a:lstStyle>
          <a:p>
            <a:pPr lvl="0"/>
            <a:r>
              <a:rPr lang="en-GB" noProof="0" dirty="0"/>
              <a:t>Click to add text</a:t>
            </a:r>
          </a:p>
          <a:p>
            <a:pPr lvl="1"/>
            <a:r>
              <a:rPr lang="en-GB" noProof="0" dirty="0"/>
              <a:t>Second level</a:t>
            </a:r>
          </a:p>
        </p:txBody>
      </p:sp>
      <p:sp>
        <p:nvSpPr>
          <p:cNvPr id="18" name="Text Placeholder 17">
            <a:extLst>
              <a:ext uri="{FF2B5EF4-FFF2-40B4-BE49-F238E27FC236}">
                <a16:creationId xmlns:a16="http://schemas.microsoft.com/office/drawing/2014/main" id="{303AD663-BDF9-41B1-932D-882CB2D05686}"/>
              </a:ext>
            </a:extLst>
          </p:cNvPr>
          <p:cNvSpPr>
            <a:spLocks noGrp="1"/>
          </p:cNvSpPr>
          <p:nvPr>
            <p:ph type="body" sz="quarter" idx="26" hasCustomPrompt="1"/>
          </p:nvPr>
        </p:nvSpPr>
        <p:spPr bwMode="auto">
          <a:xfrm>
            <a:off x="4395716" y="3802386"/>
            <a:ext cx="3402000" cy="2397600"/>
          </a:xfrm>
          <a:custGeom>
            <a:avLst/>
            <a:gdLst>
              <a:gd name="connsiteX0" fmla="*/ 0 w 3265200"/>
              <a:gd name="connsiteY0" fmla="*/ 0 h 2329200"/>
              <a:gd name="connsiteX1" fmla="*/ 3265200 w 3265200"/>
              <a:gd name="connsiteY1" fmla="*/ 0 h 2329200"/>
              <a:gd name="connsiteX2" fmla="*/ 3265200 w 3265200"/>
              <a:gd name="connsiteY2" fmla="*/ 2329200 h 2329200"/>
              <a:gd name="connsiteX3" fmla="*/ 0 w 3265200"/>
              <a:gd name="connsiteY3" fmla="*/ 2329200 h 2329200"/>
            </a:gdLst>
            <a:ahLst/>
            <a:cxnLst>
              <a:cxn ang="0">
                <a:pos x="connsiteX0" y="connsiteY0"/>
              </a:cxn>
              <a:cxn ang="0">
                <a:pos x="connsiteX1" y="connsiteY1"/>
              </a:cxn>
              <a:cxn ang="0">
                <a:pos x="connsiteX2" y="connsiteY2"/>
              </a:cxn>
              <a:cxn ang="0">
                <a:pos x="connsiteX3" y="connsiteY3"/>
              </a:cxn>
            </a:cxnLst>
            <a:rect l="l" t="t" r="r" b="b"/>
            <a:pathLst>
              <a:path w="3265200" h="2329200">
                <a:moveTo>
                  <a:pt x="0" y="0"/>
                </a:moveTo>
                <a:lnTo>
                  <a:pt x="3265200" y="0"/>
                </a:lnTo>
                <a:lnTo>
                  <a:pt x="3265200" y="2329200"/>
                </a:lnTo>
                <a:lnTo>
                  <a:pt x="0" y="2329200"/>
                </a:lnTo>
                <a:close/>
              </a:path>
            </a:pathLst>
          </a:custGeom>
        </p:spPr>
        <p:txBody>
          <a:bodyPr wrap="square">
            <a:noAutofit/>
          </a:bodyPr>
          <a:lstStyle>
            <a:lvl1pPr>
              <a:defRPr/>
            </a:lvl1pPr>
            <a:lvl2pPr>
              <a:defRPr/>
            </a:lvl2pPr>
          </a:lstStyle>
          <a:p>
            <a:pPr lvl="0"/>
            <a:r>
              <a:rPr lang="en-GB" noProof="0" dirty="0"/>
              <a:t>Click to add text</a:t>
            </a:r>
          </a:p>
          <a:p>
            <a:pPr lvl="1"/>
            <a:r>
              <a:rPr lang="en-GB" noProof="0" dirty="0"/>
              <a:t>Second level</a:t>
            </a:r>
          </a:p>
        </p:txBody>
      </p:sp>
      <p:sp>
        <p:nvSpPr>
          <p:cNvPr id="17" name="Text Placeholder 16">
            <a:extLst>
              <a:ext uri="{FF2B5EF4-FFF2-40B4-BE49-F238E27FC236}">
                <a16:creationId xmlns:a16="http://schemas.microsoft.com/office/drawing/2014/main" id="{5C8C9853-D80D-461C-A5C1-7A244490EF01}"/>
              </a:ext>
            </a:extLst>
          </p:cNvPr>
          <p:cNvSpPr>
            <a:spLocks noGrp="1"/>
          </p:cNvSpPr>
          <p:nvPr>
            <p:ph type="body" sz="quarter" idx="27" hasCustomPrompt="1"/>
          </p:nvPr>
        </p:nvSpPr>
        <p:spPr bwMode="auto">
          <a:xfrm>
            <a:off x="659008" y="3802386"/>
            <a:ext cx="3401817" cy="2397600"/>
          </a:xfrm>
          <a:custGeom>
            <a:avLst/>
            <a:gdLst>
              <a:gd name="connsiteX0" fmla="*/ 0 w 3265200"/>
              <a:gd name="connsiteY0" fmla="*/ 0 h 2329200"/>
              <a:gd name="connsiteX1" fmla="*/ 3265200 w 3265200"/>
              <a:gd name="connsiteY1" fmla="*/ 0 h 2329200"/>
              <a:gd name="connsiteX2" fmla="*/ 3265200 w 3265200"/>
              <a:gd name="connsiteY2" fmla="*/ 2329200 h 2329200"/>
              <a:gd name="connsiteX3" fmla="*/ 0 w 3265200"/>
              <a:gd name="connsiteY3" fmla="*/ 2329200 h 2329200"/>
            </a:gdLst>
            <a:ahLst/>
            <a:cxnLst>
              <a:cxn ang="0">
                <a:pos x="connsiteX0" y="connsiteY0"/>
              </a:cxn>
              <a:cxn ang="0">
                <a:pos x="connsiteX1" y="connsiteY1"/>
              </a:cxn>
              <a:cxn ang="0">
                <a:pos x="connsiteX2" y="connsiteY2"/>
              </a:cxn>
              <a:cxn ang="0">
                <a:pos x="connsiteX3" y="connsiteY3"/>
              </a:cxn>
            </a:cxnLst>
            <a:rect l="l" t="t" r="r" b="b"/>
            <a:pathLst>
              <a:path w="3265200" h="2329200">
                <a:moveTo>
                  <a:pt x="0" y="0"/>
                </a:moveTo>
                <a:lnTo>
                  <a:pt x="3265200" y="0"/>
                </a:lnTo>
                <a:lnTo>
                  <a:pt x="3265200" y="2329200"/>
                </a:lnTo>
                <a:lnTo>
                  <a:pt x="0" y="2329200"/>
                </a:lnTo>
                <a:close/>
              </a:path>
            </a:pathLst>
          </a:custGeom>
        </p:spPr>
        <p:txBody>
          <a:bodyPr wrap="square">
            <a:noAutofit/>
          </a:bodyPr>
          <a:lstStyle>
            <a:lvl1pPr>
              <a:defRPr/>
            </a:lvl1pPr>
            <a:lvl2pPr>
              <a:defRPr/>
            </a:lvl2pPr>
          </a:lstStyle>
          <a:p>
            <a:pPr lvl="0"/>
            <a:r>
              <a:rPr lang="en-GB" noProof="0" dirty="0"/>
              <a:t>Click to add text</a:t>
            </a:r>
          </a:p>
          <a:p>
            <a:pPr lvl="1"/>
            <a:r>
              <a:rPr lang="en-GB" noProof="0" dirty="0"/>
              <a:t>Second level</a:t>
            </a:r>
          </a:p>
        </p:txBody>
      </p:sp>
      <p:grpSp>
        <p:nvGrpSpPr>
          <p:cNvPr id="39" name="Group 38">
            <a:extLst>
              <a:ext uri="{FF2B5EF4-FFF2-40B4-BE49-F238E27FC236}">
                <a16:creationId xmlns:a16="http://schemas.microsoft.com/office/drawing/2014/main" id="{9AF6D44A-0294-48EC-8B01-EA74305500DC}"/>
              </a:ext>
            </a:extLst>
          </p:cNvPr>
          <p:cNvGrpSpPr/>
          <p:nvPr userDrawn="1"/>
        </p:nvGrpSpPr>
        <p:grpSpPr>
          <a:xfrm>
            <a:off x="-2368598" y="0"/>
            <a:ext cx="1872000" cy="4379495"/>
            <a:chOff x="-2025698" y="0"/>
            <a:chExt cx="1872000" cy="4379495"/>
          </a:xfrm>
        </p:grpSpPr>
        <p:grpSp>
          <p:nvGrpSpPr>
            <p:cNvPr id="40" name="Group 39">
              <a:extLst>
                <a:ext uri="{FF2B5EF4-FFF2-40B4-BE49-F238E27FC236}">
                  <a16:creationId xmlns:a16="http://schemas.microsoft.com/office/drawing/2014/main" id="{64C5CFFD-F0C8-4A93-B89E-FB68A48F3825}"/>
                </a:ext>
              </a:extLst>
            </p:cNvPr>
            <p:cNvGrpSpPr/>
            <p:nvPr userDrawn="1"/>
          </p:nvGrpSpPr>
          <p:grpSpPr>
            <a:xfrm>
              <a:off x="-2025698" y="0"/>
              <a:ext cx="1872000" cy="4379495"/>
              <a:chOff x="-2025698" y="0"/>
              <a:chExt cx="1872000" cy="4379495"/>
            </a:xfrm>
          </p:grpSpPr>
          <p:grpSp>
            <p:nvGrpSpPr>
              <p:cNvPr id="42" name="Group 41">
                <a:extLst>
                  <a:ext uri="{FF2B5EF4-FFF2-40B4-BE49-F238E27FC236}">
                    <a16:creationId xmlns:a16="http://schemas.microsoft.com/office/drawing/2014/main" id="{E57FA918-40CA-44E1-B636-4EFDEF52933A}"/>
                  </a:ext>
                </a:extLst>
              </p:cNvPr>
              <p:cNvGrpSpPr/>
              <p:nvPr userDrawn="1"/>
            </p:nvGrpSpPr>
            <p:grpSpPr>
              <a:xfrm>
                <a:off x="-2025698" y="0"/>
                <a:ext cx="1872000" cy="4379495"/>
                <a:chOff x="-2025698" y="0"/>
                <a:chExt cx="1872000" cy="4379495"/>
              </a:xfrm>
            </p:grpSpPr>
            <p:grpSp>
              <p:nvGrpSpPr>
                <p:cNvPr id="44" name="Group 43">
                  <a:extLst>
                    <a:ext uri="{FF2B5EF4-FFF2-40B4-BE49-F238E27FC236}">
                      <a16:creationId xmlns:a16="http://schemas.microsoft.com/office/drawing/2014/main" id="{AE03D839-457C-4C20-BBFC-54D7BA6EDA83}"/>
                    </a:ext>
                  </a:extLst>
                </p:cNvPr>
                <p:cNvGrpSpPr/>
                <p:nvPr/>
              </p:nvGrpSpPr>
              <p:grpSpPr>
                <a:xfrm>
                  <a:off x="-2025698" y="0"/>
                  <a:ext cx="1872000" cy="4379495"/>
                  <a:chOff x="-2025698" y="0"/>
                  <a:chExt cx="1872000" cy="4379495"/>
                </a:xfrm>
              </p:grpSpPr>
              <p:sp>
                <p:nvSpPr>
                  <p:cNvPr id="46" name="Rectangle 104">
                    <a:extLst>
                      <a:ext uri="{FF2B5EF4-FFF2-40B4-BE49-F238E27FC236}">
                        <a16:creationId xmlns:a16="http://schemas.microsoft.com/office/drawing/2014/main" id="{E3F01C10-0FD6-49DE-9290-CC484C79E93A}"/>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47" name="Rectangle 113">
                    <a:extLst>
                      <a:ext uri="{FF2B5EF4-FFF2-40B4-BE49-F238E27FC236}">
                        <a16:creationId xmlns:a16="http://schemas.microsoft.com/office/drawing/2014/main" id="{55FF9082-9A8A-45AD-AA5A-65C6622A4B25}"/>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45" name="Rectangle 106">
                  <a:extLst>
                    <a:ext uri="{FF2B5EF4-FFF2-40B4-BE49-F238E27FC236}">
                      <a16:creationId xmlns:a16="http://schemas.microsoft.com/office/drawing/2014/main" id="{E9D5ED91-05AF-4DEC-929C-8DE1EF08461C}"/>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43" name="Picture 42">
                <a:extLst>
                  <a:ext uri="{FF2B5EF4-FFF2-40B4-BE49-F238E27FC236}">
                    <a16:creationId xmlns:a16="http://schemas.microsoft.com/office/drawing/2014/main" id="{28AADD23-D330-4589-8B81-8B8CEAA82A60}"/>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41" name="Rectangle 40">
              <a:extLst>
                <a:ext uri="{FF2B5EF4-FFF2-40B4-BE49-F238E27FC236}">
                  <a16:creationId xmlns:a16="http://schemas.microsoft.com/office/drawing/2014/main" id="{A9FFDADA-1ECF-47A4-AB70-A5A3A174B857}"/>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3206252193"/>
      </p:ext>
    </p:extLst>
  </p:cSld>
  <p:clrMapOvr>
    <a:masterClrMapping/>
  </p:clrMapOvr>
  <p:extLst>
    <p:ext uri="{DCECCB84-F9BA-43D5-87BE-67443E8EF086}">
      <p15:sldGuideLst xmlns:p15="http://schemas.microsoft.com/office/powerpoint/2012/main">
        <p15:guide id="1" pos="2558" userDrawn="1">
          <p15:clr>
            <a:srgbClr val="FBAE40"/>
          </p15:clr>
        </p15:guide>
        <p15:guide id="2" pos="2770" userDrawn="1">
          <p15:clr>
            <a:srgbClr val="FBAE40"/>
          </p15:clr>
        </p15:guide>
        <p15:guide id="3" pos="4910" userDrawn="1">
          <p15:clr>
            <a:srgbClr val="FBAE40"/>
          </p15:clr>
        </p15:guide>
        <p15:guide id="4" pos="5122" userDrawn="1">
          <p15:clr>
            <a:srgbClr val="FBAE40"/>
          </p15:clr>
        </p15:guide>
        <p15:guide id="5" orient="horz" pos="2240" userDrawn="1">
          <p15:clr>
            <a:srgbClr val="FBAE40"/>
          </p15:clr>
        </p15:guide>
        <p15:guide id="6" orient="horz" pos="2392"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6 split graphic">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bwMode="gray">
          <a:xfrm>
            <a:off x="659008" y="1795637"/>
            <a:ext cx="3402000" cy="2696988"/>
          </a:xfrm>
        </p:spPr>
        <p:txBody>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7" name="Content Placeholder 2"/>
          <p:cNvSpPr>
            <a:spLocks noGrp="1"/>
          </p:cNvSpPr>
          <p:nvPr>
            <p:ph idx="13" hasCustomPrompt="1"/>
          </p:nvPr>
        </p:nvSpPr>
        <p:spPr bwMode="gray">
          <a:xfrm>
            <a:off x="4395716" y="1795637"/>
            <a:ext cx="3402000" cy="2696988"/>
          </a:xfrm>
        </p:spPr>
        <p:txBody>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8" name="Content Placeholder 2"/>
          <p:cNvSpPr>
            <a:spLocks noGrp="1"/>
          </p:cNvSpPr>
          <p:nvPr>
            <p:ph idx="14" hasCustomPrompt="1"/>
          </p:nvPr>
        </p:nvSpPr>
        <p:spPr bwMode="gray">
          <a:xfrm>
            <a:off x="8132608" y="1795637"/>
            <a:ext cx="3402000" cy="2696988"/>
          </a:xfrm>
        </p:spPr>
        <p:txBody>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Slide Number Placeholder 8"/>
          <p:cNvSpPr>
            <a:spLocks noGrp="1"/>
          </p:cNvSpPr>
          <p:nvPr>
            <p:ph type="sldNum" sz="quarter" idx="19"/>
          </p:nvPr>
        </p:nvSpPr>
        <p:spPr/>
        <p:txBody>
          <a:bodyPr/>
          <a:lstStyle/>
          <a:p>
            <a:fld id="{DDD2A080-DA64-4F5C-9131-47EB793B4410}" type="slidenum">
              <a:rPr lang="en-GB" noProof="0" smtClean="0"/>
              <a:pPr/>
              <a:t>‹#›</a:t>
            </a:fld>
            <a:endParaRPr lang="en-GB" noProof="0" dirty="0"/>
          </a:p>
        </p:txBody>
      </p:sp>
      <p:sp>
        <p:nvSpPr>
          <p:cNvPr id="10" name="Text Placeholder 10"/>
          <p:cNvSpPr>
            <a:spLocks noGrp="1"/>
          </p:cNvSpPr>
          <p:nvPr>
            <p:ph type="body" sz="quarter" idx="12" hasCustomPrompt="1"/>
          </p:nvPr>
        </p:nvSpPr>
        <p:spPr>
          <a:xfrm>
            <a:off x="659008" y="1141200"/>
            <a:ext cx="3402000" cy="572400"/>
          </a:xfrm>
        </p:spPr>
        <p:txBody>
          <a:bodyPr>
            <a:noAutofit/>
          </a:bodyPr>
          <a:lstStyle>
            <a:lvl1pPr>
              <a:lnSpc>
                <a:spcPct val="93000"/>
              </a:lnSpc>
              <a:defRPr sz="2000" b="1">
                <a:solidFill>
                  <a:schemeClr val="bg2"/>
                </a:solidFill>
              </a:defRPr>
            </a:lvl1pPr>
          </a:lstStyle>
          <a:p>
            <a:pPr lvl="0"/>
            <a:r>
              <a:rPr lang="en-GB" noProof="0" dirty="0"/>
              <a:t>Click to add subtitle</a:t>
            </a:r>
          </a:p>
        </p:txBody>
      </p:sp>
      <p:sp>
        <p:nvSpPr>
          <p:cNvPr id="16" name="Text Placeholder 10"/>
          <p:cNvSpPr>
            <a:spLocks noGrp="1"/>
          </p:cNvSpPr>
          <p:nvPr>
            <p:ph type="body" sz="quarter" idx="20" hasCustomPrompt="1"/>
          </p:nvPr>
        </p:nvSpPr>
        <p:spPr>
          <a:xfrm>
            <a:off x="4395716" y="1141200"/>
            <a:ext cx="3402000" cy="572400"/>
          </a:xfrm>
        </p:spPr>
        <p:txBody>
          <a:bodyPr/>
          <a:lstStyle>
            <a:lvl1pPr>
              <a:lnSpc>
                <a:spcPct val="93000"/>
              </a:lnSpc>
              <a:defRPr sz="2000" b="1">
                <a:solidFill>
                  <a:schemeClr val="bg2"/>
                </a:solidFill>
              </a:defRPr>
            </a:lvl1pPr>
          </a:lstStyle>
          <a:p>
            <a:pPr lvl="0"/>
            <a:r>
              <a:rPr lang="en-GB" noProof="0" dirty="0"/>
              <a:t>Click to add subtitle</a:t>
            </a:r>
          </a:p>
        </p:txBody>
      </p:sp>
      <p:sp>
        <p:nvSpPr>
          <p:cNvPr id="17" name="Text Placeholder 10"/>
          <p:cNvSpPr>
            <a:spLocks noGrp="1"/>
          </p:cNvSpPr>
          <p:nvPr>
            <p:ph type="body" sz="quarter" idx="21" hasCustomPrompt="1"/>
          </p:nvPr>
        </p:nvSpPr>
        <p:spPr>
          <a:xfrm>
            <a:off x="8132608" y="1141200"/>
            <a:ext cx="3402000" cy="572400"/>
          </a:xfrm>
        </p:spPr>
        <p:txBody>
          <a:bodyPr/>
          <a:lstStyle>
            <a:lvl1pPr>
              <a:lnSpc>
                <a:spcPct val="93000"/>
              </a:lnSpc>
              <a:defRPr sz="2000" b="1">
                <a:solidFill>
                  <a:schemeClr val="bg2"/>
                </a:solidFill>
              </a:defRPr>
            </a:lvl1pPr>
          </a:lstStyle>
          <a:p>
            <a:pPr lvl="0"/>
            <a:r>
              <a:rPr lang="en-GB" noProof="0" dirty="0"/>
              <a:t>Click to add subtitle</a:t>
            </a:r>
          </a:p>
        </p:txBody>
      </p:sp>
      <p:sp>
        <p:nvSpPr>
          <p:cNvPr id="2" name="Footer Placeholder 1">
            <a:extLst>
              <a:ext uri="{FF2B5EF4-FFF2-40B4-BE49-F238E27FC236}">
                <a16:creationId xmlns:a16="http://schemas.microsoft.com/office/drawing/2014/main" id="{9A6698A2-A39B-41B3-9275-CB9AF2EB4D82}"/>
              </a:ext>
            </a:extLst>
          </p:cNvPr>
          <p:cNvSpPr>
            <a:spLocks noGrp="1"/>
          </p:cNvSpPr>
          <p:nvPr>
            <p:ph type="ftr" sz="quarter" idx="22"/>
          </p:nvPr>
        </p:nvSpPr>
        <p:spPr/>
        <p:txBody>
          <a:bodyPr/>
          <a:lstStyle>
            <a:lvl1pPr>
              <a:defRPr/>
            </a:lvl1pPr>
          </a:lstStyle>
          <a:p>
            <a:endParaRPr lang="en-GB" noProof="0"/>
          </a:p>
        </p:txBody>
      </p:sp>
      <p:sp>
        <p:nvSpPr>
          <p:cNvPr id="6" name="Title 5">
            <a:extLst>
              <a:ext uri="{FF2B5EF4-FFF2-40B4-BE49-F238E27FC236}">
                <a16:creationId xmlns:a16="http://schemas.microsoft.com/office/drawing/2014/main" id="{7461088F-78BF-40B2-9347-3DDF04997BA2}"/>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sp>
        <p:nvSpPr>
          <p:cNvPr id="20" name="Text Placeholder 19">
            <a:extLst>
              <a:ext uri="{FF2B5EF4-FFF2-40B4-BE49-F238E27FC236}">
                <a16:creationId xmlns:a16="http://schemas.microsoft.com/office/drawing/2014/main" id="{CEFF65E3-281C-42C3-B17B-E3FBBBFCC311}"/>
              </a:ext>
            </a:extLst>
          </p:cNvPr>
          <p:cNvSpPr>
            <a:spLocks noGrp="1"/>
          </p:cNvSpPr>
          <p:nvPr>
            <p:ph type="body" sz="quarter" idx="23" hasCustomPrompt="1"/>
          </p:nvPr>
        </p:nvSpPr>
        <p:spPr bwMode="auto">
          <a:xfrm>
            <a:off x="659008" y="4760733"/>
            <a:ext cx="3402000" cy="1440042"/>
          </a:xfrm>
          <a:custGeom>
            <a:avLst/>
            <a:gdLst>
              <a:gd name="connsiteX0" fmla="*/ 0 w 3265200"/>
              <a:gd name="connsiteY0" fmla="*/ 0 h 1440042"/>
              <a:gd name="connsiteX1" fmla="*/ 3265200 w 3265200"/>
              <a:gd name="connsiteY1" fmla="*/ 0 h 1440042"/>
              <a:gd name="connsiteX2" fmla="*/ 3265200 w 3265200"/>
              <a:gd name="connsiteY2" fmla="*/ 1440042 h 1440042"/>
              <a:gd name="connsiteX3" fmla="*/ 0 w 3265200"/>
              <a:gd name="connsiteY3" fmla="*/ 1440042 h 1440042"/>
            </a:gdLst>
            <a:ahLst/>
            <a:cxnLst>
              <a:cxn ang="0">
                <a:pos x="connsiteX0" y="connsiteY0"/>
              </a:cxn>
              <a:cxn ang="0">
                <a:pos x="connsiteX1" y="connsiteY1"/>
              </a:cxn>
              <a:cxn ang="0">
                <a:pos x="connsiteX2" y="connsiteY2"/>
              </a:cxn>
              <a:cxn ang="0">
                <a:pos x="connsiteX3" y="connsiteY3"/>
              </a:cxn>
            </a:cxnLst>
            <a:rect l="l" t="t" r="r" b="b"/>
            <a:pathLst>
              <a:path w="3265200" h="1440042">
                <a:moveTo>
                  <a:pt x="0" y="0"/>
                </a:moveTo>
                <a:lnTo>
                  <a:pt x="3265200" y="0"/>
                </a:lnTo>
                <a:lnTo>
                  <a:pt x="3265200" y="1440042"/>
                </a:lnTo>
                <a:lnTo>
                  <a:pt x="0" y="1440042"/>
                </a:lnTo>
                <a:close/>
              </a:path>
            </a:pathLst>
          </a:custGeom>
        </p:spPr>
        <p:txBody>
          <a:bodyPr wrap="square">
            <a:noAutofit/>
          </a:bodyPr>
          <a:lstStyle>
            <a:lvl1pPr>
              <a:defRPr/>
            </a:lvl1pPr>
            <a:lvl2pPr>
              <a:defRPr/>
            </a:lvl2pPr>
          </a:lstStyle>
          <a:p>
            <a:pPr lvl="0"/>
            <a:r>
              <a:rPr lang="en-GB" noProof="0" dirty="0"/>
              <a:t>Click to add text</a:t>
            </a:r>
          </a:p>
          <a:p>
            <a:pPr lvl="1"/>
            <a:r>
              <a:rPr lang="en-GB" noProof="0" dirty="0"/>
              <a:t>Second level</a:t>
            </a:r>
          </a:p>
        </p:txBody>
      </p:sp>
      <p:sp>
        <p:nvSpPr>
          <p:cNvPr id="21" name="Text Placeholder 20">
            <a:extLst>
              <a:ext uri="{FF2B5EF4-FFF2-40B4-BE49-F238E27FC236}">
                <a16:creationId xmlns:a16="http://schemas.microsoft.com/office/drawing/2014/main" id="{4EB20EA5-1BDF-4774-85AE-3707EE79E838}"/>
              </a:ext>
            </a:extLst>
          </p:cNvPr>
          <p:cNvSpPr>
            <a:spLocks noGrp="1"/>
          </p:cNvSpPr>
          <p:nvPr>
            <p:ph type="body" sz="quarter" idx="24" hasCustomPrompt="1"/>
          </p:nvPr>
        </p:nvSpPr>
        <p:spPr bwMode="auto">
          <a:xfrm>
            <a:off x="4395716" y="4760733"/>
            <a:ext cx="3402000" cy="1440042"/>
          </a:xfrm>
          <a:custGeom>
            <a:avLst/>
            <a:gdLst>
              <a:gd name="connsiteX0" fmla="*/ 0 w 3265200"/>
              <a:gd name="connsiteY0" fmla="*/ 0 h 1440042"/>
              <a:gd name="connsiteX1" fmla="*/ 3265200 w 3265200"/>
              <a:gd name="connsiteY1" fmla="*/ 0 h 1440042"/>
              <a:gd name="connsiteX2" fmla="*/ 3265200 w 3265200"/>
              <a:gd name="connsiteY2" fmla="*/ 1440042 h 1440042"/>
              <a:gd name="connsiteX3" fmla="*/ 0 w 3265200"/>
              <a:gd name="connsiteY3" fmla="*/ 1440042 h 1440042"/>
            </a:gdLst>
            <a:ahLst/>
            <a:cxnLst>
              <a:cxn ang="0">
                <a:pos x="connsiteX0" y="connsiteY0"/>
              </a:cxn>
              <a:cxn ang="0">
                <a:pos x="connsiteX1" y="connsiteY1"/>
              </a:cxn>
              <a:cxn ang="0">
                <a:pos x="connsiteX2" y="connsiteY2"/>
              </a:cxn>
              <a:cxn ang="0">
                <a:pos x="connsiteX3" y="connsiteY3"/>
              </a:cxn>
            </a:cxnLst>
            <a:rect l="l" t="t" r="r" b="b"/>
            <a:pathLst>
              <a:path w="3265200" h="1440042">
                <a:moveTo>
                  <a:pt x="0" y="0"/>
                </a:moveTo>
                <a:lnTo>
                  <a:pt x="3265200" y="0"/>
                </a:lnTo>
                <a:lnTo>
                  <a:pt x="3265200" y="1440042"/>
                </a:lnTo>
                <a:lnTo>
                  <a:pt x="0" y="1440042"/>
                </a:lnTo>
                <a:close/>
              </a:path>
            </a:pathLst>
          </a:custGeom>
        </p:spPr>
        <p:txBody>
          <a:bodyPr wrap="square">
            <a:noAutofit/>
          </a:bodyPr>
          <a:lstStyle>
            <a:lvl1pPr>
              <a:defRPr/>
            </a:lvl1pPr>
            <a:lvl2pPr>
              <a:defRPr/>
            </a:lvl2pPr>
          </a:lstStyle>
          <a:p>
            <a:pPr lvl="0"/>
            <a:r>
              <a:rPr lang="en-GB" noProof="0" dirty="0"/>
              <a:t>Click to add text</a:t>
            </a:r>
          </a:p>
          <a:p>
            <a:pPr lvl="1"/>
            <a:r>
              <a:rPr lang="en-GB" noProof="0" dirty="0"/>
              <a:t>Second level</a:t>
            </a:r>
          </a:p>
        </p:txBody>
      </p:sp>
      <p:sp>
        <p:nvSpPr>
          <p:cNvPr id="22" name="Text Placeholder 21">
            <a:extLst>
              <a:ext uri="{FF2B5EF4-FFF2-40B4-BE49-F238E27FC236}">
                <a16:creationId xmlns:a16="http://schemas.microsoft.com/office/drawing/2014/main" id="{47ABD35C-80D6-4CEF-A7D8-B8167BA43E06}"/>
              </a:ext>
            </a:extLst>
          </p:cNvPr>
          <p:cNvSpPr>
            <a:spLocks noGrp="1"/>
          </p:cNvSpPr>
          <p:nvPr>
            <p:ph type="body" sz="quarter" idx="25" hasCustomPrompt="1"/>
          </p:nvPr>
        </p:nvSpPr>
        <p:spPr bwMode="auto">
          <a:xfrm>
            <a:off x="8132608" y="4760733"/>
            <a:ext cx="3402000" cy="1440042"/>
          </a:xfrm>
          <a:custGeom>
            <a:avLst/>
            <a:gdLst>
              <a:gd name="connsiteX0" fmla="*/ 0 w 3265200"/>
              <a:gd name="connsiteY0" fmla="*/ 0 h 1440042"/>
              <a:gd name="connsiteX1" fmla="*/ 3265200 w 3265200"/>
              <a:gd name="connsiteY1" fmla="*/ 0 h 1440042"/>
              <a:gd name="connsiteX2" fmla="*/ 3265200 w 3265200"/>
              <a:gd name="connsiteY2" fmla="*/ 1440042 h 1440042"/>
              <a:gd name="connsiteX3" fmla="*/ 0 w 3265200"/>
              <a:gd name="connsiteY3" fmla="*/ 1440042 h 1440042"/>
            </a:gdLst>
            <a:ahLst/>
            <a:cxnLst>
              <a:cxn ang="0">
                <a:pos x="connsiteX0" y="connsiteY0"/>
              </a:cxn>
              <a:cxn ang="0">
                <a:pos x="connsiteX1" y="connsiteY1"/>
              </a:cxn>
              <a:cxn ang="0">
                <a:pos x="connsiteX2" y="connsiteY2"/>
              </a:cxn>
              <a:cxn ang="0">
                <a:pos x="connsiteX3" y="connsiteY3"/>
              </a:cxn>
            </a:cxnLst>
            <a:rect l="l" t="t" r="r" b="b"/>
            <a:pathLst>
              <a:path w="3265200" h="1440042">
                <a:moveTo>
                  <a:pt x="0" y="0"/>
                </a:moveTo>
                <a:lnTo>
                  <a:pt x="3265200" y="0"/>
                </a:lnTo>
                <a:lnTo>
                  <a:pt x="3265200" y="1440042"/>
                </a:lnTo>
                <a:lnTo>
                  <a:pt x="0" y="1440042"/>
                </a:lnTo>
                <a:close/>
              </a:path>
            </a:pathLst>
          </a:custGeom>
        </p:spPr>
        <p:txBody>
          <a:bodyPr wrap="square">
            <a:noAutofit/>
          </a:bodyPr>
          <a:lstStyle>
            <a:lvl1pPr>
              <a:defRPr/>
            </a:lvl1pPr>
            <a:lvl2pPr>
              <a:defRPr/>
            </a:lvl2pPr>
          </a:lstStyle>
          <a:p>
            <a:pPr lvl="0"/>
            <a:r>
              <a:rPr lang="en-GB" noProof="0" dirty="0"/>
              <a:t>Click to add text</a:t>
            </a:r>
          </a:p>
          <a:p>
            <a:pPr lvl="1"/>
            <a:r>
              <a:rPr lang="en-GB" noProof="0" dirty="0"/>
              <a:t>Second level</a:t>
            </a:r>
          </a:p>
        </p:txBody>
      </p:sp>
      <p:grpSp>
        <p:nvGrpSpPr>
          <p:cNvPr id="23" name="Group 22">
            <a:extLst>
              <a:ext uri="{FF2B5EF4-FFF2-40B4-BE49-F238E27FC236}">
                <a16:creationId xmlns:a16="http://schemas.microsoft.com/office/drawing/2014/main" id="{5837A4F1-813B-4E08-9ED0-69735471A037}"/>
              </a:ext>
            </a:extLst>
          </p:cNvPr>
          <p:cNvGrpSpPr/>
          <p:nvPr userDrawn="1"/>
        </p:nvGrpSpPr>
        <p:grpSpPr>
          <a:xfrm>
            <a:off x="-2368598" y="0"/>
            <a:ext cx="1872000" cy="4379495"/>
            <a:chOff x="-2025698" y="0"/>
            <a:chExt cx="1872000" cy="4379495"/>
          </a:xfrm>
        </p:grpSpPr>
        <p:grpSp>
          <p:nvGrpSpPr>
            <p:cNvPr id="24" name="Group 23">
              <a:extLst>
                <a:ext uri="{FF2B5EF4-FFF2-40B4-BE49-F238E27FC236}">
                  <a16:creationId xmlns:a16="http://schemas.microsoft.com/office/drawing/2014/main" id="{55440F9C-887D-4F39-AF0E-29E9DD0B1166}"/>
                </a:ext>
              </a:extLst>
            </p:cNvPr>
            <p:cNvGrpSpPr/>
            <p:nvPr userDrawn="1"/>
          </p:nvGrpSpPr>
          <p:grpSpPr>
            <a:xfrm>
              <a:off x="-2025698" y="0"/>
              <a:ext cx="1872000" cy="4379495"/>
              <a:chOff x="-2025698" y="0"/>
              <a:chExt cx="1872000" cy="4379495"/>
            </a:xfrm>
          </p:grpSpPr>
          <p:grpSp>
            <p:nvGrpSpPr>
              <p:cNvPr id="26" name="Group 25">
                <a:extLst>
                  <a:ext uri="{FF2B5EF4-FFF2-40B4-BE49-F238E27FC236}">
                    <a16:creationId xmlns:a16="http://schemas.microsoft.com/office/drawing/2014/main" id="{3AE6EB06-797B-485F-A2DD-ED177C516635}"/>
                  </a:ext>
                </a:extLst>
              </p:cNvPr>
              <p:cNvGrpSpPr/>
              <p:nvPr userDrawn="1"/>
            </p:nvGrpSpPr>
            <p:grpSpPr>
              <a:xfrm>
                <a:off x="-2025698" y="0"/>
                <a:ext cx="1872000" cy="4379495"/>
                <a:chOff x="-2025698" y="0"/>
                <a:chExt cx="1872000" cy="4379495"/>
              </a:xfrm>
            </p:grpSpPr>
            <p:grpSp>
              <p:nvGrpSpPr>
                <p:cNvPr id="28" name="Group 27">
                  <a:extLst>
                    <a:ext uri="{FF2B5EF4-FFF2-40B4-BE49-F238E27FC236}">
                      <a16:creationId xmlns:a16="http://schemas.microsoft.com/office/drawing/2014/main" id="{2B48A556-2CC1-405E-B7DD-8422C79FF47D}"/>
                    </a:ext>
                  </a:extLst>
                </p:cNvPr>
                <p:cNvGrpSpPr/>
                <p:nvPr/>
              </p:nvGrpSpPr>
              <p:grpSpPr>
                <a:xfrm>
                  <a:off x="-2025698" y="0"/>
                  <a:ext cx="1872000" cy="4379495"/>
                  <a:chOff x="-2025698" y="0"/>
                  <a:chExt cx="1872000" cy="4379495"/>
                </a:xfrm>
              </p:grpSpPr>
              <p:sp>
                <p:nvSpPr>
                  <p:cNvPr id="30" name="Rectangle 104">
                    <a:extLst>
                      <a:ext uri="{FF2B5EF4-FFF2-40B4-BE49-F238E27FC236}">
                        <a16:creationId xmlns:a16="http://schemas.microsoft.com/office/drawing/2014/main" id="{184BE141-3152-4EEA-8393-0EEF51DA0B79}"/>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1" name="Rectangle 113">
                    <a:extLst>
                      <a:ext uri="{FF2B5EF4-FFF2-40B4-BE49-F238E27FC236}">
                        <a16:creationId xmlns:a16="http://schemas.microsoft.com/office/drawing/2014/main" id="{CF52034F-CE32-4091-8163-CD7282C61E90}"/>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29" name="Rectangle 106">
                  <a:extLst>
                    <a:ext uri="{FF2B5EF4-FFF2-40B4-BE49-F238E27FC236}">
                      <a16:creationId xmlns:a16="http://schemas.microsoft.com/office/drawing/2014/main" id="{6E95BDBF-AC8B-42DE-9F35-62D0FB7884DB}"/>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7" name="Picture 26">
                <a:extLst>
                  <a:ext uri="{FF2B5EF4-FFF2-40B4-BE49-F238E27FC236}">
                    <a16:creationId xmlns:a16="http://schemas.microsoft.com/office/drawing/2014/main" id="{CFBD03D0-C21F-4DB5-ACE6-45B38290F545}"/>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25" name="Rectangle 24">
              <a:extLst>
                <a:ext uri="{FF2B5EF4-FFF2-40B4-BE49-F238E27FC236}">
                  <a16:creationId xmlns:a16="http://schemas.microsoft.com/office/drawing/2014/main" id="{F459B91F-8FB6-4CBF-9522-E614B9536C64}"/>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217969887"/>
      </p:ext>
    </p:extLst>
  </p:cSld>
  <p:clrMapOvr>
    <a:masterClrMapping/>
  </p:clrMapOvr>
  <p:extLst>
    <p:ext uri="{DCECCB84-F9BA-43D5-87BE-67443E8EF086}">
      <p15:sldGuideLst xmlns:p15="http://schemas.microsoft.com/office/powerpoint/2012/main">
        <p15:guide id="2" pos="2768" userDrawn="1">
          <p15:clr>
            <a:srgbClr val="FBAE40"/>
          </p15:clr>
        </p15:guide>
        <p15:guide id="3" pos="4912" userDrawn="1">
          <p15:clr>
            <a:srgbClr val="FBAE40"/>
          </p15:clr>
        </p15:guide>
        <p15:guide id="4" pos="5120" userDrawn="1">
          <p15:clr>
            <a:srgbClr val="FBAE40"/>
          </p15:clr>
        </p15:guide>
        <p15:guide id="5" orient="horz" pos="2830" userDrawn="1">
          <p15:clr>
            <a:srgbClr val="FBAE40"/>
          </p15:clr>
        </p15:guide>
        <p15:guide id="6" orient="horz" pos="2998" userDrawn="1">
          <p15:clr>
            <a:srgbClr val="FBAE40"/>
          </p15:clr>
        </p15:guide>
        <p15:guide id="7" pos="256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 split with subtitles">
    <p:bg bwMode="gray">
      <p:bgRef idx="1001">
        <a:schemeClr val="bg1"/>
      </p:bgRef>
    </p:bg>
    <p:spTree>
      <p:nvGrpSpPr>
        <p:cNvPr id="1" name=""/>
        <p:cNvGrpSpPr/>
        <p:nvPr/>
      </p:nvGrpSpPr>
      <p:grpSpPr>
        <a:xfrm>
          <a:off x="0" y="0"/>
          <a:ext cx="0" cy="0"/>
          <a:chOff x="0" y="0"/>
          <a:chExt cx="0" cy="0"/>
        </a:xfrm>
      </p:grpSpPr>
      <p:sp>
        <p:nvSpPr>
          <p:cNvPr id="6" name="Content Placeholder 2"/>
          <p:cNvSpPr>
            <a:spLocks noGrp="1"/>
          </p:cNvSpPr>
          <p:nvPr>
            <p:ph idx="13" hasCustomPrompt="1"/>
          </p:nvPr>
        </p:nvSpPr>
        <p:spPr bwMode="gray">
          <a:xfrm>
            <a:off x="659008" y="1754561"/>
            <a:ext cx="5266800" cy="1854000"/>
          </a:xfrm>
        </p:spPr>
        <p:txBody>
          <a:bodyPr/>
          <a:lstStyle>
            <a:lvl3pPr>
              <a:lnSpc>
                <a:spcPct val="93000"/>
              </a:lnSpc>
              <a:defRPr sz="2000"/>
            </a:lvl3pPr>
          </a:lstStyle>
          <a:p>
            <a:pPr lvl="1"/>
            <a:r>
              <a:rPr lang="en-GB" noProof="0"/>
              <a:t>Click </a:t>
            </a:r>
            <a:r>
              <a:rPr lang="en-GB" noProof="0" dirty="0"/>
              <a:t>to add text</a:t>
            </a:r>
          </a:p>
        </p:txBody>
      </p:sp>
      <p:sp>
        <p:nvSpPr>
          <p:cNvPr id="8" name="Content Placeholder 2"/>
          <p:cNvSpPr>
            <a:spLocks noGrp="1"/>
          </p:cNvSpPr>
          <p:nvPr>
            <p:ph idx="21" hasCustomPrompt="1"/>
          </p:nvPr>
        </p:nvSpPr>
        <p:spPr bwMode="gray">
          <a:xfrm>
            <a:off x="659008" y="4346775"/>
            <a:ext cx="5266800" cy="1854000"/>
          </a:xfrm>
        </p:spPr>
        <p:txBody>
          <a:bodyPr/>
          <a:lstStyle>
            <a:lvl3pPr>
              <a:lnSpc>
                <a:spcPct val="93000"/>
              </a:lnSpc>
              <a:defRPr sz="2000"/>
            </a:lvl3pPr>
          </a:lstStyle>
          <a:p>
            <a:pPr lvl="1"/>
            <a:r>
              <a:rPr lang="en-GB" noProof="0" dirty="0"/>
              <a:t>Click to add text</a:t>
            </a:r>
          </a:p>
        </p:txBody>
      </p:sp>
      <p:cxnSp>
        <p:nvCxnSpPr>
          <p:cNvPr id="9" name="Straight Connector 8"/>
          <p:cNvCxnSpPr/>
          <p:nvPr userDrawn="1"/>
        </p:nvCxnSpPr>
        <p:spPr bwMode="gray">
          <a:xfrm>
            <a:off x="659008" y="1682898"/>
            <a:ext cx="5266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userDrawn="1"/>
        </p:nvCxnSpPr>
        <p:spPr bwMode="gray">
          <a:xfrm>
            <a:off x="659008" y="4278810"/>
            <a:ext cx="5266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Content Placeholder 2"/>
          <p:cNvSpPr>
            <a:spLocks noGrp="1"/>
          </p:cNvSpPr>
          <p:nvPr>
            <p:ph idx="23" hasCustomPrompt="1"/>
          </p:nvPr>
        </p:nvSpPr>
        <p:spPr bwMode="gray">
          <a:xfrm>
            <a:off x="6267808" y="1754561"/>
            <a:ext cx="5266800" cy="1854000"/>
          </a:xfrm>
        </p:spPr>
        <p:txBody>
          <a:bodyPr/>
          <a:lstStyle>
            <a:lvl3pPr>
              <a:lnSpc>
                <a:spcPct val="93000"/>
              </a:lnSpc>
              <a:defRPr sz="2000"/>
            </a:lvl3pPr>
          </a:lstStyle>
          <a:p>
            <a:pPr lvl="1"/>
            <a:r>
              <a:rPr lang="en-GB" noProof="0" dirty="0"/>
              <a:t>Click to add text</a:t>
            </a:r>
          </a:p>
        </p:txBody>
      </p:sp>
      <p:sp>
        <p:nvSpPr>
          <p:cNvPr id="18" name="Content Placeholder 2"/>
          <p:cNvSpPr>
            <a:spLocks noGrp="1"/>
          </p:cNvSpPr>
          <p:nvPr>
            <p:ph idx="25" hasCustomPrompt="1"/>
          </p:nvPr>
        </p:nvSpPr>
        <p:spPr bwMode="gray">
          <a:xfrm>
            <a:off x="6267808" y="4346775"/>
            <a:ext cx="5266800" cy="1854000"/>
          </a:xfrm>
        </p:spPr>
        <p:txBody>
          <a:bodyPr/>
          <a:lstStyle>
            <a:lvl3pPr>
              <a:lnSpc>
                <a:spcPct val="93000"/>
              </a:lnSpc>
              <a:defRPr sz="2000"/>
            </a:lvl3pPr>
          </a:lstStyle>
          <a:p>
            <a:pPr lvl="1"/>
            <a:r>
              <a:rPr lang="en-GB" noProof="0"/>
              <a:t>Click </a:t>
            </a:r>
            <a:r>
              <a:rPr lang="en-GB" noProof="0" dirty="0"/>
              <a:t>to add text</a:t>
            </a:r>
          </a:p>
        </p:txBody>
      </p:sp>
      <p:cxnSp>
        <p:nvCxnSpPr>
          <p:cNvPr id="19" name="Straight Connector 18"/>
          <p:cNvCxnSpPr/>
          <p:nvPr userDrawn="1"/>
        </p:nvCxnSpPr>
        <p:spPr bwMode="gray">
          <a:xfrm>
            <a:off x="6267808" y="1682898"/>
            <a:ext cx="5266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bwMode="gray">
          <a:xfrm>
            <a:off x="6267808" y="4278810"/>
            <a:ext cx="5266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Slide Number Placeholder 11"/>
          <p:cNvSpPr>
            <a:spLocks noGrp="1"/>
          </p:cNvSpPr>
          <p:nvPr>
            <p:ph type="sldNum" sz="quarter" idx="27"/>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B93A5B4B-0671-49BC-8204-148282CCCD85}"/>
              </a:ext>
            </a:extLst>
          </p:cNvPr>
          <p:cNvSpPr>
            <a:spLocks noGrp="1"/>
          </p:cNvSpPr>
          <p:nvPr>
            <p:ph type="ftr" sz="quarter" idx="28"/>
          </p:nvPr>
        </p:nvSpPr>
        <p:spPr/>
        <p:txBody>
          <a:bodyPr/>
          <a:lstStyle>
            <a:lvl1pPr>
              <a:defRPr/>
            </a:lvl1pPr>
          </a:lstStyle>
          <a:p>
            <a:endParaRPr lang="en-GB" noProof="0"/>
          </a:p>
        </p:txBody>
      </p:sp>
      <p:sp>
        <p:nvSpPr>
          <p:cNvPr id="11" name="Title 10">
            <a:extLst>
              <a:ext uri="{FF2B5EF4-FFF2-40B4-BE49-F238E27FC236}">
                <a16:creationId xmlns:a16="http://schemas.microsoft.com/office/drawing/2014/main" id="{20FBD913-9040-4AE9-AC53-764A04CD6981}"/>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sp>
        <p:nvSpPr>
          <p:cNvPr id="26" name="Text Placeholder 25">
            <a:extLst>
              <a:ext uri="{FF2B5EF4-FFF2-40B4-BE49-F238E27FC236}">
                <a16:creationId xmlns:a16="http://schemas.microsoft.com/office/drawing/2014/main" id="{CBE08C37-B308-4095-A1E0-4F6A9285A4B8}"/>
              </a:ext>
            </a:extLst>
          </p:cNvPr>
          <p:cNvSpPr>
            <a:spLocks noGrp="1"/>
          </p:cNvSpPr>
          <p:nvPr>
            <p:ph type="body" sz="quarter" idx="38" hasCustomPrompt="1"/>
          </p:nvPr>
        </p:nvSpPr>
        <p:spPr bwMode="auto">
          <a:xfrm>
            <a:off x="659008" y="1141199"/>
            <a:ext cx="5266800" cy="572400"/>
          </a:xfrm>
          <a:custGeom>
            <a:avLst/>
            <a:gdLst>
              <a:gd name="connsiteX0" fmla="*/ 0 w 5058000"/>
              <a:gd name="connsiteY0" fmla="*/ 0 h 572400"/>
              <a:gd name="connsiteX1" fmla="*/ 5058000 w 5058000"/>
              <a:gd name="connsiteY1" fmla="*/ 0 h 572400"/>
              <a:gd name="connsiteX2" fmla="*/ 5058000 w 5058000"/>
              <a:gd name="connsiteY2" fmla="*/ 572400 h 572400"/>
              <a:gd name="connsiteX3" fmla="*/ 0 w 5058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5058000" h="572400">
                <a:moveTo>
                  <a:pt x="0" y="0"/>
                </a:moveTo>
                <a:lnTo>
                  <a:pt x="5058000" y="0"/>
                </a:lnTo>
                <a:lnTo>
                  <a:pt x="50580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28" name="Text Placeholder 27">
            <a:extLst>
              <a:ext uri="{FF2B5EF4-FFF2-40B4-BE49-F238E27FC236}">
                <a16:creationId xmlns:a16="http://schemas.microsoft.com/office/drawing/2014/main" id="{7B6B260B-AEFF-45D7-A63C-7181FC204B9E}"/>
              </a:ext>
            </a:extLst>
          </p:cNvPr>
          <p:cNvSpPr>
            <a:spLocks noGrp="1"/>
          </p:cNvSpPr>
          <p:nvPr>
            <p:ph type="body" sz="quarter" idx="42" hasCustomPrompt="1"/>
          </p:nvPr>
        </p:nvSpPr>
        <p:spPr bwMode="auto">
          <a:xfrm>
            <a:off x="659008" y="3733413"/>
            <a:ext cx="5266800" cy="572400"/>
          </a:xfrm>
          <a:custGeom>
            <a:avLst/>
            <a:gdLst>
              <a:gd name="connsiteX0" fmla="*/ 0 w 5058000"/>
              <a:gd name="connsiteY0" fmla="*/ 0 h 324000"/>
              <a:gd name="connsiteX1" fmla="*/ 5058000 w 5058000"/>
              <a:gd name="connsiteY1" fmla="*/ 0 h 324000"/>
              <a:gd name="connsiteX2" fmla="*/ 5058000 w 5058000"/>
              <a:gd name="connsiteY2" fmla="*/ 324000 h 324000"/>
              <a:gd name="connsiteX3" fmla="*/ 0 w 5058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5058000" h="324000">
                <a:moveTo>
                  <a:pt x="0" y="0"/>
                </a:moveTo>
                <a:lnTo>
                  <a:pt x="5058000" y="0"/>
                </a:lnTo>
                <a:lnTo>
                  <a:pt x="50580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27" name="Text Placeholder 26">
            <a:extLst>
              <a:ext uri="{FF2B5EF4-FFF2-40B4-BE49-F238E27FC236}">
                <a16:creationId xmlns:a16="http://schemas.microsoft.com/office/drawing/2014/main" id="{E1ED5493-9DF4-4D9B-AA23-320F230497BF}"/>
              </a:ext>
            </a:extLst>
          </p:cNvPr>
          <p:cNvSpPr>
            <a:spLocks noGrp="1"/>
          </p:cNvSpPr>
          <p:nvPr>
            <p:ph type="body" sz="quarter" idx="43" hasCustomPrompt="1"/>
          </p:nvPr>
        </p:nvSpPr>
        <p:spPr bwMode="auto">
          <a:xfrm>
            <a:off x="6267808" y="1141199"/>
            <a:ext cx="5266800" cy="572400"/>
          </a:xfrm>
          <a:custGeom>
            <a:avLst/>
            <a:gdLst>
              <a:gd name="connsiteX0" fmla="*/ 0 w 5058000"/>
              <a:gd name="connsiteY0" fmla="*/ 0 h 572400"/>
              <a:gd name="connsiteX1" fmla="*/ 5058000 w 5058000"/>
              <a:gd name="connsiteY1" fmla="*/ 0 h 572400"/>
              <a:gd name="connsiteX2" fmla="*/ 5058000 w 5058000"/>
              <a:gd name="connsiteY2" fmla="*/ 572400 h 572400"/>
              <a:gd name="connsiteX3" fmla="*/ 0 w 5058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5058000" h="572400">
                <a:moveTo>
                  <a:pt x="0" y="0"/>
                </a:moveTo>
                <a:lnTo>
                  <a:pt x="5058000" y="0"/>
                </a:lnTo>
                <a:lnTo>
                  <a:pt x="50580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29" name="Text Placeholder 28">
            <a:extLst>
              <a:ext uri="{FF2B5EF4-FFF2-40B4-BE49-F238E27FC236}">
                <a16:creationId xmlns:a16="http://schemas.microsoft.com/office/drawing/2014/main" id="{F0CF9846-3CEC-46AC-9920-CB26942D3B06}"/>
              </a:ext>
            </a:extLst>
          </p:cNvPr>
          <p:cNvSpPr>
            <a:spLocks noGrp="1"/>
          </p:cNvSpPr>
          <p:nvPr>
            <p:ph type="body" sz="quarter" idx="44" hasCustomPrompt="1"/>
          </p:nvPr>
        </p:nvSpPr>
        <p:spPr bwMode="auto">
          <a:xfrm>
            <a:off x="6267808" y="3733413"/>
            <a:ext cx="5266800" cy="572400"/>
          </a:xfrm>
          <a:custGeom>
            <a:avLst/>
            <a:gdLst>
              <a:gd name="connsiteX0" fmla="*/ 0 w 5058000"/>
              <a:gd name="connsiteY0" fmla="*/ 0 h 324000"/>
              <a:gd name="connsiteX1" fmla="*/ 5058000 w 5058000"/>
              <a:gd name="connsiteY1" fmla="*/ 0 h 324000"/>
              <a:gd name="connsiteX2" fmla="*/ 5058000 w 5058000"/>
              <a:gd name="connsiteY2" fmla="*/ 324000 h 324000"/>
              <a:gd name="connsiteX3" fmla="*/ 0 w 5058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5058000" h="324000">
                <a:moveTo>
                  <a:pt x="0" y="0"/>
                </a:moveTo>
                <a:lnTo>
                  <a:pt x="5058000" y="0"/>
                </a:lnTo>
                <a:lnTo>
                  <a:pt x="50580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grpSp>
        <p:nvGrpSpPr>
          <p:cNvPr id="30" name="Group 29">
            <a:extLst>
              <a:ext uri="{FF2B5EF4-FFF2-40B4-BE49-F238E27FC236}">
                <a16:creationId xmlns:a16="http://schemas.microsoft.com/office/drawing/2014/main" id="{C8DD7138-7E1A-4558-BDF5-88DA9333D584}"/>
              </a:ext>
            </a:extLst>
          </p:cNvPr>
          <p:cNvGrpSpPr/>
          <p:nvPr userDrawn="1"/>
        </p:nvGrpSpPr>
        <p:grpSpPr>
          <a:xfrm>
            <a:off x="-2368598" y="0"/>
            <a:ext cx="1872000" cy="4379495"/>
            <a:chOff x="-2025698" y="0"/>
            <a:chExt cx="1872000" cy="4379495"/>
          </a:xfrm>
        </p:grpSpPr>
        <p:grpSp>
          <p:nvGrpSpPr>
            <p:cNvPr id="31" name="Group 30">
              <a:extLst>
                <a:ext uri="{FF2B5EF4-FFF2-40B4-BE49-F238E27FC236}">
                  <a16:creationId xmlns:a16="http://schemas.microsoft.com/office/drawing/2014/main" id="{EFB145EF-3494-41B7-A308-3513680B0EFC}"/>
                </a:ext>
              </a:extLst>
            </p:cNvPr>
            <p:cNvGrpSpPr/>
            <p:nvPr userDrawn="1"/>
          </p:nvGrpSpPr>
          <p:grpSpPr>
            <a:xfrm>
              <a:off x="-2025698" y="0"/>
              <a:ext cx="1872000" cy="4379495"/>
              <a:chOff x="-2025698" y="0"/>
              <a:chExt cx="1872000" cy="4379495"/>
            </a:xfrm>
          </p:grpSpPr>
          <p:grpSp>
            <p:nvGrpSpPr>
              <p:cNvPr id="33" name="Group 32">
                <a:extLst>
                  <a:ext uri="{FF2B5EF4-FFF2-40B4-BE49-F238E27FC236}">
                    <a16:creationId xmlns:a16="http://schemas.microsoft.com/office/drawing/2014/main" id="{0371EB9D-BFFF-4E5E-9B8B-758BF9945B83}"/>
                  </a:ext>
                </a:extLst>
              </p:cNvPr>
              <p:cNvGrpSpPr/>
              <p:nvPr userDrawn="1"/>
            </p:nvGrpSpPr>
            <p:grpSpPr>
              <a:xfrm>
                <a:off x="-2025698" y="0"/>
                <a:ext cx="1872000" cy="4379495"/>
                <a:chOff x="-2025698" y="0"/>
                <a:chExt cx="1872000" cy="4379495"/>
              </a:xfrm>
            </p:grpSpPr>
            <p:grpSp>
              <p:nvGrpSpPr>
                <p:cNvPr id="35" name="Group 34">
                  <a:extLst>
                    <a:ext uri="{FF2B5EF4-FFF2-40B4-BE49-F238E27FC236}">
                      <a16:creationId xmlns:a16="http://schemas.microsoft.com/office/drawing/2014/main" id="{EC5CDC9E-02CE-413A-AF0C-7DED02087354}"/>
                    </a:ext>
                  </a:extLst>
                </p:cNvPr>
                <p:cNvGrpSpPr/>
                <p:nvPr/>
              </p:nvGrpSpPr>
              <p:grpSpPr>
                <a:xfrm>
                  <a:off x="-2025698" y="0"/>
                  <a:ext cx="1872000" cy="4379495"/>
                  <a:chOff x="-2025698" y="0"/>
                  <a:chExt cx="1872000" cy="4379495"/>
                </a:xfrm>
              </p:grpSpPr>
              <p:sp>
                <p:nvSpPr>
                  <p:cNvPr id="46" name="Rectangle 104">
                    <a:extLst>
                      <a:ext uri="{FF2B5EF4-FFF2-40B4-BE49-F238E27FC236}">
                        <a16:creationId xmlns:a16="http://schemas.microsoft.com/office/drawing/2014/main" id="{F7D83AC5-ED1B-4729-A64C-7B7A765ED2F5}"/>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47" name="Rectangle 113">
                    <a:extLst>
                      <a:ext uri="{FF2B5EF4-FFF2-40B4-BE49-F238E27FC236}">
                        <a16:creationId xmlns:a16="http://schemas.microsoft.com/office/drawing/2014/main" id="{C1489E30-784E-466C-9DCB-A7C94C88642B}"/>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36" name="Rectangle 106">
                  <a:extLst>
                    <a:ext uri="{FF2B5EF4-FFF2-40B4-BE49-F238E27FC236}">
                      <a16:creationId xmlns:a16="http://schemas.microsoft.com/office/drawing/2014/main" id="{BE81ED68-F4B7-455F-84CC-E385AD4838E8}"/>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34" name="Picture 33">
                <a:extLst>
                  <a:ext uri="{FF2B5EF4-FFF2-40B4-BE49-F238E27FC236}">
                    <a16:creationId xmlns:a16="http://schemas.microsoft.com/office/drawing/2014/main" id="{CEBAAC2B-D283-4967-89EC-8CA16E2769D1}"/>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32" name="Rectangle 31">
              <a:extLst>
                <a:ext uri="{FF2B5EF4-FFF2-40B4-BE49-F238E27FC236}">
                  <a16:creationId xmlns:a16="http://schemas.microsoft.com/office/drawing/2014/main" id="{BCA8162F-F884-4C45-B0A8-906ACC7BEA03}"/>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2473586443"/>
      </p:ext>
    </p:extLst>
  </p:cSld>
  <p:clrMapOvr>
    <a:masterClrMapping/>
  </p:clrMapOvr>
  <p:extLst>
    <p:ext uri="{DCECCB84-F9BA-43D5-87BE-67443E8EF086}">
      <p15:sldGuideLst xmlns:p15="http://schemas.microsoft.com/office/powerpoint/2012/main">
        <p15:guide id="2" pos="3736" userDrawn="1">
          <p15:clr>
            <a:srgbClr val="FBAE40"/>
          </p15:clr>
        </p15:guide>
        <p15:guide id="3" pos="3944" userDrawn="1">
          <p15:clr>
            <a:srgbClr val="FBAE40"/>
          </p15:clr>
        </p15:guide>
        <p15:guide id="4" orient="horz" pos="2274" userDrawn="1">
          <p15:clr>
            <a:srgbClr val="FBAE40"/>
          </p15:clr>
        </p15:guide>
        <p15:guide id="5" orient="horz" pos="2442"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 split with subtitles">
    <p:spTree>
      <p:nvGrpSpPr>
        <p:cNvPr id="1" name=""/>
        <p:cNvGrpSpPr/>
        <p:nvPr/>
      </p:nvGrpSpPr>
      <p:grpSpPr>
        <a:xfrm>
          <a:off x="0" y="0"/>
          <a:ext cx="0" cy="0"/>
          <a:chOff x="0" y="0"/>
          <a:chExt cx="0" cy="0"/>
        </a:xfrm>
      </p:grpSpPr>
      <p:sp>
        <p:nvSpPr>
          <p:cNvPr id="6" name="Content Placeholder 2"/>
          <p:cNvSpPr>
            <a:spLocks noGrp="1"/>
          </p:cNvSpPr>
          <p:nvPr>
            <p:ph idx="13" hasCustomPrompt="1"/>
          </p:nvPr>
        </p:nvSpPr>
        <p:spPr bwMode="gray">
          <a:xfrm>
            <a:off x="659008" y="1757278"/>
            <a:ext cx="3402000" cy="1850305"/>
          </a:xfrm>
        </p:spPr>
        <p:txBody>
          <a:bodyPr/>
          <a:lstStyle>
            <a:lvl3pPr>
              <a:lnSpc>
                <a:spcPct val="93000"/>
              </a:lnSpc>
              <a:defRPr sz="2000"/>
            </a:lvl3pPr>
          </a:lstStyle>
          <a:p>
            <a:pPr lvl="1"/>
            <a:r>
              <a:rPr lang="en-GB" noProof="0" dirty="0"/>
              <a:t>Click to add text</a:t>
            </a:r>
          </a:p>
        </p:txBody>
      </p:sp>
      <p:sp>
        <p:nvSpPr>
          <p:cNvPr id="8" name="Content Placeholder 2"/>
          <p:cNvSpPr>
            <a:spLocks noGrp="1"/>
          </p:cNvSpPr>
          <p:nvPr>
            <p:ph idx="21" hasCustomPrompt="1"/>
          </p:nvPr>
        </p:nvSpPr>
        <p:spPr bwMode="gray">
          <a:xfrm>
            <a:off x="659008" y="4346776"/>
            <a:ext cx="3402000" cy="1850400"/>
          </a:xfrm>
        </p:spPr>
        <p:txBody>
          <a:bodyPr/>
          <a:lstStyle>
            <a:lvl3pPr>
              <a:lnSpc>
                <a:spcPct val="93000"/>
              </a:lnSpc>
              <a:defRPr sz="2000"/>
            </a:lvl3pPr>
          </a:lstStyle>
          <a:p>
            <a:pPr lvl="1"/>
            <a:r>
              <a:rPr lang="en-GB" noProof="0" dirty="0"/>
              <a:t>Click to add text</a:t>
            </a:r>
          </a:p>
        </p:txBody>
      </p:sp>
      <p:cxnSp>
        <p:nvCxnSpPr>
          <p:cNvPr id="9" name="Straight Connector 8"/>
          <p:cNvCxnSpPr>
            <a:cxnSpLocks/>
          </p:cNvCxnSpPr>
          <p:nvPr userDrawn="1"/>
        </p:nvCxnSpPr>
        <p:spPr bwMode="gray">
          <a:xfrm>
            <a:off x="659008" y="1685616"/>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cxnSpLocks/>
          </p:cNvCxnSpPr>
          <p:nvPr userDrawn="1"/>
        </p:nvCxnSpPr>
        <p:spPr bwMode="gray">
          <a:xfrm>
            <a:off x="659008" y="4278810"/>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41" name="Content Placeholder 2"/>
          <p:cNvSpPr>
            <a:spLocks noGrp="1"/>
          </p:cNvSpPr>
          <p:nvPr>
            <p:ph idx="23" hasCustomPrompt="1"/>
          </p:nvPr>
        </p:nvSpPr>
        <p:spPr bwMode="gray">
          <a:xfrm>
            <a:off x="8132608" y="1757278"/>
            <a:ext cx="3402000" cy="1850305"/>
          </a:xfrm>
        </p:spPr>
        <p:txBody>
          <a:bodyPr/>
          <a:lstStyle>
            <a:lvl3pPr>
              <a:lnSpc>
                <a:spcPct val="93000"/>
              </a:lnSpc>
              <a:defRPr sz="2000"/>
            </a:lvl3pPr>
          </a:lstStyle>
          <a:p>
            <a:pPr lvl="1"/>
            <a:r>
              <a:rPr lang="en-GB" noProof="0" dirty="0"/>
              <a:t>Click to add text</a:t>
            </a:r>
          </a:p>
        </p:txBody>
      </p:sp>
      <p:sp>
        <p:nvSpPr>
          <p:cNvPr id="43" name="Content Placeholder 2"/>
          <p:cNvSpPr>
            <a:spLocks noGrp="1"/>
          </p:cNvSpPr>
          <p:nvPr>
            <p:ph idx="25" hasCustomPrompt="1"/>
          </p:nvPr>
        </p:nvSpPr>
        <p:spPr bwMode="gray">
          <a:xfrm>
            <a:off x="8132608" y="4346776"/>
            <a:ext cx="3402000" cy="1850400"/>
          </a:xfrm>
        </p:spPr>
        <p:txBody>
          <a:bodyPr/>
          <a:lstStyle>
            <a:lvl3pPr>
              <a:lnSpc>
                <a:spcPct val="93000"/>
              </a:lnSpc>
              <a:defRPr sz="2000"/>
            </a:lvl3pPr>
          </a:lstStyle>
          <a:p>
            <a:pPr lvl="1"/>
            <a:r>
              <a:rPr lang="en-GB" noProof="0" dirty="0"/>
              <a:t>Click to add text</a:t>
            </a:r>
          </a:p>
        </p:txBody>
      </p:sp>
      <p:cxnSp>
        <p:nvCxnSpPr>
          <p:cNvPr id="44" name="Straight Connector 43"/>
          <p:cNvCxnSpPr>
            <a:cxnSpLocks/>
          </p:cNvCxnSpPr>
          <p:nvPr userDrawn="1"/>
        </p:nvCxnSpPr>
        <p:spPr bwMode="gray">
          <a:xfrm>
            <a:off x="8132608" y="1685616"/>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a:cxnSpLocks/>
          </p:cNvCxnSpPr>
          <p:nvPr userDrawn="1"/>
        </p:nvCxnSpPr>
        <p:spPr bwMode="gray">
          <a:xfrm>
            <a:off x="8132608" y="4278810"/>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47" name="Content Placeholder 2"/>
          <p:cNvSpPr>
            <a:spLocks noGrp="1"/>
          </p:cNvSpPr>
          <p:nvPr>
            <p:ph idx="27" hasCustomPrompt="1"/>
          </p:nvPr>
        </p:nvSpPr>
        <p:spPr bwMode="gray">
          <a:xfrm>
            <a:off x="4395000" y="1757278"/>
            <a:ext cx="3402000" cy="1850305"/>
          </a:xfrm>
        </p:spPr>
        <p:txBody>
          <a:bodyPr/>
          <a:lstStyle>
            <a:lvl3pPr>
              <a:lnSpc>
                <a:spcPct val="93000"/>
              </a:lnSpc>
              <a:defRPr sz="2000"/>
            </a:lvl3pPr>
          </a:lstStyle>
          <a:p>
            <a:pPr lvl="1"/>
            <a:r>
              <a:rPr lang="en-GB" noProof="0" dirty="0"/>
              <a:t>Click to add text</a:t>
            </a:r>
          </a:p>
        </p:txBody>
      </p:sp>
      <p:sp>
        <p:nvSpPr>
          <p:cNvPr id="49" name="Content Placeholder 2"/>
          <p:cNvSpPr>
            <a:spLocks noGrp="1"/>
          </p:cNvSpPr>
          <p:nvPr>
            <p:ph idx="29" hasCustomPrompt="1"/>
          </p:nvPr>
        </p:nvSpPr>
        <p:spPr bwMode="gray">
          <a:xfrm>
            <a:off x="4395000" y="4346776"/>
            <a:ext cx="3402000" cy="1850400"/>
          </a:xfrm>
        </p:spPr>
        <p:txBody>
          <a:bodyPr/>
          <a:lstStyle>
            <a:lvl3pPr>
              <a:lnSpc>
                <a:spcPct val="93000"/>
              </a:lnSpc>
              <a:defRPr sz="2000"/>
            </a:lvl3pPr>
          </a:lstStyle>
          <a:p>
            <a:pPr lvl="1"/>
            <a:r>
              <a:rPr lang="en-GB" noProof="0" dirty="0"/>
              <a:t>Click to add text</a:t>
            </a:r>
          </a:p>
        </p:txBody>
      </p:sp>
      <p:cxnSp>
        <p:nvCxnSpPr>
          <p:cNvPr id="50" name="Straight Connector 49"/>
          <p:cNvCxnSpPr>
            <a:cxnSpLocks/>
          </p:cNvCxnSpPr>
          <p:nvPr userDrawn="1"/>
        </p:nvCxnSpPr>
        <p:spPr bwMode="gray">
          <a:xfrm>
            <a:off x="4395000" y="1685616"/>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cxnSpLocks/>
          </p:cNvCxnSpPr>
          <p:nvPr userDrawn="1"/>
        </p:nvCxnSpPr>
        <p:spPr bwMode="gray">
          <a:xfrm>
            <a:off x="4395000" y="4278810"/>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3" name="Slide Number Placeholder 12"/>
          <p:cNvSpPr>
            <a:spLocks noGrp="1"/>
          </p:cNvSpPr>
          <p:nvPr>
            <p:ph type="sldNum" sz="quarter" idx="31"/>
          </p:nvPr>
        </p:nvSpPr>
        <p:spPr/>
        <p:txBody>
          <a:bodyPr/>
          <a:lstStyle/>
          <a:p>
            <a:fld id="{DDD2A080-DA64-4F5C-9131-47EB793B4410}" type="slidenum">
              <a:rPr lang="en-GB" noProof="0" smtClean="0"/>
              <a:pPr/>
              <a:t>‹#›</a:t>
            </a:fld>
            <a:endParaRPr lang="en-GB" noProof="0" dirty="0"/>
          </a:p>
        </p:txBody>
      </p:sp>
      <p:sp>
        <p:nvSpPr>
          <p:cNvPr id="3" name="Footer Placeholder 2">
            <a:extLst>
              <a:ext uri="{FF2B5EF4-FFF2-40B4-BE49-F238E27FC236}">
                <a16:creationId xmlns:a16="http://schemas.microsoft.com/office/drawing/2014/main" id="{7B2AE73F-F541-436A-B59E-B7BA48843A64}"/>
              </a:ext>
            </a:extLst>
          </p:cNvPr>
          <p:cNvSpPr>
            <a:spLocks noGrp="1"/>
          </p:cNvSpPr>
          <p:nvPr>
            <p:ph type="ftr" sz="quarter" idx="32"/>
          </p:nvPr>
        </p:nvSpPr>
        <p:spPr/>
        <p:txBody>
          <a:bodyPr/>
          <a:lstStyle>
            <a:lvl1pPr>
              <a:defRPr/>
            </a:lvl1pPr>
          </a:lstStyle>
          <a:p>
            <a:endParaRPr lang="en-GB" noProof="0"/>
          </a:p>
        </p:txBody>
      </p:sp>
      <p:sp>
        <p:nvSpPr>
          <p:cNvPr id="11" name="Title 10">
            <a:extLst>
              <a:ext uri="{FF2B5EF4-FFF2-40B4-BE49-F238E27FC236}">
                <a16:creationId xmlns:a16="http://schemas.microsoft.com/office/drawing/2014/main" id="{F01FA91F-1347-4A68-B4E4-CB1FEB2F249B}"/>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sp>
        <p:nvSpPr>
          <p:cNvPr id="30" name="Text Placeholder 29">
            <a:extLst>
              <a:ext uri="{FF2B5EF4-FFF2-40B4-BE49-F238E27FC236}">
                <a16:creationId xmlns:a16="http://schemas.microsoft.com/office/drawing/2014/main" id="{71AA57DF-8FA7-4F3A-9EEB-C3E87ACBC8B8}"/>
              </a:ext>
            </a:extLst>
          </p:cNvPr>
          <p:cNvSpPr>
            <a:spLocks noGrp="1"/>
          </p:cNvSpPr>
          <p:nvPr>
            <p:ph type="body" sz="quarter" idx="38" hasCustomPrompt="1"/>
          </p:nvPr>
        </p:nvSpPr>
        <p:spPr bwMode="auto">
          <a:xfrm>
            <a:off x="659008" y="1141199"/>
            <a:ext cx="3402000" cy="572400"/>
          </a:xfrm>
          <a:custGeom>
            <a:avLst/>
            <a:gdLst>
              <a:gd name="connsiteX0" fmla="*/ 0 w 3265200"/>
              <a:gd name="connsiteY0" fmla="*/ 0 h 572400"/>
              <a:gd name="connsiteX1" fmla="*/ 3265200 w 3265200"/>
              <a:gd name="connsiteY1" fmla="*/ 0 h 572400"/>
              <a:gd name="connsiteX2" fmla="*/ 3265200 w 3265200"/>
              <a:gd name="connsiteY2" fmla="*/ 572400 h 572400"/>
              <a:gd name="connsiteX3" fmla="*/ 0 w 32652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3265200" h="572400">
                <a:moveTo>
                  <a:pt x="0" y="0"/>
                </a:moveTo>
                <a:lnTo>
                  <a:pt x="3265200" y="0"/>
                </a:lnTo>
                <a:lnTo>
                  <a:pt x="32652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35" name="Text Placeholder 34">
            <a:extLst>
              <a:ext uri="{FF2B5EF4-FFF2-40B4-BE49-F238E27FC236}">
                <a16:creationId xmlns:a16="http://schemas.microsoft.com/office/drawing/2014/main" id="{E7718391-B7F7-4E37-8AFB-E3B2F541D1CE}"/>
              </a:ext>
            </a:extLst>
          </p:cNvPr>
          <p:cNvSpPr>
            <a:spLocks noGrp="1"/>
          </p:cNvSpPr>
          <p:nvPr>
            <p:ph type="body" sz="quarter" idx="42" hasCustomPrompt="1"/>
          </p:nvPr>
        </p:nvSpPr>
        <p:spPr bwMode="auto">
          <a:xfrm>
            <a:off x="659008" y="3733413"/>
            <a:ext cx="3402000" cy="572400"/>
          </a:xfrm>
          <a:custGeom>
            <a:avLst/>
            <a:gdLst>
              <a:gd name="connsiteX0" fmla="*/ 0 w 3265200"/>
              <a:gd name="connsiteY0" fmla="*/ 0 h 324000"/>
              <a:gd name="connsiteX1" fmla="*/ 3265200 w 3265200"/>
              <a:gd name="connsiteY1" fmla="*/ 0 h 324000"/>
              <a:gd name="connsiteX2" fmla="*/ 3265200 w 3265200"/>
              <a:gd name="connsiteY2" fmla="*/ 324000 h 324000"/>
              <a:gd name="connsiteX3" fmla="*/ 0 w 32652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3265200" h="324000">
                <a:moveTo>
                  <a:pt x="0" y="0"/>
                </a:moveTo>
                <a:lnTo>
                  <a:pt x="3265200" y="0"/>
                </a:lnTo>
                <a:lnTo>
                  <a:pt x="32652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31" name="Text Placeholder 30">
            <a:extLst>
              <a:ext uri="{FF2B5EF4-FFF2-40B4-BE49-F238E27FC236}">
                <a16:creationId xmlns:a16="http://schemas.microsoft.com/office/drawing/2014/main" id="{388B2075-FA24-44D3-A933-88A394B5D12A}"/>
              </a:ext>
            </a:extLst>
          </p:cNvPr>
          <p:cNvSpPr>
            <a:spLocks noGrp="1"/>
          </p:cNvSpPr>
          <p:nvPr>
            <p:ph type="body" sz="quarter" idx="43" hasCustomPrompt="1"/>
          </p:nvPr>
        </p:nvSpPr>
        <p:spPr bwMode="auto">
          <a:xfrm>
            <a:off x="4395000" y="1141199"/>
            <a:ext cx="3402000" cy="572400"/>
          </a:xfrm>
          <a:custGeom>
            <a:avLst/>
            <a:gdLst>
              <a:gd name="connsiteX0" fmla="*/ 0 w 3265200"/>
              <a:gd name="connsiteY0" fmla="*/ 0 h 572400"/>
              <a:gd name="connsiteX1" fmla="*/ 3265200 w 3265200"/>
              <a:gd name="connsiteY1" fmla="*/ 0 h 572400"/>
              <a:gd name="connsiteX2" fmla="*/ 3265200 w 3265200"/>
              <a:gd name="connsiteY2" fmla="*/ 572400 h 572400"/>
              <a:gd name="connsiteX3" fmla="*/ 0 w 32652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3265200" h="572400">
                <a:moveTo>
                  <a:pt x="0" y="0"/>
                </a:moveTo>
                <a:lnTo>
                  <a:pt x="3265200" y="0"/>
                </a:lnTo>
                <a:lnTo>
                  <a:pt x="32652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34" name="Text Placeholder 33">
            <a:extLst>
              <a:ext uri="{FF2B5EF4-FFF2-40B4-BE49-F238E27FC236}">
                <a16:creationId xmlns:a16="http://schemas.microsoft.com/office/drawing/2014/main" id="{5F8D34A5-43EB-460D-B7F1-C4498910281E}"/>
              </a:ext>
            </a:extLst>
          </p:cNvPr>
          <p:cNvSpPr>
            <a:spLocks noGrp="1"/>
          </p:cNvSpPr>
          <p:nvPr>
            <p:ph type="body" sz="quarter" idx="44" hasCustomPrompt="1"/>
          </p:nvPr>
        </p:nvSpPr>
        <p:spPr bwMode="auto">
          <a:xfrm>
            <a:off x="4395000" y="3733413"/>
            <a:ext cx="3402000" cy="572400"/>
          </a:xfrm>
          <a:custGeom>
            <a:avLst/>
            <a:gdLst>
              <a:gd name="connsiteX0" fmla="*/ 0 w 3265200"/>
              <a:gd name="connsiteY0" fmla="*/ 0 h 324000"/>
              <a:gd name="connsiteX1" fmla="*/ 3265200 w 3265200"/>
              <a:gd name="connsiteY1" fmla="*/ 0 h 324000"/>
              <a:gd name="connsiteX2" fmla="*/ 3265200 w 3265200"/>
              <a:gd name="connsiteY2" fmla="*/ 324000 h 324000"/>
              <a:gd name="connsiteX3" fmla="*/ 0 w 32652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3265200" h="324000">
                <a:moveTo>
                  <a:pt x="0" y="0"/>
                </a:moveTo>
                <a:lnTo>
                  <a:pt x="3265200" y="0"/>
                </a:lnTo>
                <a:lnTo>
                  <a:pt x="32652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32" name="Text Placeholder 31">
            <a:extLst>
              <a:ext uri="{FF2B5EF4-FFF2-40B4-BE49-F238E27FC236}">
                <a16:creationId xmlns:a16="http://schemas.microsoft.com/office/drawing/2014/main" id="{AF9A0912-E3DD-4B25-9638-CA6C2E92CA63}"/>
              </a:ext>
            </a:extLst>
          </p:cNvPr>
          <p:cNvSpPr>
            <a:spLocks noGrp="1"/>
          </p:cNvSpPr>
          <p:nvPr>
            <p:ph type="body" sz="quarter" idx="45" hasCustomPrompt="1"/>
          </p:nvPr>
        </p:nvSpPr>
        <p:spPr bwMode="auto">
          <a:xfrm>
            <a:off x="8132608" y="1141199"/>
            <a:ext cx="3402000" cy="572400"/>
          </a:xfrm>
          <a:custGeom>
            <a:avLst/>
            <a:gdLst>
              <a:gd name="connsiteX0" fmla="*/ 0 w 3265200"/>
              <a:gd name="connsiteY0" fmla="*/ 0 h 572400"/>
              <a:gd name="connsiteX1" fmla="*/ 3265200 w 3265200"/>
              <a:gd name="connsiteY1" fmla="*/ 0 h 572400"/>
              <a:gd name="connsiteX2" fmla="*/ 3265200 w 3265200"/>
              <a:gd name="connsiteY2" fmla="*/ 572400 h 572400"/>
              <a:gd name="connsiteX3" fmla="*/ 0 w 32652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3265200" h="572400">
                <a:moveTo>
                  <a:pt x="0" y="0"/>
                </a:moveTo>
                <a:lnTo>
                  <a:pt x="3265200" y="0"/>
                </a:lnTo>
                <a:lnTo>
                  <a:pt x="32652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33" name="Text Placeholder 32">
            <a:extLst>
              <a:ext uri="{FF2B5EF4-FFF2-40B4-BE49-F238E27FC236}">
                <a16:creationId xmlns:a16="http://schemas.microsoft.com/office/drawing/2014/main" id="{81546869-C142-4E9A-B49F-4C54E614E44C}"/>
              </a:ext>
            </a:extLst>
          </p:cNvPr>
          <p:cNvSpPr>
            <a:spLocks noGrp="1"/>
          </p:cNvSpPr>
          <p:nvPr>
            <p:ph type="body" sz="quarter" idx="46" hasCustomPrompt="1"/>
          </p:nvPr>
        </p:nvSpPr>
        <p:spPr bwMode="auto">
          <a:xfrm>
            <a:off x="8132608" y="3733413"/>
            <a:ext cx="3402000" cy="572400"/>
          </a:xfrm>
          <a:custGeom>
            <a:avLst/>
            <a:gdLst>
              <a:gd name="connsiteX0" fmla="*/ 0 w 3265200"/>
              <a:gd name="connsiteY0" fmla="*/ 0 h 324000"/>
              <a:gd name="connsiteX1" fmla="*/ 3265200 w 3265200"/>
              <a:gd name="connsiteY1" fmla="*/ 0 h 324000"/>
              <a:gd name="connsiteX2" fmla="*/ 3265200 w 3265200"/>
              <a:gd name="connsiteY2" fmla="*/ 324000 h 324000"/>
              <a:gd name="connsiteX3" fmla="*/ 0 w 32652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3265200" h="324000">
                <a:moveTo>
                  <a:pt x="0" y="0"/>
                </a:moveTo>
                <a:lnTo>
                  <a:pt x="3265200" y="0"/>
                </a:lnTo>
                <a:lnTo>
                  <a:pt x="32652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grpSp>
        <p:nvGrpSpPr>
          <p:cNvPr id="36" name="Group 35">
            <a:extLst>
              <a:ext uri="{FF2B5EF4-FFF2-40B4-BE49-F238E27FC236}">
                <a16:creationId xmlns:a16="http://schemas.microsoft.com/office/drawing/2014/main" id="{C5F4D262-BE74-44A8-9713-982829562E8C}"/>
              </a:ext>
            </a:extLst>
          </p:cNvPr>
          <p:cNvGrpSpPr/>
          <p:nvPr userDrawn="1"/>
        </p:nvGrpSpPr>
        <p:grpSpPr>
          <a:xfrm>
            <a:off x="-2368598" y="0"/>
            <a:ext cx="1872000" cy="4379495"/>
            <a:chOff x="-2025698" y="0"/>
            <a:chExt cx="1872000" cy="4379495"/>
          </a:xfrm>
        </p:grpSpPr>
        <p:grpSp>
          <p:nvGrpSpPr>
            <p:cNvPr id="37" name="Group 36">
              <a:extLst>
                <a:ext uri="{FF2B5EF4-FFF2-40B4-BE49-F238E27FC236}">
                  <a16:creationId xmlns:a16="http://schemas.microsoft.com/office/drawing/2014/main" id="{51FDA5C2-7453-4C2B-9537-F0AE97278AA2}"/>
                </a:ext>
              </a:extLst>
            </p:cNvPr>
            <p:cNvGrpSpPr/>
            <p:nvPr userDrawn="1"/>
          </p:nvGrpSpPr>
          <p:grpSpPr>
            <a:xfrm>
              <a:off x="-2025698" y="0"/>
              <a:ext cx="1872000" cy="4379495"/>
              <a:chOff x="-2025698" y="0"/>
              <a:chExt cx="1872000" cy="4379495"/>
            </a:xfrm>
          </p:grpSpPr>
          <p:grpSp>
            <p:nvGrpSpPr>
              <p:cNvPr id="39" name="Group 38">
                <a:extLst>
                  <a:ext uri="{FF2B5EF4-FFF2-40B4-BE49-F238E27FC236}">
                    <a16:creationId xmlns:a16="http://schemas.microsoft.com/office/drawing/2014/main" id="{71407AED-8354-4C45-BDB0-AD483AD5064D}"/>
                  </a:ext>
                </a:extLst>
              </p:cNvPr>
              <p:cNvGrpSpPr/>
              <p:nvPr userDrawn="1"/>
            </p:nvGrpSpPr>
            <p:grpSpPr>
              <a:xfrm>
                <a:off x="-2025698" y="0"/>
                <a:ext cx="1872000" cy="4379495"/>
                <a:chOff x="-2025698" y="0"/>
                <a:chExt cx="1872000" cy="4379495"/>
              </a:xfrm>
            </p:grpSpPr>
            <p:grpSp>
              <p:nvGrpSpPr>
                <p:cNvPr id="42" name="Group 41">
                  <a:extLst>
                    <a:ext uri="{FF2B5EF4-FFF2-40B4-BE49-F238E27FC236}">
                      <a16:creationId xmlns:a16="http://schemas.microsoft.com/office/drawing/2014/main" id="{B8624C95-4CF3-48B9-AFC1-22D9BEB93BA8}"/>
                    </a:ext>
                  </a:extLst>
                </p:cNvPr>
                <p:cNvGrpSpPr/>
                <p:nvPr/>
              </p:nvGrpSpPr>
              <p:grpSpPr>
                <a:xfrm>
                  <a:off x="-2025698" y="0"/>
                  <a:ext cx="1872000" cy="4379495"/>
                  <a:chOff x="-2025698" y="0"/>
                  <a:chExt cx="1872000" cy="4379495"/>
                </a:xfrm>
              </p:grpSpPr>
              <p:sp>
                <p:nvSpPr>
                  <p:cNvPr id="48" name="Rectangle 104">
                    <a:extLst>
                      <a:ext uri="{FF2B5EF4-FFF2-40B4-BE49-F238E27FC236}">
                        <a16:creationId xmlns:a16="http://schemas.microsoft.com/office/drawing/2014/main" id="{A74BEA27-198E-41D1-B3E2-966739BFFDB7}"/>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52" name="Rectangle 113">
                    <a:extLst>
                      <a:ext uri="{FF2B5EF4-FFF2-40B4-BE49-F238E27FC236}">
                        <a16:creationId xmlns:a16="http://schemas.microsoft.com/office/drawing/2014/main" id="{B3960D3D-80F9-48FE-8A72-3377E5079B2F}"/>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46" name="Rectangle 106">
                  <a:extLst>
                    <a:ext uri="{FF2B5EF4-FFF2-40B4-BE49-F238E27FC236}">
                      <a16:creationId xmlns:a16="http://schemas.microsoft.com/office/drawing/2014/main" id="{C6071CEB-B712-4D26-9746-BA2B76DF2325}"/>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40" name="Picture 39">
                <a:extLst>
                  <a:ext uri="{FF2B5EF4-FFF2-40B4-BE49-F238E27FC236}">
                    <a16:creationId xmlns:a16="http://schemas.microsoft.com/office/drawing/2014/main" id="{5A6FBD9F-4B7A-48B2-8826-BC4054DC6A8E}"/>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38" name="Rectangle 37">
              <a:extLst>
                <a:ext uri="{FF2B5EF4-FFF2-40B4-BE49-F238E27FC236}">
                  <a16:creationId xmlns:a16="http://schemas.microsoft.com/office/drawing/2014/main" id="{86CA13DC-E600-4A64-AC8A-4E2D36E41B55}"/>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990928557"/>
      </p:ext>
    </p:extLst>
  </p:cSld>
  <p:clrMapOvr>
    <a:masterClrMapping/>
  </p:clrMapOvr>
  <p:extLst>
    <p:ext uri="{DCECCB84-F9BA-43D5-87BE-67443E8EF086}">
      <p15:sldGuideLst xmlns:p15="http://schemas.microsoft.com/office/powerpoint/2012/main">
        <p15:guide id="2" pos="2556" userDrawn="1">
          <p15:clr>
            <a:srgbClr val="FBAE40"/>
          </p15:clr>
        </p15:guide>
        <p15:guide id="3" pos="5120" userDrawn="1">
          <p15:clr>
            <a:srgbClr val="FBAE40"/>
          </p15:clr>
        </p15:guide>
        <p15:guide id="4" pos="2768" userDrawn="1">
          <p15:clr>
            <a:srgbClr val="FBAE40"/>
          </p15:clr>
        </p15:guide>
        <p15:guide id="5" pos="4912" userDrawn="1">
          <p15:clr>
            <a:srgbClr val="FBAE40"/>
          </p15:clr>
        </p15:guide>
        <p15:guide id="6" orient="horz" pos="2288" userDrawn="1">
          <p15:clr>
            <a:srgbClr val="FBAE40"/>
          </p15:clr>
        </p15:guide>
        <p15:guide id="7" orient="horz" pos="2344"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8 split with subtitles">
    <p:spTree>
      <p:nvGrpSpPr>
        <p:cNvPr id="1" name=""/>
        <p:cNvGrpSpPr/>
        <p:nvPr/>
      </p:nvGrpSpPr>
      <p:grpSpPr>
        <a:xfrm>
          <a:off x="0" y="0"/>
          <a:ext cx="0" cy="0"/>
          <a:chOff x="0" y="0"/>
          <a:chExt cx="0" cy="0"/>
        </a:xfrm>
      </p:grpSpPr>
      <p:sp>
        <p:nvSpPr>
          <p:cNvPr id="6" name="Content Placeholder 2"/>
          <p:cNvSpPr>
            <a:spLocks noGrp="1"/>
          </p:cNvSpPr>
          <p:nvPr>
            <p:ph idx="13" hasCustomPrompt="1"/>
          </p:nvPr>
        </p:nvSpPr>
        <p:spPr bwMode="gray">
          <a:xfrm>
            <a:off x="659008" y="1757279"/>
            <a:ext cx="2595600" cy="1850400"/>
          </a:xfrm>
        </p:spPr>
        <p:txBody>
          <a:bodyPr/>
          <a:lstStyle>
            <a:lvl3pPr>
              <a:lnSpc>
                <a:spcPct val="93000"/>
              </a:lnSpc>
              <a:defRPr sz="2000"/>
            </a:lvl3pPr>
          </a:lstStyle>
          <a:p>
            <a:pPr lvl="1"/>
            <a:r>
              <a:rPr lang="en-GB" noProof="0" dirty="0"/>
              <a:t>Click to add text</a:t>
            </a:r>
          </a:p>
        </p:txBody>
      </p:sp>
      <p:sp>
        <p:nvSpPr>
          <p:cNvPr id="8" name="Content Placeholder 2"/>
          <p:cNvSpPr>
            <a:spLocks noGrp="1"/>
          </p:cNvSpPr>
          <p:nvPr>
            <p:ph idx="21" hasCustomPrompt="1"/>
          </p:nvPr>
        </p:nvSpPr>
        <p:spPr bwMode="gray">
          <a:xfrm>
            <a:off x="659008" y="4346776"/>
            <a:ext cx="2595600" cy="1850400"/>
          </a:xfrm>
        </p:spPr>
        <p:txBody>
          <a:bodyPr/>
          <a:lstStyle>
            <a:lvl3pPr>
              <a:lnSpc>
                <a:spcPct val="93000"/>
              </a:lnSpc>
              <a:defRPr sz="2000"/>
            </a:lvl3pPr>
          </a:lstStyle>
          <a:p>
            <a:pPr lvl="1"/>
            <a:r>
              <a:rPr lang="en-GB" noProof="0" dirty="0"/>
              <a:t>Click to add text</a:t>
            </a:r>
          </a:p>
        </p:txBody>
      </p:sp>
      <p:cxnSp>
        <p:nvCxnSpPr>
          <p:cNvPr id="9" name="Straight Connector 8"/>
          <p:cNvCxnSpPr>
            <a:cxnSpLocks/>
          </p:cNvCxnSpPr>
          <p:nvPr userDrawn="1"/>
        </p:nvCxnSpPr>
        <p:spPr bwMode="gray">
          <a:xfrm>
            <a:off x="659008" y="1685616"/>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cxnSpLocks/>
          </p:cNvCxnSpPr>
          <p:nvPr userDrawn="1"/>
        </p:nvCxnSpPr>
        <p:spPr bwMode="gray">
          <a:xfrm>
            <a:off x="659008" y="4278810"/>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54" name="Content Placeholder 2"/>
          <p:cNvSpPr>
            <a:spLocks noGrp="1"/>
          </p:cNvSpPr>
          <p:nvPr>
            <p:ph idx="25" hasCustomPrompt="1"/>
          </p:nvPr>
        </p:nvSpPr>
        <p:spPr bwMode="gray">
          <a:xfrm>
            <a:off x="3419008" y="4346776"/>
            <a:ext cx="2595600" cy="1850400"/>
          </a:xfrm>
        </p:spPr>
        <p:txBody>
          <a:bodyPr/>
          <a:lstStyle>
            <a:lvl3pPr>
              <a:lnSpc>
                <a:spcPct val="93000"/>
              </a:lnSpc>
              <a:defRPr sz="2000"/>
            </a:lvl3pPr>
          </a:lstStyle>
          <a:p>
            <a:pPr lvl="1"/>
            <a:r>
              <a:rPr lang="en-GB" noProof="0" dirty="0"/>
              <a:t>Click to add text</a:t>
            </a:r>
          </a:p>
        </p:txBody>
      </p:sp>
      <p:cxnSp>
        <p:nvCxnSpPr>
          <p:cNvPr id="55" name="Straight Connector 54"/>
          <p:cNvCxnSpPr>
            <a:cxnSpLocks/>
          </p:cNvCxnSpPr>
          <p:nvPr userDrawn="1"/>
        </p:nvCxnSpPr>
        <p:spPr bwMode="gray">
          <a:xfrm>
            <a:off x="3419008" y="1685616"/>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a:cxnSpLocks/>
          </p:cNvCxnSpPr>
          <p:nvPr userDrawn="1"/>
        </p:nvCxnSpPr>
        <p:spPr bwMode="gray">
          <a:xfrm>
            <a:off x="3419008" y="4278810"/>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58" name="Content Placeholder 2"/>
          <p:cNvSpPr>
            <a:spLocks noGrp="1"/>
          </p:cNvSpPr>
          <p:nvPr>
            <p:ph idx="27" hasCustomPrompt="1"/>
          </p:nvPr>
        </p:nvSpPr>
        <p:spPr bwMode="gray">
          <a:xfrm>
            <a:off x="6179008" y="1757279"/>
            <a:ext cx="2595600" cy="1850400"/>
          </a:xfrm>
        </p:spPr>
        <p:txBody>
          <a:bodyPr/>
          <a:lstStyle>
            <a:lvl3pPr>
              <a:lnSpc>
                <a:spcPct val="93000"/>
              </a:lnSpc>
              <a:defRPr sz="2000"/>
            </a:lvl3pPr>
          </a:lstStyle>
          <a:p>
            <a:pPr lvl="1"/>
            <a:r>
              <a:rPr lang="en-GB" noProof="0" dirty="0"/>
              <a:t>Click to add text</a:t>
            </a:r>
          </a:p>
        </p:txBody>
      </p:sp>
      <p:sp>
        <p:nvSpPr>
          <p:cNvPr id="60" name="Content Placeholder 2"/>
          <p:cNvSpPr>
            <a:spLocks noGrp="1"/>
          </p:cNvSpPr>
          <p:nvPr>
            <p:ph idx="29" hasCustomPrompt="1"/>
          </p:nvPr>
        </p:nvSpPr>
        <p:spPr bwMode="gray">
          <a:xfrm>
            <a:off x="6179008" y="4346776"/>
            <a:ext cx="2595600" cy="1850400"/>
          </a:xfrm>
        </p:spPr>
        <p:txBody>
          <a:bodyPr/>
          <a:lstStyle>
            <a:lvl3pPr>
              <a:lnSpc>
                <a:spcPct val="93000"/>
              </a:lnSpc>
              <a:defRPr sz="2000"/>
            </a:lvl3pPr>
          </a:lstStyle>
          <a:p>
            <a:pPr lvl="1"/>
            <a:r>
              <a:rPr lang="en-GB" noProof="0" dirty="0"/>
              <a:t>Click to add text</a:t>
            </a:r>
          </a:p>
        </p:txBody>
      </p:sp>
      <p:cxnSp>
        <p:nvCxnSpPr>
          <p:cNvPr id="61" name="Straight Connector 60"/>
          <p:cNvCxnSpPr>
            <a:cxnSpLocks/>
          </p:cNvCxnSpPr>
          <p:nvPr userDrawn="1"/>
        </p:nvCxnSpPr>
        <p:spPr bwMode="gray">
          <a:xfrm>
            <a:off x="6179008" y="1685616"/>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a:cxnSpLocks/>
          </p:cNvCxnSpPr>
          <p:nvPr userDrawn="1"/>
        </p:nvCxnSpPr>
        <p:spPr bwMode="gray">
          <a:xfrm>
            <a:off x="6179008" y="4278810"/>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64" name="Content Placeholder 2"/>
          <p:cNvSpPr>
            <a:spLocks noGrp="1"/>
          </p:cNvSpPr>
          <p:nvPr>
            <p:ph idx="31" hasCustomPrompt="1"/>
          </p:nvPr>
        </p:nvSpPr>
        <p:spPr bwMode="gray">
          <a:xfrm>
            <a:off x="8939008" y="1757279"/>
            <a:ext cx="2595600" cy="1850400"/>
          </a:xfrm>
        </p:spPr>
        <p:txBody>
          <a:bodyPr/>
          <a:lstStyle>
            <a:lvl3pPr>
              <a:lnSpc>
                <a:spcPct val="93000"/>
              </a:lnSpc>
              <a:defRPr sz="2000"/>
            </a:lvl3pPr>
          </a:lstStyle>
          <a:p>
            <a:pPr lvl="1"/>
            <a:r>
              <a:rPr lang="en-GB" noProof="0" dirty="0"/>
              <a:t>Click to add text</a:t>
            </a:r>
          </a:p>
        </p:txBody>
      </p:sp>
      <p:sp>
        <p:nvSpPr>
          <p:cNvPr id="66" name="Content Placeholder 2"/>
          <p:cNvSpPr>
            <a:spLocks noGrp="1"/>
          </p:cNvSpPr>
          <p:nvPr>
            <p:ph idx="33" hasCustomPrompt="1"/>
          </p:nvPr>
        </p:nvSpPr>
        <p:spPr bwMode="gray">
          <a:xfrm>
            <a:off x="8939008" y="4346776"/>
            <a:ext cx="2595600" cy="1850400"/>
          </a:xfrm>
        </p:spPr>
        <p:txBody>
          <a:bodyPr/>
          <a:lstStyle>
            <a:lvl3pPr>
              <a:lnSpc>
                <a:spcPct val="93000"/>
              </a:lnSpc>
              <a:defRPr sz="2000"/>
            </a:lvl3pPr>
          </a:lstStyle>
          <a:p>
            <a:pPr lvl="1"/>
            <a:r>
              <a:rPr lang="en-GB" noProof="0" dirty="0"/>
              <a:t>Click to add text</a:t>
            </a:r>
          </a:p>
        </p:txBody>
      </p:sp>
      <p:cxnSp>
        <p:nvCxnSpPr>
          <p:cNvPr id="67" name="Straight Connector 66"/>
          <p:cNvCxnSpPr>
            <a:cxnSpLocks/>
          </p:cNvCxnSpPr>
          <p:nvPr userDrawn="1"/>
        </p:nvCxnSpPr>
        <p:spPr bwMode="gray">
          <a:xfrm>
            <a:off x="8939008" y="1685616"/>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a:cxnSpLocks/>
          </p:cNvCxnSpPr>
          <p:nvPr userDrawn="1"/>
        </p:nvCxnSpPr>
        <p:spPr bwMode="gray">
          <a:xfrm>
            <a:off x="8939008" y="4278810"/>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Slide Number Placeholder 11"/>
          <p:cNvSpPr>
            <a:spLocks noGrp="1"/>
          </p:cNvSpPr>
          <p:nvPr>
            <p:ph type="sldNum" sz="quarter" idx="35"/>
          </p:nvPr>
        </p:nvSpPr>
        <p:spPr/>
        <p:txBody>
          <a:bodyPr/>
          <a:lstStyle/>
          <a:p>
            <a:fld id="{DDD2A080-DA64-4F5C-9131-47EB793B4410}" type="slidenum">
              <a:rPr lang="en-GB" noProof="0" smtClean="0"/>
              <a:pPr/>
              <a:t>‹#›</a:t>
            </a:fld>
            <a:endParaRPr lang="en-GB" noProof="0" dirty="0"/>
          </a:p>
        </p:txBody>
      </p:sp>
      <p:sp>
        <p:nvSpPr>
          <p:cNvPr id="3" name="Footer Placeholder 2">
            <a:extLst>
              <a:ext uri="{FF2B5EF4-FFF2-40B4-BE49-F238E27FC236}">
                <a16:creationId xmlns:a16="http://schemas.microsoft.com/office/drawing/2014/main" id="{1B454FB8-4E07-44C0-BE34-38DF9804AF97}"/>
              </a:ext>
            </a:extLst>
          </p:cNvPr>
          <p:cNvSpPr>
            <a:spLocks noGrp="1"/>
          </p:cNvSpPr>
          <p:nvPr>
            <p:ph type="ftr" sz="quarter" idx="36"/>
          </p:nvPr>
        </p:nvSpPr>
        <p:spPr/>
        <p:txBody>
          <a:bodyPr/>
          <a:lstStyle>
            <a:lvl1pPr>
              <a:defRPr/>
            </a:lvl1pPr>
          </a:lstStyle>
          <a:p>
            <a:endParaRPr lang="en-GB" noProof="0"/>
          </a:p>
        </p:txBody>
      </p:sp>
      <p:sp>
        <p:nvSpPr>
          <p:cNvPr id="11" name="Title 10">
            <a:extLst>
              <a:ext uri="{FF2B5EF4-FFF2-40B4-BE49-F238E27FC236}">
                <a16:creationId xmlns:a16="http://schemas.microsoft.com/office/drawing/2014/main" id="{4D232792-6D79-4486-8E98-62F78FA268D5}"/>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sp>
        <p:nvSpPr>
          <p:cNvPr id="30" name="Content Placeholder 2">
            <a:extLst>
              <a:ext uri="{FF2B5EF4-FFF2-40B4-BE49-F238E27FC236}">
                <a16:creationId xmlns:a16="http://schemas.microsoft.com/office/drawing/2014/main" id="{FA008AD3-EEEE-4C37-9E2F-0052AAA9F58E}"/>
              </a:ext>
            </a:extLst>
          </p:cNvPr>
          <p:cNvSpPr>
            <a:spLocks noGrp="1"/>
          </p:cNvSpPr>
          <p:nvPr>
            <p:ph idx="37" hasCustomPrompt="1"/>
          </p:nvPr>
        </p:nvSpPr>
        <p:spPr bwMode="gray">
          <a:xfrm>
            <a:off x="3419008" y="1757279"/>
            <a:ext cx="2595600" cy="1850400"/>
          </a:xfrm>
        </p:spPr>
        <p:txBody>
          <a:bodyPr/>
          <a:lstStyle>
            <a:lvl3pPr>
              <a:lnSpc>
                <a:spcPct val="93000"/>
              </a:lnSpc>
              <a:defRPr sz="2000"/>
            </a:lvl3pPr>
          </a:lstStyle>
          <a:p>
            <a:pPr lvl="1"/>
            <a:r>
              <a:rPr lang="en-GB" noProof="0"/>
              <a:t>Click to </a:t>
            </a:r>
            <a:r>
              <a:rPr lang="en-GB" noProof="0" dirty="0"/>
              <a:t>add text</a:t>
            </a:r>
          </a:p>
        </p:txBody>
      </p:sp>
      <p:sp>
        <p:nvSpPr>
          <p:cNvPr id="41" name="Text Placeholder 40">
            <a:extLst>
              <a:ext uri="{FF2B5EF4-FFF2-40B4-BE49-F238E27FC236}">
                <a16:creationId xmlns:a16="http://schemas.microsoft.com/office/drawing/2014/main" id="{2374A518-3CFE-403E-8757-65866F7F06F4}"/>
              </a:ext>
            </a:extLst>
          </p:cNvPr>
          <p:cNvSpPr>
            <a:spLocks noGrp="1"/>
          </p:cNvSpPr>
          <p:nvPr>
            <p:ph type="body" sz="quarter" idx="38" hasCustomPrompt="1"/>
          </p:nvPr>
        </p:nvSpPr>
        <p:spPr bwMode="auto">
          <a:xfrm>
            <a:off x="659008" y="1141199"/>
            <a:ext cx="2595600" cy="572400"/>
          </a:xfrm>
          <a:custGeom>
            <a:avLst/>
            <a:gdLst>
              <a:gd name="connsiteX0" fmla="*/ 0 w 2556000"/>
              <a:gd name="connsiteY0" fmla="*/ 0 h 572400"/>
              <a:gd name="connsiteX1" fmla="*/ 2556000 w 2556000"/>
              <a:gd name="connsiteY1" fmla="*/ 0 h 572400"/>
              <a:gd name="connsiteX2" fmla="*/ 2556000 w 2556000"/>
              <a:gd name="connsiteY2" fmla="*/ 572400 h 572400"/>
              <a:gd name="connsiteX3" fmla="*/ 0 w 2556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2556000" h="572400">
                <a:moveTo>
                  <a:pt x="0" y="0"/>
                </a:moveTo>
                <a:lnTo>
                  <a:pt x="2556000" y="0"/>
                </a:lnTo>
                <a:lnTo>
                  <a:pt x="25560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3" name="Text Placeholder 42">
            <a:extLst>
              <a:ext uri="{FF2B5EF4-FFF2-40B4-BE49-F238E27FC236}">
                <a16:creationId xmlns:a16="http://schemas.microsoft.com/office/drawing/2014/main" id="{E2D6F2AC-3548-4A63-AD15-AC2461290B66}"/>
              </a:ext>
            </a:extLst>
          </p:cNvPr>
          <p:cNvSpPr>
            <a:spLocks noGrp="1"/>
          </p:cNvSpPr>
          <p:nvPr>
            <p:ph type="body" sz="quarter" idx="39" hasCustomPrompt="1"/>
          </p:nvPr>
        </p:nvSpPr>
        <p:spPr bwMode="auto">
          <a:xfrm>
            <a:off x="3419008" y="1141199"/>
            <a:ext cx="2595600" cy="572400"/>
          </a:xfrm>
          <a:custGeom>
            <a:avLst/>
            <a:gdLst>
              <a:gd name="connsiteX0" fmla="*/ 0 w 2556000"/>
              <a:gd name="connsiteY0" fmla="*/ 0 h 572400"/>
              <a:gd name="connsiteX1" fmla="*/ 2556000 w 2556000"/>
              <a:gd name="connsiteY1" fmla="*/ 0 h 572400"/>
              <a:gd name="connsiteX2" fmla="*/ 2556000 w 2556000"/>
              <a:gd name="connsiteY2" fmla="*/ 572400 h 572400"/>
              <a:gd name="connsiteX3" fmla="*/ 0 w 2556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2556000" h="572400">
                <a:moveTo>
                  <a:pt x="0" y="0"/>
                </a:moveTo>
                <a:lnTo>
                  <a:pt x="2556000" y="0"/>
                </a:lnTo>
                <a:lnTo>
                  <a:pt x="25560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4" name="Text Placeholder 43">
            <a:extLst>
              <a:ext uri="{FF2B5EF4-FFF2-40B4-BE49-F238E27FC236}">
                <a16:creationId xmlns:a16="http://schemas.microsoft.com/office/drawing/2014/main" id="{DB547CC5-46DB-4BAF-B4F1-7DDE8AD9140D}"/>
              </a:ext>
            </a:extLst>
          </p:cNvPr>
          <p:cNvSpPr>
            <a:spLocks noGrp="1"/>
          </p:cNvSpPr>
          <p:nvPr>
            <p:ph type="body" sz="quarter" idx="40" hasCustomPrompt="1"/>
          </p:nvPr>
        </p:nvSpPr>
        <p:spPr bwMode="auto">
          <a:xfrm>
            <a:off x="6179008" y="1141199"/>
            <a:ext cx="2595600" cy="572400"/>
          </a:xfrm>
          <a:custGeom>
            <a:avLst/>
            <a:gdLst>
              <a:gd name="connsiteX0" fmla="*/ 0 w 2556000"/>
              <a:gd name="connsiteY0" fmla="*/ 0 h 572400"/>
              <a:gd name="connsiteX1" fmla="*/ 2556000 w 2556000"/>
              <a:gd name="connsiteY1" fmla="*/ 0 h 572400"/>
              <a:gd name="connsiteX2" fmla="*/ 2556000 w 2556000"/>
              <a:gd name="connsiteY2" fmla="*/ 572400 h 572400"/>
              <a:gd name="connsiteX3" fmla="*/ 0 w 2556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2556000" h="572400">
                <a:moveTo>
                  <a:pt x="0" y="0"/>
                </a:moveTo>
                <a:lnTo>
                  <a:pt x="2556000" y="0"/>
                </a:lnTo>
                <a:lnTo>
                  <a:pt x="25560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5" name="Text Placeholder 44">
            <a:extLst>
              <a:ext uri="{FF2B5EF4-FFF2-40B4-BE49-F238E27FC236}">
                <a16:creationId xmlns:a16="http://schemas.microsoft.com/office/drawing/2014/main" id="{E346AFA3-0D72-4528-82A5-83901F39792B}"/>
              </a:ext>
            </a:extLst>
          </p:cNvPr>
          <p:cNvSpPr>
            <a:spLocks noGrp="1"/>
          </p:cNvSpPr>
          <p:nvPr>
            <p:ph type="body" sz="quarter" idx="41" hasCustomPrompt="1"/>
          </p:nvPr>
        </p:nvSpPr>
        <p:spPr bwMode="auto">
          <a:xfrm>
            <a:off x="8939008" y="1141199"/>
            <a:ext cx="2595600" cy="572400"/>
          </a:xfrm>
          <a:custGeom>
            <a:avLst/>
            <a:gdLst>
              <a:gd name="connsiteX0" fmla="*/ 0 w 2556000"/>
              <a:gd name="connsiteY0" fmla="*/ 0 h 572400"/>
              <a:gd name="connsiteX1" fmla="*/ 2556000 w 2556000"/>
              <a:gd name="connsiteY1" fmla="*/ 0 h 572400"/>
              <a:gd name="connsiteX2" fmla="*/ 2556000 w 2556000"/>
              <a:gd name="connsiteY2" fmla="*/ 572400 h 572400"/>
              <a:gd name="connsiteX3" fmla="*/ 0 w 2556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2556000" h="572400">
                <a:moveTo>
                  <a:pt x="0" y="0"/>
                </a:moveTo>
                <a:lnTo>
                  <a:pt x="2556000" y="0"/>
                </a:lnTo>
                <a:lnTo>
                  <a:pt x="25560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9" name="Text Placeholder 48">
            <a:extLst>
              <a:ext uri="{FF2B5EF4-FFF2-40B4-BE49-F238E27FC236}">
                <a16:creationId xmlns:a16="http://schemas.microsoft.com/office/drawing/2014/main" id="{1BC9C923-5254-4E6C-A703-623F5EBB1A16}"/>
              </a:ext>
            </a:extLst>
          </p:cNvPr>
          <p:cNvSpPr>
            <a:spLocks noGrp="1"/>
          </p:cNvSpPr>
          <p:nvPr>
            <p:ph type="body" sz="quarter" idx="42" hasCustomPrompt="1"/>
          </p:nvPr>
        </p:nvSpPr>
        <p:spPr bwMode="auto">
          <a:xfrm>
            <a:off x="659008" y="3733413"/>
            <a:ext cx="2595600" cy="572400"/>
          </a:xfrm>
          <a:custGeom>
            <a:avLst/>
            <a:gdLst>
              <a:gd name="connsiteX0" fmla="*/ 0 w 2556000"/>
              <a:gd name="connsiteY0" fmla="*/ 0 h 324000"/>
              <a:gd name="connsiteX1" fmla="*/ 2556000 w 2556000"/>
              <a:gd name="connsiteY1" fmla="*/ 0 h 324000"/>
              <a:gd name="connsiteX2" fmla="*/ 2556000 w 2556000"/>
              <a:gd name="connsiteY2" fmla="*/ 324000 h 324000"/>
              <a:gd name="connsiteX3" fmla="*/ 0 w 2556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2556000" h="324000">
                <a:moveTo>
                  <a:pt x="0" y="0"/>
                </a:moveTo>
                <a:lnTo>
                  <a:pt x="2556000" y="0"/>
                </a:lnTo>
                <a:lnTo>
                  <a:pt x="25560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8" name="Text Placeholder 47">
            <a:extLst>
              <a:ext uri="{FF2B5EF4-FFF2-40B4-BE49-F238E27FC236}">
                <a16:creationId xmlns:a16="http://schemas.microsoft.com/office/drawing/2014/main" id="{7A80E218-FD84-4C94-9AAD-0814DF1E6B86}"/>
              </a:ext>
            </a:extLst>
          </p:cNvPr>
          <p:cNvSpPr>
            <a:spLocks noGrp="1"/>
          </p:cNvSpPr>
          <p:nvPr>
            <p:ph type="body" sz="quarter" idx="43" hasCustomPrompt="1"/>
          </p:nvPr>
        </p:nvSpPr>
        <p:spPr bwMode="auto">
          <a:xfrm>
            <a:off x="3419008" y="3733413"/>
            <a:ext cx="2595600" cy="572400"/>
          </a:xfrm>
          <a:custGeom>
            <a:avLst/>
            <a:gdLst>
              <a:gd name="connsiteX0" fmla="*/ 0 w 2556000"/>
              <a:gd name="connsiteY0" fmla="*/ 0 h 324000"/>
              <a:gd name="connsiteX1" fmla="*/ 2556000 w 2556000"/>
              <a:gd name="connsiteY1" fmla="*/ 0 h 324000"/>
              <a:gd name="connsiteX2" fmla="*/ 2556000 w 2556000"/>
              <a:gd name="connsiteY2" fmla="*/ 324000 h 324000"/>
              <a:gd name="connsiteX3" fmla="*/ 0 w 2556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2556000" h="324000">
                <a:moveTo>
                  <a:pt x="0" y="0"/>
                </a:moveTo>
                <a:lnTo>
                  <a:pt x="2556000" y="0"/>
                </a:lnTo>
                <a:lnTo>
                  <a:pt x="25560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7" name="Text Placeholder 46">
            <a:extLst>
              <a:ext uri="{FF2B5EF4-FFF2-40B4-BE49-F238E27FC236}">
                <a16:creationId xmlns:a16="http://schemas.microsoft.com/office/drawing/2014/main" id="{DFFA4740-F4FF-4619-A019-BC18E73B82E8}"/>
              </a:ext>
            </a:extLst>
          </p:cNvPr>
          <p:cNvSpPr>
            <a:spLocks noGrp="1"/>
          </p:cNvSpPr>
          <p:nvPr>
            <p:ph type="body" sz="quarter" idx="44" hasCustomPrompt="1"/>
          </p:nvPr>
        </p:nvSpPr>
        <p:spPr bwMode="auto">
          <a:xfrm>
            <a:off x="6179008" y="3733413"/>
            <a:ext cx="2595600" cy="572400"/>
          </a:xfrm>
          <a:custGeom>
            <a:avLst/>
            <a:gdLst>
              <a:gd name="connsiteX0" fmla="*/ 0 w 2556000"/>
              <a:gd name="connsiteY0" fmla="*/ 0 h 324000"/>
              <a:gd name="connsiteX1" fmla="*/ 2556000 w 2556000"/>
              <a:gd name="connsiteY1" fmla="*/ 0 h 324000"/>
              <a:gd name="connsiteX2" fmla="*/ 2556000 w 2556000"/>
              <a:gd name="connsiteY2" fmla="*/ 324000 h 324000"/>
              <a:gd name="connsiteX3" fmla="*/ 0 w 2556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2556000" h="324000">
                <a:moveTo>
                  <a:pt x="0" y="0"/>
                </a:moveTo>
                <a:lnTo>
                  <a:pt x="2556000" y="0"/>
                </a:lnTo>
                <a:lnTo>
                  <a:pt x="25560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6" name="Text Placeholder 45">
            <a:extLst>
              <a:ext uri="{FF2B5EF4-FFF2-40B4-BE49-F238E27FC236}">
                <a16:creationId xmlns:a16="http://schemas.microsoft.com/office/drawing/2014/main" id="{84C6BB93-BD28-40A3-83C8-D7ADD09F55AA}"/>
              </a:ext>
            </a:extLst>
          </p:cNvPr>
          <p:cNvSpPr>
            <a:spLocks noGrp="1"/>
          </p:cNvSpPr>
          <p:nvPr>
            <p:ph type="body" sz="quarter" idx="45" hasCustomPrompt="1"/>
          </p:nvPr>
        </p:nvSpPr>
        <p:spPr bwMode="auto">
          <a:xfrm>
            <a:off x="8939008" y="3733413"/>
            <a:ext cx="2595600" cy="572400"/>
          </a:xfrm>
          <a:custGeom>
            <a:avLst/>
            <a:gdLst>
              <a:gd name="connsiteX0" fmla="*/ 0 w 2556000"/>
              <a:gd name="connsiteY0" fmla="*/ 0 h 324000"/>
              <a:gd name="connsiteX1" fmla="*/ 2556000 w 2556000"/>
              <a:gd name="connsiteY1" fmla="*/ 0 h 324000"/>
              <a:gd name="connsiteX2" fmla="*/ 2556000 w 2556000"/>
              <a:gd name="connsiteY2" fmla="*/ 324000 h 324000"/>
              <a:gd name="connsiteX3" fmla="*/ 0 w 2556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2556000" h="324000">
                <a:moveTo>
                  <a:pt x="0" y="0"/>
                </a:moveTo>
                <a:lnTo>
                  <a:pt x="2556000" y="0"/>
                </a:lnTo>
                <a:lnTo>
                  <a:pt x="25560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grpSp>
        <p:nvGrpSpPr>
          <p:cNvPr id="38" name="Group 37">
            <a:extLst>
              <a:ext uri="{FF2B5EF4-FFF2-40B4-BE49-F238E27FC236}">
                <a16:creationId xmlns:a16="http://schemas.microsoft.com/office/drawing/2014/main" id="{8728A0B4-557E-498B-ADDB-F867DB330A2A}"/>
              </a:ext>
            </a:extLst>
          </p:cNvPr>
          <p:cNvGrpSpPr/>
          <p:nvPr userDrawn="1"/>
        </p:nvGrpSpPr>
        <p:grpSpPr>
          <a:xfrm>
            <a:off x="-2368598" y="0"/>
            <a:ext cx="1872000" cy="4379495"/>
            <a:chOff x="-2025698" y="0"/>
            <a:chExt cx="1872000" cy="4379495"/>
          </a:xfrm>
        </p:grpSpPr>
        <p:grpSp>
          <p:nvGrpSpPr>
            <p:cNvPr id="39" name="Group 38">
              <a:extLst>
                <a:ext uri="{FF2B5EF4-FFF2-40B4-BE49-F238E27FC236}">
                  <a16:creationId xmlns:a16="http://schemas.microsoft.com/office/drawing/2014/main" id="{2A193CEB-0FDA-42A3-A9E1-E4E4E2A680C6}"/>
                </a:ext>
              </a:extLst>
            </p:cNvPr>
            <p:cNvGrpSpPr/>
            <p:nvPr userDrawn="1"/>
          </p:nvGrpSpPr>
          <p:grpSpPr>
            <a:xfrm>
              <a:off x="-2025698" y="0"/>
              <a:ext cx="1872000" cy="4379495"/>
              <a:chOff x="-2025698" y="0"/>
              <a:chExt cx="1872000" cy="4379495"/>
            </a:xfrm>
          </p:grpSpPr>
          <p:grpSp>
            <p:nvGrpSpPr>
              <p:cNvPr id="42" name="Group 41">
                <a:extLst>
                  <a:ext uri="{FF2B5EF4-FFF2-40B4-BE49-F238E27FC236}">
                    <a16:creationId xmlns:a16="http://schemas.microsoft.com/office/drawing/2014/main" id="{8E5E1E6D-FA2D-4A01-8EB2-CC9CC0C8B7CC}"/>
                  </a:ext>
                </a:extLst>
              </p:cNvPr>
              <p:cNvGrpSpPr/>
              <p:nvPr userDrawn="1"/>
            </p:nvGrpSpPr>
            <p:grpSpPr>
              <a:xfrm>
                <a:off x="-2025698" y="0"/>
                <a:ext cx="1872000" cy="4379495"/>
                <a:chOff x="-2025698" y="0"/>
                <a:chExt cx="1872000" cy="4379495"/>
              </a:xfrm>
            </p:grpSpPr>
            <p:grpSp>
              <p:nvGrpSpPr>
                <p:cNvPr id="51" name="Group 50">
                  <a:extLst>
                    <a:ext uri="{FF2B5EF4-FFF2-40B4-BE49-F238E27FC236}">
                      <a16:creationId xmlns:a16="http://schemas.microsoft.com/office/drawing/2014/main" id="{58BAAC05-8869-4094-A464-1F959E554D30}"/>
                    </a:ext>
                  </a:extLst>
                </p:cNvPr>
                <p:cNvGrpSpPr/>
                <p:nvPr/>
              </p:nvGrpSpPr>
              <p:grpSpPr>
                <a:xfrm>
                  <a:off x="-2025698" y="0"/>
                  <a:ext cx="1872000" cy="4379495"/>
                  <a:chOff x="-2025698" y="0"/>
                  <a:chExt cx="1872000" cy="4379495"/>
                </a:xfrm>
              </p:grpSpPr>
              <p:sp>
                <p:nvSpPr>
                  <p:cNvPr id="53" name="Rectangle 104">
                    <a:extLst>
                      <a:ext uri="{FF2B5EF4-FFF2-40B4-BE49-F238E27FC236}">
                        <a16:creationId xmlns:a16="http://schemas.microsoft.com/office/drawing/2014/main" id="{1F0E644D-7A3F-4867-A0C8-2CF313ADD234}"/>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57" name="Rectangle 113">
                    <a:extLst>
                      <a:ext uri="{FF2B5EF4-FFF2-40B4-BE49-F238E27FC236}">
                        <a16:creationId xmlns:a16="http://schemas.microsoft.com/office/drawing/2014/main" id="{E1686A34-76A5-4CC4-A2EF-E6864C984F7D}"/>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52" name="Rectangle 106">
                  <a:extLst>
                    <a:ext uri="{FF2B5EF4-FFF2-40B4-BE49-F238E27FC236}">
                      <a16:creationId xmlns:a16="http://schemas.microsoft.com/office/drawing/2014/main" id="{58D81DBC-E094-4C29-832D-AFBD8FF1EC2C}"/>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50" name="Picture 49">
                <a:extLst>
                  <a:ext uri="{FF2B5EF4-FFF2-40B4-BE49-F238E27FC236}">
                    <a16:creationId xmlns:a16="http://schemas.microsoft.com/office/drawing/2014/main" id="{B339027D-2FD5-4DF5-8913-0CB7A9659795}"/>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40" name="Rectangle 39">
              <a:extLst>
                <a:ext uri="{FF2B5EF4-FFF2-40B4-BE49-F238E27FC236}">
                  <a16:creationId xmlns:a16="http://schemas.microsoft.com/office/drawing/2014/main" id="{53AFB8FD-7646-4B94-A086-59CFA47F6B4E}"/>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2043098956"/>
      </p:ext>
    </p:extLst>
  </p:cSld>
  <p:clrMapOvr>
    <a:masterClrMapping/>
  </p:clrMapOvr>
  <p:extLst>
    <p:ext uri="{DCECCB84-F9BA-43D5-87BE-67443E8EF086}">
      <p15:sldGuideLst xmlns:p15="http://schemas.microsoft.com/office/powerpoint/2012/main">
        <p15:guide id="2" pos="2154" userDrawn="1">
          <p15:clr>
            <a:srgbClr val="FBAE40"/>
          </p15:clr>
        </p15:guide>
        <p15:guide id="4" pos="5526" userDrawn="1">
          <p15:clr>
            <a:srgbClr val="FBAE40"/>
          </p15:clr>
        </p15:guide>
        <p15:guide id="5" pos="3893" userDrawn="1">
          <p15:clr>
            <a:srgbClr val="FBAE40"/>
          </p15:clr>
        </p15:guide>
        <p15:guide id="6" pos="2049" userDrawn="1">
          <p15:clr>
            <a:srgbClr val="FBAE40"/>
          </p15:clr>
        </p15:guide>
        <p15:guide id="7" pos="3788" userDrawn="1">
          <p15:clr>
            <a:srgbClr val="FBAE40"/>
          </p15:clr>
        </p15:guide>
        <p15:guide id="8" pos="5630" userDrawn="1">
          <p15:clr>
            <a:srgbClr val="FBAE40"/>
          </p15:clr>
        </p15:guide>
        <p15:guide id="9" orient="horz" pos="2274" userDrawn="1">
          <p15:clr>
            <a:srgbClr val="FBAE40"/>
          </p15:clr>
        </p15:guide>
        <p15:guide id="10" orient="horz" pos="2442"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with picture lef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bwMode="gray">
          <a:xfrm>
            <a:off x="4132351" y="1141197"/>
            <a:ext cx="7408800" cy="5058000"/>
          </a:xfrm>
        </p:spPr>
        <p:txBody>
          <a:bodyPr/>
          <a:lstStyle>
            <a:lvl1pPr>
              <a:defRPr/>
            </a:lvl1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7" name="Slide Number Placeholder 6"/>
          <p:cNvSpPr>
            <a:spLocks noGrp="1"/>
          </p:cNvSpPr>
          <p:nvPr>
            <p:ph type="sldNum" sz="quarter" idx="18"/>
          </p:nvPr>
        </p:nvSpPr>
        <p:spPr/>
        <p:txBody>
          <a:bodyPr/>
          <a:lstStyle/>
          <a:p>
            <a:fld id="{DDD2A080-DA64-4F5C-9131-47EB793B4410}" type="slidenum">
              <a:rPr lang="en-GB" noProof="0" smtClean="0"/>
              <a:pPr/>
              <a:t>‹#›</a:t>
            </a:fld>
            <a:endParaRPr lang="en-GB" noProof="0" dirty="0"/>
          </a:p>
        </p:txBody>
      </p:sp>
      <p:sp>
        <p:nvSpPr>
          <p:cNvPr id="4" name="Footer Placeholder 3">
            <a:extLst>
              <a:ext uri="{FF2B5EF4-FFF2-40B4-BE49-F238E27FC236}">
                <a16:creationId xmlns:a16="http://schemas.microsoft.com/office/drawing/2014/main" id="{69721082-1C36-4141-A651-B895B6B12B1D}"/>
              </a:ext>
            </a:extLst>
          </p:cNvPr>
          <p:cNvSpPr>
            <a:spLocks noGrp="1"/>
          </p:cNvSpPr>
          <p:nvPr>
            <p:ph type="ftr" sz="quarter" idx="19"/>
          </p:nvPr>
        </p:nvSpPr>
        <p:spPr>
          <a:xfrm>
            <a:off x="4132351" y="6403940"/>
            <a:ext cx="6735600" cy="187200"/>
          </a:xfrm>
        </p:spPr>
        <p:txBody>
          <a:bodyPr/>
          <a:lstStyle>
            <a:lvl1pPr>
              <a:defRPr/>
            </a:lvl1pPr>
          </a:lstStyle>
          <a:p>
            <a:endParaRPr lang="en-GB" noProof="0"/>
          </a:p>
        </p:txBody>
      </p:sp>
      <p:sp>
        <p:nvSpPr>
          <p:cNvPr id="11" name="Picture Placeholder 10">
            <a:extLst>
              <a:ext uri="{FF2B5EF4-FFF2-40B4-BE49-F238E27FC236}">
                <a16:creationId xmlns:a16="http://schemas.microsoft.com/office/drawing/2014/main" id="{79B6E422-2155-42E8-BFE3-08BC36F1C07B}"/>
              </a:ext>
            </a:extLst>
          </p:cNvPr>
          <p:cNvSpPr>
            <a:spLocks noGrp="1"/>
          </p:cNvSpPr>
          <p:nvPr>
            <p:ph type="pic" sz="quarter" idx="20"/>
          </p:nvPr>
        </p:nvSpPr>
        <p:spPr bwMode="gray">
          <a:xfrm>
            <a:off x="0" y="0"/>
            <a:ext cx="3776522" cy="6858000"/>
          </a:xfrm>
          <a:custGeom>
            <a:avLst/>
            <a:gdLst>
              <a:gd name="connsiteX0" fmla="*/ 0 w 3776522"/>
              <a:gd name="connsiteY0" fmla="*/ 0 h 6858000"/>
              <a:gd name="connsiteX1" fmla="*/ 2833094 w 3776522"/>
              <a:gd name="connsiteY1" fmla="*/ 0 h 6858000"/>
              <a:gd name="connsiteX2" fmla="*/ 3586031 w 3776522"/>
              <a:gd name="connsiteY2" fmla="*/ 0 h 6858000"/>
              <a:gd name="connsiteX3" fmla="*/ 3776522 w 3776522"/>
              <a:gd name="connsiteY3" fmla="*/ 0 h 6858000"/>
              <a:gd name="connsiteX4" fmla="*/ 3776522 w 3776522"/>
              <a:gd name="connsiteY4" fmla="*/ 190493 h 6858000"/>
              <a:gd name="connsiteX5" fmla="*/ 3776522 w 3776522"/>
              <a:gd name="connsiteY5" fmla="*/ 972457 h 6858000"/>
              <a:gd name="connsiteX6" fmla="*/ 3776522 w 3776522"/>
              <a:gd name="connsiteY6" fmla="*/ 6667507 h 6858000"/>
              <a:gd name="connsiteX7" fmla="*/ 3586029 w 3776522"/>
              <a:gd name="connsiteY7" fmla="*/ 6858000 h 6858000"/>
              <a:gd name="connsiteX8" fmla="*/ 0 w 3776522"/>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76522" h="6858000">
                <a:moveTo>
                  <a:pt x="0" y="0"/>
                </a:moveTo>
                <a:lnTo>
                  <a:pt x="2833094" y="0"/>
                </a:lnTo>
                <a:lnTo>
                  <a:pt x="3586031" y="0"/>
                </a:lnTo>
                <a:lnTo>
                  <a:pt x="3776522" y="0"/>
                </a:lnTo>
                <a:lnTo>
                  <a:pt x="3776522" y="190493"/>
                </a:lnTo>
                <a:lnTo>
                  <a:pt x="3776522" y="972457"/>
                </a:lnTo>
                <a:lnTo>
                  <a:pt x="3776522" y="6667507"/>
                </a:lnTo>
                <a:cubicBezTo>
                  <a:pt x="3776522" y="6772713"/>
                  <a:pt x="3691235" y="6858000"/>
                  <a:pt x="3586029" y="6858000"/>
                </a:cubicBezTo>
                <a:lnTo>
                  <a:pt x="0" y="6858000"/>
                </a:lnTo>
                <a:close/>
              </a:path>
            </a:pathLst>
          </a:custGeom>
          <a:solidFill>
            <a:schemeClr val="accent2">
              <a:lumMod val="20000"/>
              <a:lumOff val="80000"/>
              <a:alpha val="10000"/>
            </a:schemeClr>
          </a:solidFill>
        </p:spPr>
        <p:txBody>
          <a:bodyPr wrap="square" lIns="360000" tIns="360000">
            <a:noAutofit/>
          </a:bodyPr>
          <a:lstStyle>
            <a:lvl1pPr algn="ctr">
              <a:defRPr sz="1400" b="0"/>
            </a:lvl1pPr>
          </a:lstStyle>
          <a:p>
            <a:r>
              <a:rPr lang="en-US" noProof="0"/>
              <a:t>Click icon to add picture</a:t>
            </a:r>
            <a:endParaRPr lang="en-GB" noProof="0" dirty="0"/>
          </a:p>
        </p:txBody>
      </p:sp>
      <p:sp>
        <p:nvSpPr>
          <p:cNvPr id="6" name="Title 5">
            <a:extLst>
              <a:ext uri="{FF2B5EF4-FFF2-40B4-BE49-F238E27FC236}">
                <a16:creationId xmlns:a16="http://schemas.microsoft.com/office/drawing/2014/main" id="{0F2CEA00-4110-4385-955A-FA7F3C521921}"/>
              </a:ext>
            </a:extLst>
          </p:cNvPr>
          <p:cNvSpPr>
            <a:spLocks noGrp="1"/>
          </p:cNvSpPr>
          <p:nvPr>
            <p:ph type="title"/>
          </p:nvPr>
        </p:nvSpPr>
        <p:spPr>
          <a:xfrm>
            <a:off x="4130816" y="325235"/>
            <a:ext cx="7408800" cy="817244"/>
          </a:xfrm>
        </p:spPr>
        <p:txBody>
          <a:bodyPr/>
          <a:lstStyle/>
          <a:p>
            <a:r>
              <a:rPr lang="en-US"/>
              <a:t>Click to edit Master title style</a:t>
            </a:r>
            <a:endParaRPr lang="en-GB"/>
          </a:p>
        </p:txBody>
      </p:sp>
      <p:sp>
        <p:nvSpPr>
          <p:cNvPr id="8" name="TextBox 7">
            <a:extLst>
              <a:ext uri="{FF2B5EF4-FFF2-40B4-BE49-F238E27FC236}">
                <a16:creationId xmlns:a16="http://schemas.microsoft.com/office/drawing/2014/main" id="{B7E79D5C-9F49-4A5A-A43B-66D4F6A4A90E}"/>
              </a:ext>
            </a:extLst>
          </p:cNvPr>
          <p:cNvSpPr txBox="1"/>
          <p:nvPr userDrawn="1"/>
        </p:nvSpPr>
        <p:spPr>
          <a:xfrm>
            <a:off x="-2261849" y="0"/>
            <a:ext cx="1826420" cy="299658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p:txBody>
      </p:sp>
    </p:spTree>
    <p:extLst>
      <p:ext uri="{BB962C8B-B14F-4D97-AF65-F5344CB8AC3E}">
        <p14:creationId xmlns:p14="http://schemas.microsoft.com/office/powerpoint/2010/main" val="3866622124"/>
      </p:ext>
    </p:extLst>
  </p:cSld>
  <p:clrMapOvr>
    <a:masterClrMapping/>
  </p:clrMapOvr>
  <p:extLst>
    <p:ext uri="{DCECCB84-F9BA-43D5-87BE-67443E8EF086}">
      <p15:sldGuideLst xmlns:p15="http://schemas.microsoft.com/office/powerpoint/2012/main">
        <p15:guide id="1" pos="2854" userDrawn="1">
          <p15:clr>
            <a:srgbClr val="FBAE40"/>
          </p15:clr>
        </p15:guide>
        <p15:guide id="2" pos="2610"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with picture righ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bwMode="gray">
          <a:xfrm>
            <a:off x="659008" y="1141197"/>
            <a:ext cx="7408800" cy="5058000"/>
          </a:xfrm>
        </p:spPr>
        <p:txBody>
          <a:bodyPr/>
          <a:lstStyle>
            <a:lvl1pPr>
              <a:defRPr/>
            </a:lvl1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7" name="Slide Number Placeholder 6"/>
          <p:cNvSpPr>
            <a:spLocks noGrp="1"/>
          </p:cNvSpPr>
          <p:nvPr>
            <p:ph type="sldNum" sz="quarter" idx="18"/>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AA5054A0-E192-4F99-A693-339ACAA17B2F}"/>
              </a:ext>
            </a:extLst>
          </p:cNvPr>
          <p:cNvSpPr>
            <a:spLocks noGrp="1"/>
          </p:cNvSpPr>
          <p:nvPr>
            <p:ph type="ftr" sz="quarter" idx="19"/>
          </p:nvPr>
        </p:nvSpPr>
        <p:spPr>
          <a:xfrm>
            <a:off x="659007" y="6403940"/>
            <a:ext cx="7408800" cy="187200"/>
          </a:xfrm>
        </p:spPr>
        <p:txBody>
          <a:bodyPr/>
          <a:lstStyle>
            <a:lvl1pPr>
              <a:defRPr/>
            </a:lvl1pPr>
          </a:lstStyle>
          <a:p>
            <a:endParaRPr lang="en-GB" noProof="0"/>
          </a:p>
        </p:txBody>
      </p:sp>
      <p:sp>
        <p:nvSpPr>
          <p:cNvPr id="8" name="Picture Placeholder 7">
            <a:extLst>
              <a:ext uri="{FF2B5EF4-FFF2-40B4-BE49-F238E27FC236}">
                <a16:creationId xmlns:a16="http://schemas.microsoft.com/office/drawing/2014/main" id="{3B27D531-83D7-4CCD-88E0-45B29AB76894}"/>
              </a:ext>
            </a:extLst>
          </p:cNvPr>
          <p:cNvSpPr>
            <a:spLocks noGrp="1"/>
          </p:cNvSpPr>
          <p:nvPr>
            <p:ph type="pic" sz="quarter" idx="20"/>
          </p:nvPr>
        </p:nvSpPr>
        <p:spPr bwMode="gray">
          <a:xfrm>
            <a:off x="8415481" y="0"/>
            <a:ext cx="3776519" cy="6857999"/>
          </a:xfrm>
          <a:custGeom>
            <a:avLst/>
            <a:gdLst>
              <a:gd name="connsiteX0" fmla="*/ 0 w 3776519"/>
              <a:gd name="connsiteY0" fmla="*/ 0 h 6857999"/>
              <a:gd name="connsiteX1" fmla="*/ 190493 w 3776519"/>
              <a:gd name="connsiteY1" fmla="*/ 0 h 6857999"/>
              <a:gd name="connsiteX2" fmla="*/ 943428 w 3776519"/>
              <a:gd name="connsiteY2" fmla="*/ 0 h 6857999"/>
              <a:gd name="connsiteX3" fmla="*/ 3776519 w 3776519"/>
              <a:gd name="connsiteY3" fmla="*/ 0 h 6857999"/>
              <a:gd name="connsiteX4" fmla="*/ 3776519 w 3776519"/>
              <a:gd name="connsiteY4" fmla="*/ 6857999 h 6857999"/>
              <a:gd name="connsiteX5" fmla="*/ 190491 w 3776519"/>
              <a:gd name="connsiteY5" fmla="*/ 6857999 h 6857999"/>
              <a:gd name="connsiteX6" fmla="*/ 116345 w 3776519"/>
              <a:gd name="connsiteY6" fmla="*/ 6843030 h 6857999"/>
              <a:gd name="connsiteX7" fmla="*/ 0 w 3776519"/>
              <a:gd name="connsiteY7" fmla="*/ 6667507 h 6857999"/>
              <a:gd name="connsiteX8" fmla="*/ 0 w 3776519"/>
              <a:gd name="connsiteY8" fmla="*/ 972457 h 6857999"/>
              <a:gd name="connsiteX9" fmla="*/ 0 w 3776519"/>
              <a:gd name="connsiteY9" fmla="*/ 190493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76519" h="6857999">
                <a:moveTo>
                  <a:pt x="0" y="0"/>
                </a:moveTo>
                <a:lnTo>
                  <a:pt x="190493" y="0"/>
                </a:lnTo>
                <a:lnTo>
                  <a:pt x="943428" y="0"/>
                </a:lnTo>
                <a:lnTo>
                  <a:pt x="3776519" y="0"/>
                </a:lnTo>
                <a:lnTo>
                  <a:pt x="3776519" y="6857999"/>
                </a:lnTo>
                <a:lnTo>
                  <a:pt x="190491" y="6857999"/>
                </a:lnTo>
                <a:lnTo>
                  <a:pt x="116345" y="6843030"/>
                </a:lnTo>
                <a:cubicBezTo>
                  <a:pt x="47974" y="6814111"/>
                  <a:pt x="0" y="6746411"/>
                  <a:pt x="0" y="6667507"/>
                </a:cubicBezTo>
                <a:lnTo>
                  <a:pt x="0" y="972457"/>
                </a:lnTo>
                <a:lnTo>
                  <a:pt x="0" y="190493"/>
                </a:lnTo>
                <a:close/>
              </a:path>
            </a:pathLst>
          </a:custGeom>
          <a:solidFill>
            <a:schemeClr val="accent2">
              <a:lumMod val="20000"/>
              <a:lumOff val="80000"/>
              <a:alpha val="10000"/>
            </a:schemeClr>
          </a:solidFill>
        </p:spPr>
        <p:txBody>
          <a:bodyPr wrap="square" lIns="360000" tIns="360000">
            <a:noAutofit/>
          </a:bodyPr>
          <a:lstStyle>
            <a:lvl1pPr algn="ctr">
              <a:defRPr sz="1400" b="0"/>
            </a:lvl1pPr>
          </a:lstStyle>
          <a:p>
            <a:r>
              <a:rPr lang="en-US" noProof="0"/>
              <a:t>Click icon to add picture</a:t>
            </a:r>
            <a:endParaRPr lang="en-GB" noProof="0" dirty="0"/>
          </a:p>
        </p:txBody>
      </p:sp>
      <p:sp>
        <p:nvSpPr>
          <p:cNvPr id="4" name="Title 3">
            <a:extLst>
              <a:ext uri="{FF2B5EF4-FFF2-40B4-BE49-F238E27FC236}">
                <a16:creationId xmlns:a16="http://schemas.microsoft.com/office/drawing/2014/main" id="{2096681F-4D74-4A68-905C-7EB88D567772}"/>
              </a:ext>
            </a:extLst>
          </p:cNvPr>
          <p:cNvSpPr>
            <a:spLocks noGrp="1"/>
          </p:cNvSpPr>
          <p:nvPr>
            <p:ph type="title"/>
          </p:nvPr>
        </p:nvSpPr>
        <p:spPr>
          <a:xfrm>
            <a:off x="659008" y="325235"/>
            <a:ext cx="7408800" cy="817244"/>
          </a:xfrm>
        </p:spPr>
        <p:txBody>
          <a:bodyPr/>
          <a:lstStyle/>
          <a:p>
            <a:r>
              <a:rPr lang="en-US"/>
              <a:t>Click to edit Master title style</a:t>
            </a:r>
            <a:endParaRPr lang="en-GB"/>
          </a:p>
        </p:txBody>
      </p:sp>
      <p:sp>
        <p:nvSpPr>
          <p:cNvPr id="9" name="TextBox 8">
            <a:extLst>
              <a:ext uri="{FF2B5EF4-FFF2-40B4-BE49-F238E27FC236}">
                <a16:creationId xmlns:a16="http://schemas.microsoft.com/office/drawing/2014/main" id="{BC2B8245-422A-4C4D-855A-44BA8633C695}"/>
              </a:ext>
            </a:extLst>
          </p:cNvPr>
          <p:cNvSpPr txBox="1"/>
          <p:nvPr userDrawn="1"/>
        </p:nvSpPr>
        <p:spPr>
          <a:xfrm>
            <a:off x="-2261849" y="0"/>
            <a:ext cx="1826420" cy="299658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p:txBody>
      </p:sp>
    </p:spTree>
    <p:extLst>
      <p:ext uri="{BB962C8B-B14F-4D97-AF65-F5344CB8AC3E}">
        <p14:creationId xmlns:p14="http://schemas.microsoft.com/office/powerpoint/2010/main" val="169400526"/>
      </p:ext>
    </p:extLst>
  </p:cSld>
  <p:clrMapOvr>
    <a:masterClrMapping/>
  </p:clrMapOvr>
  <p:extLst>
    <p:ext uri="{DCECCB84-F9BA-43D5-87BE-67443E8EF086}">
      <p15:sldGuideLst xmlns:p15="http://schemas.microsoft.com/office/powerpoint/2012/main">
        <p15:guide id="1" pos="4806" userDrawn="1">
          <p15:clr>
            <a:srgbClr val="FBAE40"/>
          </p15:clr>
        </p15:guide>
        <p15:guide id="2" pos="5322"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picture">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0269A3C8-7E1D-4F0C-A143-080FC0A899DA}"/>
              </a:ext>
            </a:extLst>
          </p:cNvPr>
          <p:cNvSpPr>
            <a:spLocks noGrp="1"/>
          </p:cNvSpPr>
          <p:nvPr>
            <p:ph type="pic" sz="quarter" idx="24"/>
          </p:nvPr>
        </p:nvSpPr>
        <p:spPr bwMode="gray">
          <a:xfrm>
            <a:off x="0" y="0"/>
            <a:ext cx="12192000" cy="6858000"/>
          </a:xfrm>
          <a:prstGeom prst="rect">
            <a:avLst/>
          </a:prstGeom>
          <a:solidFill>
            <a:schemeClr val="accent2">
              <a:lumMod val="20000"/>
              <a:lumOff val="80000"/>
              <a:alpha val="10000"/>
            </a:schemeClr>
          </a:solidFill>
        </p:spPr>
        <p:txBody>
          <a:bodyPr wrap="square" lIns="3240000" tIns="36000" rIns="36000" bIns="36000" anchor="ctr" anchorCtr="0">
            <a:noAutofit/>
          </a:bodyPr>
          <a:lstStyle>
            <a:lvl1pPr algn="ctr">
              <a:defRPr sz="1400" b="0"/>
            </a:lvl1pPr>
          </a:lstStyle>
          <a:p>
            <a:r>
              <a:rPr lang="en-US" noProof="0"/>
              <a:t>Click icon to add picture</a:t>
            </a:r>
            <a:endParaRPr lang="en-GB" noProof="0" dirty="0"/>
          </a:p>
        </p:txBody>
      </p:sp>
      <p:sp>
        <p:nvSpPr>
          <p:cNvPr id="4" name="TextBox 3">
            <a:extLst>
              <a:ext uri="{FF2B5EF4-FFF2-40B4-BE49-F238E27FC236}">
                <a16:creationId xmlns:a16="http://schemas.microsoft.com/office/drawing/2014/main" id="{31EDC4DF-20AE-4FC3-AA09-625C1253615C}"/>
              </a:ext>
            </a:extLst>
          </p:cNvPr>
          <p:cNvSpPr txBox="1"/>
          <p:nvPr userDrawn="1"/>
        </p:nvSpPr>
        <p:spPr>
          <a:xfrm>
            <a:off x="-2261849" y="0"/>
            <a:ext cx="1826420" cy="391991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Finally, click on the new picture and choose 'Move to Back' via the right mouse button to show the heading bars again.</a:t>
            </a:r>
            <a:endParaRPr lang="en-GB" sz="1000" b="0" dirty="0" err="1">
              <a:solidFill>
                <a:srgbClr val="696969"/>
              </a:solidFill>
            </a:endParaRPr>
          </a:p>
        </p:txBody>
      </p:sp>
      <p:sp>
        <p:nvSpPr>
          <p:cNvPr id="3" name="Title 2">
            <a:extLst>
              <a:ext uri="{FF2B5EF4-FFF2-40B4-BE49-F238E27FC236}">
                <a16:creationId xmlns:a16="http://schemas.microsoft.com/office/drawing/2014/main" id="{76ED3F30-0BC7-4F01-8099-A051C8C14586}"/>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710659405"/>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icture slid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29B2A58B-73B0-454D-A72C-09D384778D16}"/>
              </a:ext>
            </a:extLst>
          </p:cNvPr>
          <p:cNvSpPr>
            <a:spLocks noGrp="1"/>
          </p:cNvSpPr>
          <p:nvPr>
            <p:ph type="pic" sz="quarter" idx="22"/>
          </p:nvPr>
        </p:nvSpPr>
        <p:spPr bwMode="gray">
          <a:xfrm>
            <a:off x="0" y="0"/>
            <a:ext cx="12192000" cy="6858000"/>
          </a:xfrm>
          <a:prstGeom prst="rect">
            <a:avLst/>
          </a:prstGeom>
          <a:solidFill>
            <a:schemeClr val="accent2">
              <a:lumMod val="20000"/>
              <a:lumOff val="80000"/>
              <a:alpha val="10000"/>
            </a:schemeClr>
          </a:solidFill>
        </p:spPr>
        <p:txBody>
          <a:bodyPr wrap="square" lIns="3240000" tIns="36000" rIns="36000" bIns="36000" anchor="ctr" anchorCtr="0">
            <a:noAutofit/>
          </a:bodyPr>
          <a:lstStyle>
            <a:lvl1pPr algn="ctr">
              <a:defRPr sz="1400" b="0"/>
            </a:lvl1pPr>
          </a:lstStyle>
          <a:p>
            <a:r>
              <a:rPr lang="en-US" noProof="0"/>
              <a:t>Click icon to add picture</a:t>
            </a:r>
            <a:endParaRPr lang="en-GB" noProof="0"/>
          </a:p>
        </p:txBody>
      </p:sp>
      <p:sp>
        <p:nvSpPr>
          <p:cNvPr id="3" name="TextBox 2">
            <a:extLst>
              <a:ext uri="{FF2B5EF4-FFF2-40B4-BE49-F238E27FC236}">
                <a16:creationId xmlns:a16="http://schemas.microsoft.com/office/drawing/2014/main" id="{C363B51B-329E-4171-8135-727255D5EED2}"/>
              </a:ext>
            </a:extLst>
          </p:cNvPr>
          <p:cNvSpPr txBox="1"/>
          <p:nvPr userDrawn="1"/>
        </p:nvSpPr>
        <p:spPr>
          <a:xfrm>
            <a:off x="-2261849" y="0"/>
            <a:ext cx="1826420" cy="299658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p:txBody>
      </p:sp>
    </p:spTree>
    <p:extLst>
      <p:ext uri="{BB962C8B-B14F-4D97-AF65-F5344CB8AC3E}">
        <p14:creationId xmlns:p14="http://schemas.microsoft.com/office/powerpoint/2010/main" val="217967333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D5D08C9-1C49-4141-ADCC-8BD39F1E15DE}"/>
              </a:ext>
            </a:extLst>
          </p:cNvPr>
          <p:cNvSpPr>
            <a:spLocks noGrp="1"/>
          </p:cNvSpPr>
          <p:nvPr>
            <p:ph type="ftr" sz="quarter" idx="10"/>
          </p:nvPr>
        </p:nvSpPr>
        <p:spPr/>
        <p:txBody>
          <a:bodyPr/>
          <a:lstStyle/>
          <a:p>
            <a:endParaRPr lang="en-GB" noProof="0" dirty="0"/>
          </a:p>
        </p:txBody>
      </p:sp>
      <p:sp>
        <p:nvSpPr>
          <p:cNvPr id="3" name="Slide Number Placeholder 2">
            <a:extLst>
              <a:ext uri="{FF2B5EF4-FFF2-40B4-BE49-F238E27FC236}">
                <a16:creationId xmlns:a16="http://schemas.microsoft.com/office/drawing/2014/main" id="{CFD907F9-1DA2-4332-BCC9-D9AC36FA0279}"/>
              </a:ext>
            </a:extLst>
          </p:cNvPr>
          <p:cNvSpPr>
            <a:spLocks noGrp="1"/>
          </p:cNvSpPr>
          <p:nvPr>
            <p:ph type="sldNum" sz="quarter" idx="11"/>
          </p:nvPr>
        </p:nvSpPr>
        <p:spPr/>
        <p:txBody>
          <a:bodyPr/>
          <a:lstStyle/>
          <a:p>
            <a:fld id="{DDD2A080-DA64-4F5C-9131-47EB793B4410}" type="slidenum">
              <a:rPr lang="en-GB" smtClean="0"/>
              <a:pPr/>
              <a:t>‹#›</a:t>
            </a:fld>
            <a:endParaRPr lang="en-GB" dirty="0"/>
          </a:p>
        </p:txBody>
      </p:sp>
    </p:spTree>
    <p:extLst>
      <p:ext uri="{BB962C8B-B14F-4D97-AF65-F5344CB8AC3E}">
        <p14:creationId xmlns:p14="http://schemas.microsoft.com/office/powerpoint/2010/main" val="300033550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C1A76-6EF0-4DC5-A4D5-F9BEAB78950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159A4530-FBD9-440F-BBFD-95808FC1843B}"/>
              </a:ext>
            </a:extLst>
          </p:cNvPr>
          <p:cNvSpPr>
            <a:spLocks noGrp="1"/>
          </p:cNvSpPr>
          <p:nvPr>
            <p:ph type="ftr" sz="quarter" idx="10"/>
          </p:nvPr>
        </p:nvSpPr>
        <p:spPr/>
        <p:txBody>
          <a:bodyPr/>
          <a:lstStyle/>
          <a:p>
            <a:endParaRPr lang="en-GB" noProof="0" dirty="0"/>
          </a:p>
        </p:txBody>
      </p:sp>
      <p:sp>
        <p:nvSpPr>
          <p:cNvPr id="7" name="Slide Number Placeholder 6">
            <a:extLst>
              <a:ext uri="{FF2B5EF4-FFF2-40B4-BE49-F238E27FC236}">
                <a16:creationId xmlns:a16="http://schemas.microsoft.com/office/drawing/2014/main" id="{FE00CEF8-3A7B-46C7-BCB8-DC90F3B084EA}"/>
              </a:ext>
            </a:extLst>
          </p:cNvPr>
          <p:cNvSpPr>
            <a:spLocks noGrp="1"/>
          </p:cNvSpPr>
          <p:nvPr>
            <p:ph type="sldNum" sz="quarter" idx="11"/>
          </p:nvPr>
        </p:nvSpPr>
        <p:spPr/>
        <p:txBody>
          <a:bodyPr/>
          <a:lstStyle/>
          <a:p>
            <a:fld id="{DDD2A080-DA64-4F5C-9131-47EB793B4410}" type="slidenum">
              <a:rPr lang="en-GB" smtClean="0"/>
              <a:pPr/>
              <a:t>‹#›</a:t>
            </a:fld>
            <a:endParaRPr lang="en-GB" dirty="0"/>
          </a:p>
        </p:txBody>
      </p:sp>
    </p:spTree>
    <p:extLst>
      <p:ext uri="{BB962C8B-B14F-4D97-AF65-F5344CB8AC3E}">
        <p14:creationId xmlns:p14="http://schemas.microsoft.com/office/powerpoint/2010/main" val="113841697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ocial slide">
    <p:spTree>
      <p:nvGrpSpPr>
        <p:cNvPr id="1" name=""/>
        <p:cNvGrpSpPr/>
        <p:nvPr/>
      </p:nvGrpSpPr>
      <p:grpSpPr>
        <a:xfrm>
          <a:off x="0" y="0"/>
          <a:ext cx="0" cy="0"/>
          <a:chOff x="0" y="0"/>
          <a:chExt cx="0" cy="0"/>
        </a:xfrm>
      </p:grpSpPr>
      <p:sp>
        <p:nvSpPr>
          <p:cNvPr id="5" name="Title 1"/>
          <p:cNvSpPr>
            <a:spLocks noGrp="1"/>
          </p:cNvSpPr>
          <p:nvPr>
            <p:ph type="ctrTitle" hasCustomPrompt="1"/>
          </p:nvPr>
        </p:nvSpPr>
        <p:spPr bwMode="gray">
          <a:xfrm>
            <a:off x="658800" y="2448000"/>
            <a:ext cx="5718802" cy="739574"/>
          </a:xfrm>
          <a:prstGeom prst="roundRect">
            <a:avLst>
              <a:gd name="adj" fmla="val 13738"/>
            </a:avLst>
          </a:prstGeom>
          <a:solidFill>
            <a:srgbClr val="FF6200"/>
          </a:solidFill>
        </p:spPr>
        <p:txBody>
          <a:bodyPr wrap="none" lIns="108000" tIns="108000" rIns="108000" bIns="72000" anchor="t" anchorCtr="0">
            <a:spAutoFit/>
          </a:bodyPr>
          <a:lstStyle>
            <a:lvl1pPr algn="l">
              <a:lnSpc>
                <a:spcPct val="90000"/>
              </a:lnSpc>
              <a:defRPr sz="3600">
                <a:solidFill>
                  <a:schemeClr val="bg1"/>
                </a:solidFill>
              </a:defRPr>
            </a:lvl1pPr>
          </a:lstStyle>
          <a:p>
            <a:r>
              <a:rPr lang="en-GB" noProof="0"/>
              <a:t>Click to add end slide text</a:t>
            </a:r>
            <a:endParaRPr lang="en-GB" noProof="0" dirty="0"/>
          </a:p>
        </p:txBody>
      </p:sp>
      <p:sp>
        <p:nvSpPr>
          <p:cNvPr id="14" name="Text Placeholder 6">
            <a:extLst>
              <a:ext uri="{FF2B5EF4-FFF2-40B4-BE49-F238E27FC236}">
                <a16:creationId xmlns:a16="http://schemas.microsoft.com/office/drawing/2014/main" id="{D748EB5D-B214-4B5B-A2B5-C76DF18F1413}"/>
              </a:ext>
            </a:extLst>
          </p:cNvPr>
          <p:cNvSpPr>
            <a:spLocks noGrp="1"/>
          </p:cNvSpPr>
          <p:nvPr>
            <p:ph type="body" sz="quarter" idx="12" hasCustomPrompt="1"/>
          </p:nvPr>
        </p:nvSpPr>
        <p:spPr bwMode="gray">
          <a:xfrm>
            <a:off x="990000" y="3265686"/>
            <a:ext cx="6740729" cy="732995"/>
          </a:xfrm>
          <a:prstGeom prst="roundRect">
            <a:avLst>
              <a:gd name="adj" fmla="val 13861"/>
            </a:avLst>
          </a:prstGeom>
          <a:solidFill>
            <a:srgbClr val="FF6200"/>
          </a:solidFill>
        </p:spPr>
        <p:txBody>
          <a:bodyPr wrap="none" lIns="108000" tIns="108000" rIns="108000" bIns="72000">
            <a:spAutoFit/>
          </a:bodyPr>
          <a:lstStyle>
            <a:lvl1pPr algn="l">
              <a:lnSpc>
                <a:spcPct val="90000"/>
              </a:lnSpc>
              <a:defRPr sz="3600" b="1">
                <a:solidFill>
                  <a:schemeClr val="bg1"/>
                </a:solidFill>
                <a:latin typeface="+mj-lt"/>
              </a:defRPr>
            </a:lvl1pPr>
          </a:lstStyle>
          <a:p>
            <a:pPr lvl="0"/>
            <a:r>
              <a:rPr lang="en-GB" noProof="0" dirty="0"/>
              <a:t>Click to add text or remove bar</a:t>
            </a:r>
          </a:p>
        </p:txBody>
      </p:sp>
      <p:grpSp>
        <p:nvGrpSpPr>
          <p:cNvPr id="4" name="Group 3">
            <a:extLst>
              <a:ext uri="{FF2B5EF4-FFF2-40B4-BE49-F238E27FC236}">
                <a16:creationId xmlns:a16="http://schemas.microsoft.com/office/drawing/2014/main" id="{5C217692-FCD5-4C31-A415-C119C5E1A626}"/>
              </a:ext>
            </a:extLst>
          </p:cNvPr>
          <p:cNvGrpSpPr/>
          <p:nvPr userDrawn="1"/>
        </p:nvGrpSpPr>
        <p:grpSpPr>
          <a:xfrm>
            <a:off x="7512748" y="5676946"/>
            <a:ext cx="2088000" cy="361904"/>
            <a:chOff x="5417448" y="5163514"/>
            <a:chExt cx="2088000" cy="361904"/>
          </a:xfrm>
        </p:grpSpPr>
        <p:sp>
          <p:nvSpPr>
            <p:cNvPr id="6" name="Freeform 56">
              <a:extLst>
                <a:ext uri="{FF2B5EF4-FFF2-40B4-BE49-F238E27FC236}">
                  <a16:creationId xmlns:a16="http://schemas.microsoft.com/office/drawing/2014/main" id="{ACE0C8AD-1313-4FF6-A4F0-ECF91B1BB960}"/>
                </a:ext>
              </a:extLst>
            </p:cNvPr>
            <p:cNvSpPr>
              <a:spLocks/>
            </p:cNvSpPr>
            <p:nvPr/>
          </p:nvSpPr>
          <p:spPr bwMode="auto">
            <a:xfrm>
              <a:off x="5417448" y="5163514"/>
              <a:ext cx="357970" cy="361904"/>
            </a:xfrm>
            <a:custGeom>
              <a:avLst/>
              <a:gdLst>
                <a:gd name="T0" fmla="*/ 113 w 113"/>
                <a:gd name="T1" fmla="*/ 98 h 114"/>
                <a:gd name="T2" fmla="*/ 97 w 113"/>
                <a:gd name="T3" fmla="*/ 114 h 114"/>
                <a:gd name="T4" fmla="*/ 16 w 113"/>
                <a:gd name="T5" fmla="*/ 114 h 114"/>
                <a:gd name="T6" fmla="*/ 0 w 113"/>
                <a:gd name="T7" fmla="*/ 98 h 114"/>
                <a:gd name="T8" fmla="*/ 0 w 113"/>
                <a:gd name="T9" fmla="*/ 16 h 114"/>
                <a:gd name="T10" fmla="*/ 16 w 113"/>
                <a:gd name="T11" fmla="*/ 0 h 114"/>
                <a:gd name="T12" fmla="*/ 97 w 113"/>
                <a:gd name="T13" fmla="*/ 0 h 114"/>
                <a:gd name="T14" fmla="*/ 113 w 113"/>
                <a:gd name="T15" fmla="*/ 16 h 114"/>
                <a:gd name="T16" fmla="*/ 113 w 113"/>
                <a:gd name="T17" fmla="*/ 9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114">
                  <a:moveTo>
                    <a:pt x="113" y="98"/>
                  </a:moveTo>
                  <a:cubicBezTo>
                    <a:pt x="113" y="106"/>
                    <a:pt x="106" y="114"/>
                    <a:pt x="97" y="114"/>
                  </a:cubicBezTo>
                  <a:cubicBezTo>
                    <a:pt x="16" y="114"/>
                    <a:pt x="16" y="114"/>
                    <a:pt x="16" y="114"/>
                  </a:cubicBezTo>
                  <a:cubicBezTo>
                    <a:pt x="7" y="114"/>
                    <a:pt x="0" y="106"/>
                    <a:pt x="0" y="98"/>
                  </a:cubicBezTo>
                  <a:cubicBezTo>
                    <a:pt x="0" y="16"/>
                    <a:pt x="0" y="16"/>
                    <a:pt x="0" y="16"/>
                  </a:cubicBezTo>
                  <a:cubicBezTo>
                    <a:pt x="0" y="7"/>
                    <a:pt x="7" y="0"/>
                    <a:pt x="16" y="0"/>
                  </a:cubicBezTo>
                  <a:cubicBezTo>
                    <a:pt x="97" y="0"/>
                    <a:pt x="97" y="0"/>
                    <a:pt x="97" y="0"/>
                  </a:cubicBezTo>
                  <a:cubicBezTo>
                    <a:pt x="106" y="0"/>
                    <a:pt x="113" y="7"/>
                    <a:pt x="113" y="16"/>
                  </a:cubicBezTo>
                  <a:lnTo>
                    <a:pt x="113" y="9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pic>
          <p:nvPicPr>
            <p:cNvPr id="7" name="Picture 6">
              <a:extLst>
                <a:ext uri="{FF2B5EF4-FFF2-40B4-BE49-F238E27FC236}">
                  <a16:creationId xmlns:a16="http://schemas.microsoft.com/office/drawing/2014/main" id="{48C48F1A-BD25-4C43-962F-8C59FF7C5A23}"/>
                </a:ext>
              </a:extLst>
            </p:cNvPr>
            <p:cNvPicPr>
              <a:picLocks noChangeAspect="1"/>
            </p:cNvPicPr>
            <p:nvPr/>
          </p:nvPicPr>
          <p:blipFill rotWithShape="1">
            <a:blip r:embed="rId2">
              <a:extLst>
                <a:ext uri="{28A0092B-C50C-407E-A947-70E740481C1C}">
                  <a14:useLocalDpi xmlns:a14="http://schemas.microsoft.com/office/drawing/2010/main" val="0"/>
                </a:ext>
              </a:extLst>
            </a:blip>
            <a:srcRect l="11779" t="11779" r="13616" b="13616"/>
            <a:stretch/>
          </p:blipFill>
          <p:spPr>
            <a:xfrm>
              <a:off x="5460206" y="5205919"/>
              <a:ext cx="268576" cy="268576"/>
            </a:xfrm>
            <a:prstGeom prst="rect">
              <a:avLst/>
            </a:prstGeom>
            <a:solidFill>
              <a:srgbClr val="A8A8A8"/>
            </a:solidFill>
          </p:spPr>
        </p:pic>
        <p:sp>
          <p:nvSpPr>
            <p:cNvPr id="8" name="TextBox 7">
              <a:hlinkClick r:id="rId3"/>
              <a:extLst>
                <a:ext uri="{FF2B5EF4-FFF2-40B4-BE49-F238E27FC236}">
                  <a16:creationId xmlns:a16="http://schemas.microsoft.com/office/drawing/2014/main" id="{F64A3F4E-1604-4BFC-B2A3-ACB3E24BC557}"/>
                </a:ext>
              </a:extLst>
            </p:cNvPr>
            <p:cNvSpPr txBox="1"/>
            <p:nvPr/>
          </p:nvSpPr>
          <p:spPr>
            <a:xfrm>
              <a:off x="5417448" y="5163514"/>
              <a:ext cx="2088000" cy="360000"/>
            </a:xfrm>
            <a:prstGeom prst="rect">
              <a:avLst/>
            </a:prstGeom>
            <a:solidFill>
              <a:schemeClr val="bg1">
                <a:alpha val="0"/>
              </a:schemeClr>
            </a:solidFill>
          </p:spPr>
          <p:txBody>
            <a:bodyPr wrap="square" lIns="432000" tIns="0" rIns="0" bIns="0" rtlCol="0" anchor="ctr" anchorCtr="0">
              <a:noAutofit/>
            </a:bodyPr>
            <a:lstStyle/>
            <a:p>
              <a:r>
                <a:rPr lang="en-GB" sz="1000"/>
                <a:t>SlideShare.net/ING</a:t>
              </a:r>
            </a:p>
          </p:txBody>
        </p:sp>
      </p:grpSp>
      <p:grpSp>
        <p:nvGrpSpPr>
          <p:cNvPr id="9" name="Group 8">
            <a:extLst>
              <a:ext uri="{FF2B5EF4-FFF2-40B4-BE49-F238E27FC236}">
                <a16:creationId xmlns:a16="http://schemas.microsoft.com/office/drawing/2014/main" id="{365DAE37-0F48-46EF-8B48-470E6816D6FD}"/>
              </a:ext>
            </a:extLst>
          </p:cNvPr>
          <p:cNvGrpSpPr/>
          <p:nvPr userDrawn="1"/>
        </p:nvGrpSpPr>
        <p:grpSpPr>
          <a:xfrm>
            <a:off x="2942261" y="5163514"/>
            <a:ext cx="2091962" cy="361904"/>
            <a:chOff x="805662" y="5163514"/>
            <a:chExt cx="2091962" cy="361904"/>
          </a:xfrm>
        </p:grpSpPr>
        <p:sp>
          <p:nvSpPr>
            <p:cNvPr id="10" name="Freeform 60">
              <a:extLst>
                <a:ext uri="{FF2B5EF4-FFF2-40B4-BE49-F238E27FC236}">
                  <a16:creationId xmlns:a16="http://schemas.microsoft.com/office/drawing/2014/main" id="{A5659301-77BB-4823-A8BD-8ACC5902025B}"/>
                </a:ext>
              </a:extLst>
            </p:cNvPr>
            <p:cNvSpPr>
              <a:spLocks/>
            </p:cNvSpPr>
            <p:nvPr/>
          </p:nvSpPr>
          <p:spPr bwMode="auto">
            <a:xfrm>
              <a:off x="805662" y="5163514"/>
              <a:ext cx="357970" cy="361904"/>
            </a:xfrm>
            <a:custGeom>
              <a:avLst/>
              <a:gdLst>
                <a:gd name="T0" fmla="*/ 113 w 113"/>
                <a:gd name="T1" fmla="*/ 98 h 114"/>
                <a:gd name="T2" fmla="*/ 97 w 113"/>
                <a:gd name="T3" fmla="*/ 114 h 114"/>
                <a:gd name="T4" fmla="*/ 16 w 113"/>
                <a:gd name="T5" fmla="*/ 114 h 114"/>
                <a:gd name="T6" fmla="*/ 0 w 113"/>
                <a:gd name="T7" fmla="*/ 98 h 114"/>
                <a:gd name="T8" fmla="*/ 0 w 113"/>
                <a:gd name="T9" fmla="*/ 16 h 114"/>
                <a:gd name="T10" fmla="*/ 16 w 113"/>
                <a:gd name="T11" fmla="*/ 0 h 114"/>
                <a:gd name="T12" fmla="*/ 97 w 113"/>
                <a:gd name="T13" fmla="*/ 0 h 114"/>
                <a:gd name="T14" fmla="*/ 113 w 113"/>
                <a:gd name="T15" fmla="*/ 16 h 114"/>
                <a:gd name="T16" fmla="*/ 113 w 113"/>
                <a:gd name="T17" fmla="*/ 9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114">
                  <a:moveTo>
                    <a:pt x="113" y="98"/>
                  </a:moveTo>
                  <a:cubicBezTo>
                    <a:pt x="113" y="106"/>
                    <a:pt x="106" y="114"/>
                    <a:pt x="97" y="114"/>
                  </a:cubicBezTo>
                  <a:cubicBezTo>
                    <a:pt x="16" y="114"/>
                    <a:pt x="16" y="114"/>
                    <a:pt x="16" y="114"/>
                  </a:cubicBezTo>
                  <a:cubicBezTo>
                    <a:pt x="7" y="114"/>
                    <a:pt x="0" y="106"/>
                    <a:pt x="0" y="98"/>
                  </a:cubicBezTo>
                  <a:cubicBezTo>
                    <a:pt x="0" y="16"/>
                    <a:pt x="0" y="16"/>
                    <a:pt x="0" y="16"/>
                  </a:cubicBezTo>
                  <a:cubicBezTo>
                    <a:pt x="0" y="7"/>
                    <a:pt x="7" y="0"/>
                    <a:pt x="16" y="0"/>
                  </a:cubicBezTo>
                  <a:cubicBezTo>
                    <a:pt x="97" y="0"/>
                    <a:pt x="97" y="0"/>
                    <a:pt x="97" y="0"/>
                  </a:cubicBezTo>
                  <a:cubicBezTo>
                    <a:pt x="106" y="0"/>
                    <a:pt x="113" y="7"/>
                    <a:pt x="113" y="16"/>
                  </a:cubicBezTo>
                  <a:lnTo>
                    <a:pt x="113" y="9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11" name="TextBox 10">
              <a:hlinkClick r:id="rId4"/>
              <a:extLst>
                <a:ext uri="{FF2B5EF4-FFF2-40B4-BE49-F238E27FC236}">
                  <a16:creationId xmlns:a16="http://schemas.microsoft.com/office/drawing/2014/main" id="{6571F6A8-FF5C-43BD-8CAF-266D46693275}"/>
                </a:ext>
              </a:extLst>
            </p:cNvPr>
            <p:cNvSpPr txBox="1"/>
            <p:nvPr/>
          </p:nvSpPr>
          <p:spPr>
            <a:xfrm>
              <a:off x="809624" y="5163514"/>
              <a:ext cx="2088000" cy="360000"/>
            </a:xfrm>
            <a:prstGeom prst="rect">
              <a:avLst/>
            </a:prstGeom>
            <a:solidFill>
              <a:schemeClr val="bg1">
                <a:alpha val="0"/>
              </a:schemeClr>
            </a:solidFill>
          </p:spPr>
          <p:txBody>
            <a:bodyPr wrap="square" lIns="432000" tIns="0" rIns="0" bIns="0" rtlCol="0" anchor="ctr" anchorCtr="0">
              <a:noAutofit/>
            </a:bodyPr>
            <a:lstStyle/>
            <a:p>
              <a:r>
                <a:rPr lang="en-GB" sz="1000" dirty="0"/>
                <a:t>@</a:t>
              </a:r>
              <a:r>
                <a:rPr lang="en-GB" sz="1000" dirty="0" err="1"/>
                <a:t>ING_News</a:t>
              </a:r>
              <a:endParaRPr lang="en-GB" sz="1000" dirty="0"/>
            </a:p>
          </p:txBody>
        </p:sp>
        <p:pic>
          <p:nvPicPr>
            <p:cNvPr id="12" name="Picture 11">
              <a:extLst>
                <a:ext uri="{FF2B5EF4-FFF2-40B4-BE49-F238E27FC236}">
                  <a16:creationId xmlns:a16="http://schemas.microsoft.com/office/drawing/2014/main" id="{C5EB6EC5-7511-4012-80E4-12E1BA2110E7}"/>
                </a:ext>
              </a:extLst>
            </p:cNvPr>
            <p:cNvPicPr>
              <a:picLocks noChangeAspect="1"/>
            </p:cNvPicPr>
            <p:nvPr/>
          </p:nvPicPr>
          <p:blipFill rotWithShape="1">
            <a:blip r:embed="rId5">
              <a:extLst>
                <a:ext uri="{28A0092B-C50C-407E-A947-70E740481C1C}">
                  <a14:useLocalDpi xmlns:a14="http://schemas.microsoft.com/office/drawing/2010/main" val="0"/>
                </a:ext>
              </a:extLst>
            </a:blip>
            <a:srcRect l="12470" t="12470" r="15432" b="15432"/>
            <a:stretch/>
          </p:blipFill>
          <p:spPr>
            <a:xfrm>
              <a:off x="854869" y="5208406"/>
              <a:ext cx="259556" cy="259556"/>
            </a:xfrm>
            <a:prstGeom prst="rect">
              <a:avLst/>
            </a:prstGeom>
            <a:solidFill>
              <a:srgbClr val="A8A8A8"/>
            </a:solidFill>
          </p:spPr>
        </p:pic>
      </p:grpSp>
      <p:grpSp>
        <p:nvGrpSpPr>
          <p:cNvPr id="13" name="Group 12">
            <a:extLst>
              <a:ext uri="{FF2B5EF4-FFF2-40B4-BE49-F238E27FC236}">
                <a16:creationId xmlns:a16="http://schemas.microsoft.com/office/drawing/2014/main" id="{77EDE480-02F0-4A36-B600-66A8C0DEE99F}"/>
              </a:ext>
            </a:extLst>
          </p:cNvPr>
          <p:cNvGrpSpPr/>
          <p:nvPr userDrawn="1"/>
        </p:nvGrpSpPr>
        <p:grpSpPr>
          <a:xfrm>
            <a:off x="5229485" y="5163514"/>
            <a:ext cx="2088000" cy="361904"/>
            <a:chOff x="3113536" y="5163514"/>
            <a:chExt cx="2088000" cy="361904"/>
          </a:xfrm>
        </p:grpSpPr>
        <p:sp>
          <p:nvSpPr>
            <p:cNvPr id="15" name="Freeform 88">
              <a:extLst>
                <a:ext uri="{FF2B5EF4-FFF2-40B4-BE49-F238E27FC236}">
                  <a16:creationId xmlns:a16="http://schemas.microsoft.com/office/drawing/2014/main" id="{A4723D84-944F-42C0-B181-7964269324AA}"/>
                </a:ext>
              </a:extLst>
            </p:cNvPr>
            <p:cNvSpPr>
              <a:spLocks/>
            </p:cNvSpPr>
            <p:nvPr/>
          </p:nvSpPr>
          <p:spPr bwMode="auto">
            <a:xfrm>
              <a:off x="3115919" y="5163514"/>
              <a:ext cx="357970" cy="361904"/>
            </a:xfrm>
            <a:custGeom>
              <a:avLst/>
              <a:gdLst>
                <a:gd name="T0" fmla="*/ 113 w 113"/>
                <a:gd name="T1" fmla="*/ 98 h 114"/>
                <a:gd name="T2" fmla="*/ 97 w 113"/>
                <a:gd name="T3" fmla="*/ 114 h 114"/>
                <a:gd name="T4" fmla="*/ 16 w 113"/>
                <a:gd name="T5" fmla="*/ 114 h 114"/>
                <a:gd name="T6" fmla="*/ 0 w 113"/>
                <a:gd name="T7" fmla="*/ 98 h 114"/>
                <a:gd name="T8" fmla="*/ 0 w 113"/>
                <a:gd name="T9" fmla="*/ 16 h 114"/>
                <a:gd name="T10" fmla="*/ 16 w 113"/>
                <a:gd name="T11" fmla="*/ 0 h 114"/>
                <a:gd name="T12" fmla="*/ 97 w 113"/>
                <a:gd name="T13" fmla="*/ 0 h 114"/>
                <a:gd name="T14" fmla="*/ 113 w 113"/>
                <a:gd name="T15" fmla="*/ 16 h 114"/>
                <a:gd name="T16" fmla="*/ 113 w 113"/>
                <a:gd name="T17" fmla="*/ 9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114">
                  <a:moveTo>
                    <a:pt x="113" y="98"/>
                  </a:moveTo>
                  <a:cubicBezTo>
                    <a:pt x="113" y="106"/>
                    <a:pt x="106" y="114"/>
                    <a:pt x="97" y="114"/>
                  </a:cubicBezTo>
                  <a:cubicBezTo>
                    <a:pt x="16" y="114"/>
                    <a:pt x="16" y="114"/>
                    <a:pt x="16" y="114"/>
                  </a:cubicBezTo>
                  <a:cubicBezTo>
                    <a:pt x="7" y="114"/>
                    <a:pt x="0" y="106"/>
                    <a:pt x="0" y="98"/>
                  </a:cubicBezTo>
                  <a:cubicBezTo>
                    <a:pt x="0" y="16"/>
                    <a:pt x="0" y="16"/>
                    <a:pt x="0" y="16"/>
                  </a:cubicBezTo>
                  <a:cubicBezTo>
                    <a:pt x="0" y="7"/>
                    <a:pt x="7" y="0"/>
                    <a:pt x="16" y="0"/>
                  </a:cubicBezTo>
                  <a:cubicBezTo>
                    <a:pt x="97" y="0"/>
                    <a:pt x="97" y="0"/>
                    <a:pt x="97" y="0"/>
                  </a:cubicBezTo>
                  <a:cubicBezTo>
                    <a:pt x="106" y="0"/>
                    <a:pt x="113" y="7"/>
                    <a:pt x="113" y="16"/>
                  </a:cubicBezTo>
                  <a:lnTo>
                    <a:pt x="113" y="9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pic>
          <p:nvPicPr>
            <p:cNvPr id="16" name="Picture 15">
              <a:extLst>
                <a:ext uri="{FF2B5EF4-FFF2-40B4-BE49-F238E27FC236}">
                  <a16:creationId xmlns:a16="http://schemas.microsoft.com/office/drawing/2014/main" id="{2B62EA23-90FE-47D2-890D-06299F73FDEB}"/>
                </a:ext>
              </a:extLst>
            </p:cNvPr>
            <p:cNvPicPr>
              <a:picLocks noChangeAspect="1"/>
            </p:cNvPicPr>
            <p:nvPr/>
          </p:nvPicPr>
          <p:blipFill rotWithShape="1">
            <a:blip r:embed="rId6">
              <a:extLst>
                <a:ext uri="{28A0092B-C50C-407E-A947-70E740481C1C}">
                  <a14:useLocalDpi xmlns:a14="http://schemas.microsoft.com/office/drawing/2010/main" val="0"/>
                </a:ext>
              </a:extLst>
            </a:blip>
            <a:srcRect l="12125" t="9654" r="13130" b="8985"/>
            <a:stretch/>
          </p:blipFill>
          <p:spPr>
            <a:xfrm>
              <a:off x="3157538" y="5198268"/>
              <a:ext cx="269082" cy="292895"/>
            </a:xfrm>
            <a:prstGeom prst="rect">
              <a:avLst/>
            </a:prstGeom>
            <a:solidFill>
              <a:srgbClr val="A8A8A8"/>
            </a:solidFill>
          </p:spPr>
        </p:pic>
        <p:sp>
          <p:nvSpPr>
            <p:cNvPr id="17" name="TextBox 16">
              <a:hlinkClick r:id="rId7"/>
              <a:extLst>
                <a:ext uri="{FF2B5EF4-FFF2-40B4-BE49-F238E27FC236}">
                  <a16:creationId xmlns:a16="http://schemas.microsoft.com/office/drawing/2014/main" id="{24EE5165-7034-4ACA-BD70-749B1AE03545}"/>
                </a:ext>
              </a:extLst>
            </p:cNvPr>
            <p:cNvSpPr txBox="1"/>
            <p:nvPr/>
          </p:nvSpPr>
          <p:spPr>
            <a:xfrm>
              <a:off x="3113536" y="5163514"/>
              <a:ext cx="2088000" cy="360000"/>
            </a:xfrm>
            <a:prstGeom prst="rect">
              <a:avLst/>
            </a:prstGeom>
            <a:solidFill>
              <a:schemeClr val="bg1">
                <a:alpha val="0"/>
              </a:schemeClr>
            </a:solidFill>
          </p:spPr>
          <p:txBody>
            <a:bodyPr wrap="square" lIns="432000" tIns="0" rIns="0" bIns="0" rtlCol="0" anchor="ctr" anchorCtr="0">
              <a:noAutofit/>
            </a:bodyPr>
            <a:lstStyle/>
            <a:p>
              <a:r>
                <a:rPr lang="en-GB" sz="1000"/>
                <a:t>LinkedIn.com/company/ING</a:t>
              </a:r>
            </a:p>
          </p:txBody>
        </p:sp>
      </p:grpSp>
      <p:grpSp>
        <p:nvGrpSpPr>
          <p:cNvPr id="18" name="Group 17">
            <a:extLst>
              <a:ext uri="{FF2B5EF4-FFF2-40B4-BE49-F238E27FC236}">
                <a16:creationId xmlns:a16="http://schemas.microsoft.com/office/drawing/2014/main" id="{B61FC236-6F2B-4566-A45B-BDBD357458DA}"/>
              </a:ext>
            </a:extLst>
          </p:cNvPr>
          <p:cNvGrpSpPr/>
          <p:nvPr userDrawn="1"/>
        </p:nvGrpSpPr>
        <p:grpSpPr>
          <a:xfrm>
            <a:off x="2946223" y="5676946"/>
            <a:ext cx="2088000" cy="361904"/>
            <a:chOff x="3113536" y="5676946"/>
            <a:chExt cx="2088000" cy="361904"/>
          </a:xfrm>
        </p:grpSpPr>
        <p:sp>
          <p:nvSpPr>
            <p:cNvPr id="19" name="Freeform 52">
              <a:extLst>
                <a:ext uri="{FF2B5EF4-FFF2-40B4-BE49-F238E27FC236}">
                  <a16:creationId xmlns:a16="http://schemas.microsoft.com/office/drawing/2014/main" id="{6EA09617-EBEC-41E2-A7B2-4B86BA623C98}"/>
                </a:ext>
              </a:extLst>
            </p:cNvPr>
            <p:cNvSpPr>
              <a:spLocks/>
            </p:cNvSpPr>
            <p:nvPr/>
          </p:nvSpPr>
          <p:spPr bwMode="auto">
            <a:xfrm>
              <a:off x="3115919" y="5676946"/>
              <a:ext cx="357970" cy="361904"/>
            </a:xfrm>
            <a:custGeom>
              <a:avLst/>
              <a:gdLst>
                <a:gd name="T0" fmla="*/ 113 w 113"/>
                <a:gd name="T1" fmla="*/ 98 h 114"/>
                <a:gd name="T2" fmla="*/ 97 w 113"/>
                <a:gd name="T3" fmla="*/ 114 h 114"/>
                <a:gd name="T4" fmla="*/ 16 w 113"/>
                <a:gd name="T5" fmla="*/ 114 h 114"/>
                <a:gd name="T6" fmla="*/ 0 w 113"/>
                <a:gd name="T7" fmla="*/ 98 h 114"/>
                <a:gd name="T8" fmla="*/ 0 w 113"/>
                <a:gd name="T9" fmla="*/ 16 h 114"/>
                <a:gd name="T10" fmla="*/ 16 w 113"/>
                <a:gd name="T11" fmla="*/ 0 h 114"/>
                <a:gd name="T12" fmla="*/ 97 w 113"/>
                <a:gd name="T13" fmla="*/ 0 h 114"/>
                <a:gd name="T14" fmla="*/ 113 w 113"/>
                <a:gd name="T15" fmla="*/ 16 h 114"/>
                <a:gd name="T16" fmla="*/ 113 w 113"/>
                <a:gd name="T17" fmla="*/ 9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114">
                  <a:moveTo>
                    <a:pt x="113" y="98"/>
                  </a:moveTo>
                  <a:cubicBezTo>
                    <a:pt x="113" y="106"/>
                    <a:pt x="106" y="114"/>
                    <a:pt x="97" y="114"/>
                  </a:cubicBezTo>
                  <a:cubicBezTo>
                    <a:pt x="16" y="114"/>
                    <a:pt x="16" y="114"/>
                    <a:pt x="16" y="114"/>
                  </a:cubicBezTo>
                  <a:cubicBezTo>
                    <a:pt x="7" y="114"/>
                    <a:pt x="0" y="106"/>
                    <a:pt x="0" y="98"/>
                  </a:cubicBezTo>
                  <a:cubicBezTo>
                    <a:pt x="0" y="16"/>
                    <a:pt x="0" y="16"/>
                    <a:pt x="0" y="16"/>
                  </a:cubicBezTo>
                  <a:cubicBezTo>
                    <a:pt x="0" y="7"/>
                    <a:pt x="7" y="0"/>
                    <a:pt x="16" y="0"/>
                  </a:cubicBezTo>
                  <a:cubicBezTo>
                    <a:pt x="97" y="0"/>
                    <a:pt x="97" y="0"/>
                    <a:pt x="97" y="0"/>
                  </a:cubicBezTo>
                  <a:cubicBezTo>
                    <a:pt x="106" y="0"/>
                    <a:pt x="113" y="7"/>
                    <a:pt x="113" y="16"/>
                  </a:cubicBezTo>
                  <a:lnTo>
                    <a:pt x="113" y="9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pic>
          <p:nvPicPr>
            <p:cNvPr id="20" name="Picture 19">
              <a:extLst>
                <a:ext uri="{FF2B5EF4-FFF2-40B4-BE49-F238E27FC236}">
                  <a16:creationId xmlns:a16="http://schemas.microsoft.com/office/drawing/2014/main" id="{2BE21BD9-18DC-4C57-A29E-A45F5EC26309}"/>
                </a:ext>
              </a:extLst>
            </p:cNvPr>
            <p:cNvPicPr>
              <a:picLocks noChangeAspect="1"/>
            </p:cNvPicPr>
            <p:nvPr/>
          </p:nvPicPr>
          <p:blipFill rotWithShape="1">
            <a:blip r:embed="rId8">
              <a:extLst>
                <a:ext uri="{28A0092B-C50C-407E-A947-70E740481C1C}">
                  <a14:useLocalDpi xmlns:a14="http://schemas.microsoft.com/office/drawing/2010/main" val="0"/>
                </a:ext>
              </a:extLst>
            </a:blip>
            <a:srcRect l="10802" t="12026" r="9824" b="13890"/>
            <a:stretch/>
          </p:blipFill>
          <p:spPr>
            <a:xfrm>
              <a:off x="3152775" y="5722144"/>
              <a:ext cx="285750" cy="266700"/>
            </a:xfrm>
            <a:prstGeom prst="rect">
              <a:avLst/>
            </a:prstGeom>
            <a:solidFill>
              <a:srgbClr val="A8A8A8"/>
            </a:solidFill>
          </p:spPr>
        </p:pic>
        <p:sp>
          <p:nvSpPr>
            <p:cNvPr id="21" name="TextBox 20">
              <a:hlinkClick r:id="rId9"/>
              <a:extLst>
                <a:ext uri="{FF2B5EF4-FFF2-40B4-BE49-F238E27FC236}">
                  <a16:creationId xmlns:a16="http://schemas.microsoft.com/office/drawing/2014/main" id="{25B72633-B5F9-4ABA-92D4-AEEF271F04E9}"/>
                </a:ext>
              </a:extLst>
            </p:cNvPr>
            <p:cNvSpPr txBox="1"/>
            <p:nvPr/>
          </p:nvSpPr>
          <p:spPr>
            <a:xfrm>
              <a:off x="3113536" y="5678850"/>
              <a:ext cx="2088000" cy="360000"/>
            </a:xfrm>
            <a:prstGeom prst="rect">
              <a:avLst/>
            </a:prstGeom>
            <a:solidFill>
              <a:schemeClr val="bg1">
                <a:alpha val="0"/>
              </a:schemeClr>
            </a:solidFill>
          </p:spPr>
          <p:txBody>
            <a:bodyPr wrap="square" lIns="432000" tIns="0" rIns="0" bIns="0" rtlCol="0" anchor="ctr" anchorCtr="0">
              <a:noAutofit/>
            </a:bodyPr>
            <a:lstStyle/>
            <a:p>
              <a:r>
                <a:rPr lang="en-GB" sz="1000" dirty="0"/>
                <a:t>YouTube.com/ING</a:t>
              </a:r>
            </a:p>
          </p:txBody>
        </p:sp>
      </p:grpSp>
      <p:grpSp>
        <p:nvGrpSpPr>
          <p:cNvPr id="22" name="Group 21">
            <a:extLst>
              <a:ext uri="{FF2B5EF4-FFF2-40B4-BE49-F238E27FC236}">
                <a16:creationId xmlns:a16="http://schemas.microsoft.com/office/drawing/2014/main" id="{2BC5219F-7082-4409-98C2-6B1824C4C7E6}"/>
              </a:ext>
            </a:extLst>
          </p:cNvPr>
          <p:cNvGrpSpPr/>
          <p:nvPr userDrawn="1"/>
        </p:nvGrpSpPr>
        <p:grpSpPr>
          <a:xfrm>
            <a:off x="5229485" y="5676946"/>
            <a:ext cx="2088000" cy="361904"/>
            <a:chOff x="5417448" y="5676946"/>
            <a:chExt cx="2088000" cy="361904"/>
          </a:xfrm>
        </p:grpSpPr>
        <p:sp>
          <p:nvSpPr>
            <p:cNvPr id="23" name="TextBox 22">
              <a:hlinkClick r:id="rId10"/>
              <a:extLst>
                <a:ext uri="{FF2B5EF4-FFF2-40B4-BE49-F238E27FC236}">
                  <a16:creationId xmlns:a16="http://schemas.microsoft.com/office/drawing/2014/main" id="{28CD0CA9-E6FD-42C5-8E3C-B4AF239EE6E3}"/>
                </a:ext>
              </a:extLst>
            </p:cNvPr>
            <p:cNvSpPr txBox="1"/>
            <p:nvPr/>
          </p:nvSpPr>
          <p:spPr>
            <a:xfrm>
              <a:off x="5417448" y="5678850"/>
              <a:ext cx="2088000" cy="360000"/>
            </a:xfrm>
            <a:prstGeom prst="rect">
              <a:avLst/>
            </a:prstGeom>
            <a:solidFill>
              <a:schemeClr val="bg1">
                <a:alpha val="0"/>
              </a:schemeClr>
            </a:solidFill>
          </p:spPr>
          <p:txBody>
            <a:bodyPr wrap="square" lIns="432000" tIns="0" rIns="0" bIns="0" rtlCol="0" anchor="ctr" anchorCtr="0">
              <a:noAutofit/>
            </a:bodyPr>
            <a:lstStyle/>
            <a:p>
              <a:r>
                <a:rPr lang="en-GB" sz="1000"/>
                <a:t>Flickr.com/INGGroup</a:t>
              </a:r>
            </a:p>
          </p:txBody>
        </p:sp>
        <p:sp>
          <p:nvSpPr>
            <p:cNvPr id="24" name="Freeform 93">
              <a:extLst>
                <a:ext uri="{FF2B5EF4-FFF2-40B4-BE49-F238E27FC236}">
                  <a16:creationId xmlns:a16="http://schemas.microsoft.com/office/drawing/2014/main" id="{DB7513DD-9E28-462B-8A84-A6654EA81EE1}"/>
                </a:ext>
              </a:extLst>
            </p:cNvPr>
            <p:cNvSpPr>
              <a:spLocks/>
            </p:cNvSpPr>
            <p:nvPr/>
          </p:nvSpPr>
          <p:spPr bwMode="auto">
            <a:xfrm>
              <a:off x="5417448" y="5676946"/>
              <a:ext cx="357970" cy="361904"/>
            </a:xfrm>
            <a:custGeom>
              <a:avLst/>
              <a:gdLst>
                <a:gd name="T0" fmla="*/ 113 w 113"/>
                <a:gd name="T1" fmla="*/ 98 h 114"/>
                <a:gd name="T2" fmla="*/ 97 w 113"/>
                <a:gd name="T3" fmla="*/ 114 h 114"/>
                <a:gd name="T4" fmla="*/ 16 w 113"/>
                <a:gd name="T5" fmla="*/ 114 h 114"/>
                <a:gd name="T6" fmla="*/ 0 w 113"/>
                <a:gd name="T7" fmla="*/ 98 h 114"/>
                <a:gd name="T8" fmla="*/ 0 w 113"/>
                <a:gd name="T9" fmla="*/ 16 h 114"/>
                <a:gd name="T10" fmla="*/ 16 w 113"/>
                <a:gd name="T11" fmla="*/ 0 h 114"/>
                <a:gd name="T12" fmla="*/ 97 w 113"/>
                <a:gd name="T13" fmla="*/ 0 h 114"/>
                <a:gd name="T14" fmla="*/ 113 w 113"/>
                <a:gd name="T15" fmla="*/ 16 h 114"/>
                <a:gd name="T16" fmla="*/ 113 w 113"/>
                <a:gd name="T17" fmla="*/ 9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114">
                  <a:moveTo>
                    <a:pt x="113" y="98"/>
                  </a:moveTo>
                  <a:cubicBezTo>
                    <a:pt x="113" y="106"/>
                    <a:pt x="106" y="114"/>
                    <a:pt x="97" y="114"/>
                  </a:cubicBezTo>
                  <a:cubicBezTo>
                    <a:pt x="16" y="114"/>
                    <a:pt x="16" y="114"/>
                    <a:pt x="16" y="114"/>
                  </a:cubicBezTo>
                  <a:cubicBezTo>
                    <a:pt x="7" y="114"/>
                    <a:pt x="0" y="106"/>
                    <a:pt x="0" y="98"/>
                  </a:cubicBezTo>
                  <a:cubicBezTo>
                    <a:pt x="0" y="16"/>
                    <a:pt x="0" y="16"/>
                    <a:pt x="0" y="16"/>
                  </a:cubicBezTo>
                  <a:cubicBezTo>
                    <a:pt x="0" y="7"/>
                    <a:pt x="7" y="0"/>
                    <a:pt x="16" y="0"/>
                  </a:cubicBezTo>
                  <a:cubicBezTo>
                    <a:pt x="97" y="0"/>
                    <a:pt x="97" y="0"/>
                    <a:pt x="97" y="0"/>
                  </a:cubicBezTo>
                  <a:cubicBezTo>
                    <a:pt x="106" y="0"/>
                    <a:pt x="113" y="7"/>
                    <a:pt x="113" y="16"/>
                  </a:cubicBezTo>
                  <a:lnTo>
                    <a:pt x="113" y="9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pic>
          <p:nvPicPr>
            <p:cNvPr id="25" name="Picture 24">
              <a:extLst>
                <a:ext uri="{FF2B5EF4-FFF2-40B4-BE49-F238E27FC236}">
                  <a16:creationId xmlns:a16="http://schemas.microsoft.com/office/drawing/2014/main" id="{F166AFE8-7B8F-43A2-8B5D-7366C1CF0529}"/>
                </a:ext>
              </a:extLst>
            </p:cNvPr>
            <p:cNvPicPr>
              <a:picLocks noChangeAspect="1"/>
            </p:cNvPicPr>
            <p:nvPr/>
          </p:nvPicPr>
          <p:blipFill rotWithShape="1">
            <a:blip r:embed="rId11">
              <a:extLst>
                <a:ext uri="{28A0092B-C50C-407E-A947-70E740481C1C}">
                  <a14:useLocalDpi xmlns:a14="http://schemas.microsoft.com/office/drawing/2010/main" val="0"/>
                </a:ext>
              </a:extLst>
            </a:blip>
            <a:srcRect l="15087" t="19303" r="8184" b="19843"/>
            <a:stretch/>
          </p:blipFill>
          <p:spPr>
            <a:xfrm>
              <a:off x="5472113" y="5748338"/>
              <a:ext cx="276225" cy="219075"/>
            </a:xfrm>
            <a:prstGeom prst="rect">
              <a:avLst/>
            </a:prstGeom>
            <a:solidFill>
              <a:srgbClr val="A8A8A8"/>
            </a:solidFill>
          </p:spPr>
        </p:pic>
      </p:grpSp>
      <p:grpSp>
        <p:nvGrpSpPr>
          <p:cNvPr id="26" name="Group 25">
            <a:extLst>
              <a:ext uri="{FF2B5EF4-FFF2-40B4-BE49-F238E27FC236}">
                <a16:creationId xmlns:a16="http://schemas.microsoft.com/office/drawing/2014/main" id="{D2CE9AB1-933D-4D7C-9696-E0F2E5E376C4}"/>
              </a:ext>
            </a:extLst>
          </p:cNvPr>
          <p:cNvGrpSpPr/>
          <p:nvPr userDrawn="1"/>
        </p:nvGrpSpPr>
        <p:grpSpPr>
          <a:xfrm>
            <a:off x="658999" y="5676946"/>
            <a:ext cx="2091962" cy="361904"/>
            <a:chOff x="805662" y="5676946"/>
            <a:chExt cx="2091962" cy="361904"/>
          </a:xfrm>
        </p:grpSpPr>
        <p:sp>
          <p:nvSpPr>
            <p:cNvPr id="27" name="Freeform 96">
              <a:extLst>
                <a:ext uri="{FF2B5EF4-FFF2-40B4-BE49-F238E27FC236}">
                  <a16:creationId xmlns:a16="http://schemas.microsoft.com/office/drawing/2014/main" id="{B6B77213-5628-4E02-B2BF-FB870F71F50F}"/>
                </a:ext>
              </a:extLst>
            </p:cNvPr>
            <p:cNvSpPr>
              <a:spLocks/>
            </p:cNvSpPr>
            <p:nvPr/>
          </p:nvSpPr>
          <p:spPr bwMode="auto">
            <a:xfrm>
              <a:off x="805662" y="5676946"/>
              <a:ext cx="357970" cy="361904"/>
            </a:xfrm>
            <a:custGeom>
              <a:avLst/>
              <a:gdLst>
                <a:gd name="T0" fmla="*/ 113 w 113"/>
                <a:gd name="T1" fmla="*/ 98 h 114"/>
                <a:gd name="T2" fmla="*/ 97 w 113"/>
                <a:gd name="T3" fmla="*/ 114 h 114"/>
                <a:gd name="T4" fmla="*/ 16 w 113"/>
                <a:gd name="T5" fmla="*/ 114 h 114"/>
                <a:gd name="T6" fmla="*/ 0 w 113"/>
                <a:gd name="T7" fmla="*/ 98 h 114"/>
                <a:gd name="T8" fmla="*/ 0 w 113"/>
                <a:gd name="T9" fmla="*/ 16 h 114"/>
                <a:gd name="T10" fmla="*/ 16 w 113"/>
                <a:gd name="T11" fmla="*/ 0 h 114"/>
                <a:gd name="T12" fmla="*/ 97 w 113"/>
                <a:gd name="T13" fmla="*/ 0 h 114"/>
                <a:gd name="T14" fmla="*/ 113 w 113"/>
                <a:gd name="T15" fmla="*/ 16 h 114"/>
                <a:gd name="T16" fmla="*/ 113 w 113"/>
                <a:gd name="T17" fmla="*/ 9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114">
                  <a:moveTo>
                    <a:pt x="113" y="98"/>
                  </a:moveTo>
                  <a:cubicBezTo>
                    <a:pt x="113" y="106"/>
                    <a:pt x="106" y="114"/>
                    <a:pt x="97" y="114"/>
                  </a:cubicBezTo>
                  <a:cubicBezTo>
                    <a:pt x="16" y="114"/>
                    <a:pt x="16" y="114"/>
                    <a:pt x="16" y="114"/>
                  </a:cubicBezTo>
                  <a:cubicBezTo>
                    <a:pt x="7" y="114"/>
                    <a:pt x="0" y="106"/>
                    <a:pt x="0" y="98"/>
                  </a:cubicBezTo>
                  <a:cubicBezTo>
                    <a:pt x="0" y="16"/>
                    <a:pt x="0" y="16"/>
                    <a:pt x="0" y="16"/>
                  </a:cubicBezTo>
                  <a:cubicBezTo>
                    <a:pt x="0" y="7"/>
                    <a:pt x="7" y="0"/>
                    <a:pt x="16" y="0"/>
                  </a:cubicBezTo>
                  <a:cubicBezTo>
                    <a:pt x="97" y="0"/>
                    <a:pt x="97" y="0"/>
                    <a:pt x="97" y="0"/>
                  </a:cubicBezTo>
                  <a:cubicBezTo>
                    <a:pt x="106" y="0"/>
                    <a:pt x="113" y="7"/>
                    <a:pt x="113" y="16"/>
                  </a:cubicBezTo>
                  <a:lnTo>
                    <a:pt x="113" y="9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28" name="TextBox 27">
              <a:hlinkClick r:id="rId12"/>
              <a:extLst>
                <a:ext uri="{FF2B5EF4-FFF2-40B4-BE49-F238E27FC236}">
                  <a16:creationId xmlns:a16="http://schemas.microsoft.com/office/drawing/2014/main" id="{8B84D44B-D931-488D-844F-9C37FBFA29A3}"/>
                </a:ext>
              </a:extLst>
            </p:cNvPr>
            <p:cNvSpPr txBox="1"/>
            <p:nvPr/>
          </p:nvSpPr>
          <p:spPr>
            <a:xfrm>
              <a:off x="809624" y="5678850"/>
              <a:ext cx="2088000" cy="360000"/>
            </a:xfrm>
            <a:prstGeom prst="rect">
              <a:avLst/>
            </a:prstGeom>
            <a:solidFill>
              <a:schemeClr val="bg1">
                <a:alpha val="0"/>
              </a:schemeClr>
            </a:solidFill>
          </p:spPr>
          <p:txBody>
            <a:bodyPr wrap="square" lIns="432000" tIns="0" rIns="0" bIns="0" rtlCol="0" anchor="ctr" anchorCtr="0">
              <a:noAutofit/>
            </a:bodyPr>
            <a:lstStyle/>
            <a:p>
              <a:r>
                <a:rPr lang="en-GB" sz="1000" dirty="0"/>
                <a:t>Facebook.com/ING</a:t>
              </a:r>
            </a:p>
          </p:txBody>
        </p:sp>
        <p:pic>
          <p:nvPicPr>
            <p:cNvPr id="29" name="Picture 28">
              <a:extLst>
                <a:ext uri="{FF2B5EF4-FFF2-40B4-BE49-F238E27FC236}">
                  <a16:creationId xmlns:a16="http://schemas.microsoft.com/office/drawing/2014/main" id="{88E6DD58-E153-4C1D-B0B1-FD9C844C656B}"/>
                </a:ext>
              </a:extLst>
            </p:cNvPr>
            <p:cNvPicPr>
              <a:picLocks noChangeAspect="1"/>
            </p:cNvPicPr>
            <p:nvPr/>
          </p:nvPicPr>
          <p:blipFill rotWithShape="1">
            <a:blip r:embed="rId13">
              <a:extLst>
                <a:ext uri="{28A0092B-C50C-407E-A947-70E740481C1C}">
                  <a14:useLocalDpi xmlns:a14="http://schemas.microsoft.com/office/drawing/2010/main" val="0"/>
                </a:ext>
              </a:extLst>
            </a:blip>
            <a:srcRect l="12470" t="10703" r="11463" b="13890"/>
            <a:stretch/>
          </p:blipFill>
          <p:spPr>
            <a:xfrm>
              <a:off x="854869" y="5717381"/>
              <a:ext cx="273844" cy="271464"/>
            </a:xfrm>
            <a:prstGeom prst="rect">
              <a:avLst/>
            </a:prstGeom>
            <a:solidFill>
              <a:srgbClr val="A8A8A8"/>
            </a:solidFill>
          </p:spPr>
        </p:pic>
      </p:grpSp>
      <p:grpSp>
        <p:nvGrpSpPr>
          <p:cNvPr id="30" name="Group 29">
            <a:extLst>
              <a:ext uri="{FF2B5EF4-FFF2-40B4-BE49-F238E27FC236}">
                <a16:creationId xmlns:a16="http://schemas.microsoft.com/office/drawing/2014/main" id="{3DE20684-EBC3-4C3F-B328-1598605937C3}"/>
              </a:ext>
            </a:extLst>
          </p:cNvPr>
          <p:cNvGrpSpPr/>
          <p:nvPr userDrawn="1"/>
        </p:nvGrpSpPr>
        <p:grpSpPr>
          <a:xfrm>
            <a:off x="658999" y="5163514"/>
            <a:ext cx="2091962" cy="361904"/>
            <a:chOff x="1182322" y="4643104"/>
            <a:chExt cx="2091962" cy="361904"/>
          </a:xfrm>
        </p:grpSpPr>
        <p:sp>
          <p:nvSpPr>
            <p:cNvPr id="31" name="Freeform 60">
              <a:extLst>
                <a:ext uri="{FF2B5EF4-FFF2-40B4-BE49-F238E27FC236}">
                  <a16:creationId xmlns:a16="http://schemas.microsoft.com/office/drawing/2014/main" id="{BD320886-EA01-4F49-A878-EED75BCF7D58}"/>
                </a:ext>
              </a:extLst>
            </p:cNvPr>
            <p:cNvSpPr>
              <a:spLocks/>
            </p:cNvSpPr>
            <p:nvPr/>
          </p:nvSpPr>
          <p:spPr bwMode="auto">
            <a:xfrm>
              <a:off x="1182322" y="4643104"/>
              <a:ext cx="357970" cy="361904"/>
            </a:xfrm>
            <a:custGeom>
              <a:avLst/>
              <a:gdLst>
                <a:gd name="T0" fmla="*/ 113 w 113"/>
                <a:gd name="T1" fmla="*/ 98 h 114"/>
                <a:gd name="T2" fmla="*/ 97 w 113"/>
                <a:gd name="T3" fmla="*/ 114 h 114"/>
                <a:gd name="T4" fmla="*/ 16 w 113"/>
                <a:gd name="T5" fmla="*/ 114 h 114"/>
                <a:gd name="T6" fmla="*/ 0 w 113"/>
                <a:gd name="T7" fmla="*/ 98 h 114"/>
                <a:gd name="T8" fmla="*/ 0 w 113"/>
                <a:gd name="T9" fmla="*/ 16 h 114"/>
                <a:gd name="T10" fmla="*/ 16 w 113"/>
                <a:gd name="T11" fmla="*/ 0 h 114"/>
                <a:gd name="T12" fmla="*/ 97 w 113"/>
                <a:gd name="T13" fmla="*/ 0 h 114"/>
                <a:gd name="T14" fmla="*/ 113 w 113"/>
                <a:gd name="T15" fmla="*/ 16 h 114"/>
                <a:gd name="T16" fmla="*/ 113 w 113"/>
                <a:gd name="T17" fmla="*/ 9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114">
                  <a:moveTo>
                    <a:pt x="113" y="98"/>
                  </a:moveTo>
                  <a:cubicBezTo>
                    <a:pt x="113" y="106"/>
                    <a:pt x="106" y="114"/>
                    <a:pt x="97" y="114"/>
                  </a:cubicBezTo>
                  <a:cubicBezTo>
                    <a:pt x="16" y="114"/>
                    <a:pt x="16" y="114"/>
                    <a:pt x="16" y="114"/>
                  </a:cubicBezTo>
                  <a:cubicBezTo>
                    <a:pt x="7" y="114"/>
                    <a:pt x="0" y="106"/>
                    <a:pt x="0" y="98"/>
                  </a:cubicBezTo>
                  <a:cubicBezTo>
                    <a:pt x="0" y="16"/>
                    <a:pt x="0" y="16"/>
                    <a:pt x="0" y="16"/>
                  </a:cubicBezTo>
                  <a:cubicBezTo>
                    <a:pt x="0" y="7"/>
                    <a:pt x="7" y="0"/>
                    <a:pt x="16" y="0"/>
                  </a:cubicBezTo>
                  <a:cubicBezTo>
                    <a:pt x="97" y="0"/>
                    <a:pt x="97" y="0"/>
                    <a:pt x="97" y="0"/>
                  </a:cubicBezTo>
                  <a:cubicBezTo>
                    <a:pt x="106" y="0"/>
                    <a:pt x="113" y="7"/>
                    <a:pt x="113" y="16"/>
                  </a:cubicBezTo>
                  <a:lnTo>
                    <a:pt x="113" y="9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pic>
          <p:nvPicPr>
            <p:cNvPr id="32" name="Picture 31">
              <a:extLst>
                <a:ext uri="{FF2B5EF4-FFF2-40B4-BE49-F238E27FC236}">
                  <a16:creationId xmlns:a16="http://schemas.microsoft.com/office/drawing/2014/main" id="{264DDB19-9605-48E3-9E94-2C2998EB6124}"/>
                </a:ext>
              </a:extLst>
            </p:cNvPr>
            <p:cNvPicPr>
              <a:picLocks noChangeAspect="1"/>
            </p:cNvPicPr>
            <p:nvPr/>
          </p:nvPicPr>
          <p:blipFill>
            <a:blip r:embed="rId14"/>
            <a:stretch>
              <a:fillRect/>
            </a:stretch>
          </p:blipFill>
          <p:spPr>
            <a:xfrm>
              <a:off x="1244205" y="4695826"/>
              <a:ext cx="234204" cy="256462"/>
            </a:xfrm>
            <a:prstGeom prst="rect">
              <a:avLst/>
            </a:prstGeom>
          </p:spPr>
        </p:pic>
        <p:sp>
          <p:nvSpPr>
            <p:cNvPr id="33" name="TextBox 32">
              <a:hlinkClick r:id="rId15"/>
              <a:extLst>
                <a:ext uri="{FF2B5EF4-FFF2-40B4-BE49-F238E27FC236}">
                  <a16:creationId xmlns:a16="http://schemas.microsoft.com/office/drawing/2014/main" id="{962AC3C3-6337-4A02-BD1E-F563C2AA4311}"/>
                </a:ext>
              </a:extLst>
            </p:cNvPr>
            <p:cNvSpPr txBox="1"/>
            <p:nvPr/>
          </p:nvSpPr>
          <p:spPr>
            <a:xfrm>
              <a:off x="1186284" y="4643104"/>
              <a:ext cx="2088000" cy="360000"/>
            </a:xfrm>
            <a:prstGeom prst="rect">
              <a:avLst/>
            </a:prstGeom>
            <a:solidFill>
              <a:schemeClr val="bg1">
                <a:alpha val="0"/>
              </a:schemeClr>
            </a:solidFill>
          </p:spPr>
          <p:txBody>
            <a:bodyPr wrap="square" lIns="432000" tIns="0" rIns="0" bIns="0" rtlCol="0" anchor="ctr" anchorCtr="0">
              <a:noAutofit/>
            </a:bodyPr>
            <a:lstStyle/>
            <a:p>
              <a:r>
                <a:rPr lang="en-GB" sz="1000" dirty="0"/>
                <a:t>ing.com</a:t>
              </a:r>
            </a:p>
          </p:txBody>
        </p:sp>
      </p:grpSp>
      <p:grpSp>
        <p:nvGrpSpPr>
          <p:cNvPr id="34" name="Group 33">
            <a:extLst>
              <a:ext uri="{FF2B5EF4-FFF2-40B4-BE49-F238E27FC236}">
                <a16:creationId xmlns:a16="http://schemas.microsoft.com/office/drawing/2014/main" id="{1B679494-FABC-46FA-91DE-54DD5A3BEC13}"/>
              </a:ext>
            </a:extLst>
          </p:cNvPr>
          <p:cNvGrpSpPr/>
          <p:nvPr userDrawn="1"/>
        </p:nvGrpSpPr>
        <p:grpSpPr>
          <a:xfrm>
            <a:off x="7512748" y="5163514"/>
            <a:ext cx="2088000" cy="361904"/>
            <a:chOff x="5417448" y="5163514"/>
            <a:chExt cx="2088000" cy="361904"/>
          </a:xfrm>
        </p:grpSpPr>
        <p:sp>
          <p:nvSpPr>
            <p:cNvPr id="35" name="Freeform 56">
              <a:extLst>
                <a:ext uri="{FF2B5EF4-FFF2-40B4-BE49-F238E27FC236}">
                  <a16:creationId xmlns:a16="http://schemas.microsoft.com/office/drawing/2014/main" id="{0804C39D-3641-4437-9EAC-6026ED109905}"/>
                </a:ext>
              </a:extLst>
            </p:cNvPr>
            <p:cNvSpPr>
              <a:spLocks/>
            </p:cNvSpPr>
            <p:nvPr/>
          </p:nvSpPr>
          <p:spPr bwMode="auto">
            <a:xfrm>
              <a:off x="5417448" y="5163514"/>
              <a:ext cx="357970" cy="361904"/>
            </a:xfrm>
            <a:custGeom>
              <a:avLst/>
              <a:gdLst>
                <a:gd name="T0" fmla="*/ 113 w 113"/>
                <a:gd name="T1" fmla="*/ 98 h 114"/>
                <a:gd name="T2" fmla="*/ 97 w 113"/>
                <a:gd name="T3" fmla="*/ 114 h 114"/>
                <a:gd name="T4" fmla="*/ 16 w 113"/>
                <a:gd name="T5" fmla="*/ 114 h 114"/>
                <a:gd name="T6" fmla="*/ 0 w 113"/>
                <a:gd name="T7" fmla="*/ 98 h 114"/>
                <a:gd name="T8" fmla="*/ 0 w 113"/>
                <a:gd name="T9" fmla="*/ 16 h 114"/>
                <a:gd name="T10" fmla="*/ 16 w 113"/>
                <a:gd name="T11" fmla="*/ 0 h 114"/>
                <a:gd name="T12" fmla="*/ 97 w 113"/>
                <a:gd name="T13" fmla="*/ 0 h 114"/>
                <a:gd name="T14" fmla="*/ 113 w 113"/>
                <a:gd name="T15" fmla="*/ 16 h 114"/>
                <a:gd name="T16" fmla="*/ 113 w 113"/>
                <a:gd name="T17" fmla="*/ 9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114">
                  <a:moveTo>
                    <a:pt x="113" y="98"/>
                  </a:moveTo>
                  <a:cubicBezTo>
                    <a:pt x="113" y="106"/>
                    <a:pt x="106" y="114"/>
                    <a:pt x="97" y="114"/>
                  </a:cubicBezTo>
                  <a:cubicBezTo>
                    <a:pt x="16" y="114"/>
                    <a:pt x="16" y="114"/>
                    <a:pt x="16" y="114"/>
                  </a:cubicBezTo>
                  <a:cubicBezTo>
                    <a:pt x="7" y="114"/>
                    <a:pt x="0" y="106"/>
                    <a:pt x="0" y="98"/>
                  </a:cubicBezTo>
                  <a:cubicBezTo>
                    <a:pt x="0" y="16"/>
                    <a:pt x="0" y="16"/>
                    <a:pt x="0" y="16"/>
                  </a:cubicBezTo>
                  <a:cubicBezTo>
                    <a:pt x="0" y="7"/>
                    <a:pt x="7" y="0"/>
                    <a:pt x="16" y="0"/>
                  </a:cubicBezTo>
                  <a:cubicBezTo>
                    <a:pt x="97" y="0"/>
                    <a:pt x="97" y="0"/>
                    <a:pt x="97" y="0"/>
                  </a:cubicBezTo>
                  <a:cubicBezTo>
                    <a:pt x="106" y="0"/>
                    <a:pt x="113" y="7"/>
                    <a:pt x="113" y="16"/>
                  </a:cubicBezTo>
                  <a:lnTo>
                    <a:pt x="113" y="9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pic>
          <p:nvPicPr>
            <p:cNvPr id="36" name="Picture 35">
              <a:extLst>
                <a:ext uri="{FF2B5EF4-FFF2-40B4-BE49-F238E27FC236}">
                  <a16:creationId xmlns:a16="http://schemas.microsoft.com/office/drawing/2014/main" id="{6FA7383E-1E4E-4F57-9A4C-4119FEE5955F}"/>
                </a:ext>
              </a:extLst>
            </p:cNvPr>
            <p:cNvPicPr>
              <a:picLocks noChangeAspect="1"/>
            </p:cNvPicPr>
            <p:nvPr/>
          </p:nvPicPr>
          <p:blipFill>
            <a:blip r:embed="rId16">
              <a:clrChange>
                <a:clrFrom>
                  <a:srgbClr val="12100E"/>
                </a:clrFrom>
                <a:clrTo>
                  <a:srgbClr val="12100E">
                    <a:alpha val="0"/>
                  </a:srgbClr>
                </a:clrTo>
              </a:clrChange>
            </a:blip>
            <a:srcRect/>
            <a:stretch/>
          </p:blipFill>
          <p:spPr>
            <a:xfrm>
              <a:off x="5460206" y="5205919"/>
              <a:ext cx="268576" cy="268576"/>
            </a:xfrm>
            <a:prstGeom prst="rect">
              <a:avLst/>
            </a:prstGeom>
            <a:solidFill>
              <a:srgbClr val="A8A8A8"/>
            </a:solidFill>
          </p:spPr>
        </p:pic>
        <p:sp>
          <p:nvSpPr>
            <p:cNvPr id="37" name="TextBox 36">
              <a:hlinkClick r:id="rId17"/>
              <a:extLst>
                <a:ext uri="{FF2B5EF4-FFF2-40B4-BE49-F238E27FC236}">
                  <a16:creationId xmlns:a16="http://schemas.microsoft.com/office/drawing/2014/main" id="{5DD54725-7F07-441E-9CD8-79278BC55154}"/>
                </a:ext>
              </a:extLst>
            </p:cNvPr>
            <p:cNvSpPr txBox="1"/>
            <p:nvPr/>
          </p:nvSpPr>
          <p:spPr>
            <a:xfrm>
              <a:off x="5417448" y="5163514"/>
              <a:ext cx="2088000" cy="360000"/>
            </a:xfrm>
            <a:prstGeom prst="rect">
              <a:avLst/>
            </a:prstGeom>
            <a:solidFill>
              <a:schemeClr val="bg1">
                <a:alpha val="0"/>
              </a:schemeClr>
            </a:solidFill>
          </p:spPr>
          <p:txBody>
            <a:bodyPr wrap="square" lIns="432000" tIns="0" rIns="0" bIns="0" rtlCol="0" anchor="ctr" anchorCtr="0">
              <a:noAutofit/>
            </a:bodyPr>
            <a:lstStyle/>
            <a:p>
              <a:r>
                <a:rPr lang="en-GB" sz="1000"/>
                <a:t>Medium.com/ing-blog</a:t>
              </a:r>
            </a:p>
          </p:txBody>
        </p:sp>
      </p:grpSp>
    </p:spTree>
    <p:extLst>
      <p:ext uri="{BB962C8B-B14F-4D97-AF65-F5344CB8AC3E}">
        <p14:creationId xmlns:p14="http://schemas.microsoft.com/office/powerpoint/2010/main" val="4228618430"/>
      </p:ext>
    </p:extLst>
  </p:cSld>
  <p:clrMapOvr>
    <a:masterClrMapping/>
  </p:clrMapOvr>
  <p:extLst>
    <p:ext uri="{DCECCB84-F9BA-43D5-87BE-67443E8EF086}">
      <p15:sldGuideLst xmlns:p15="http://schemas.microsoft.com/office/powerpoint/2012/main">
        <p15:guide id="1" orient="horz" pos="2007" userDrawn="1">
          <p15:clr>
            <a:srgbClr val="FBAE40"/>
          </p15:clr>
        </p15:guide>
        <p15:guide id="2" orient="horz" pos="1543" userDrawn="1">
          <p15:clr>
            <a:srgbClr val="FBAE40"/>
          </p15:clr>
        </p15:guide>
        <p15:guide id="3" orient="horz" pos="1490" userDrawn="1">
          <p15:clr>
            <a:srgbClr val="FBAE40"/>
          </p15:clr>
        </p15:guide>
        <p15:guide id="4" orient="horz" pos="2059"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CC079217-29BE-4EF5-8B19-B660E43429C4}"/>
              </a:ext>
            </a:extLst>
          </p:cNvPr>
          <p:cNvPicPr>
            <a:picLocks noChangeAspect="1"/>
          </p:cNvPicPr>
          <p:nvPr userDrawn="1"/>
        </p:nvPicPr>
        <p:blipFill>
          <a:blip r:embed="rId2">
            <a:extLst>
              <a:ext uri="{96DAC541-7B7A-43D3-8B79-37D633B846F1}">
                <asvg:svgBlip xmlns:asvg="http://schemas.microsoft.com/office/drawing/2016/SVG/main" r:embed="rId3"/>
              </a:ext>
            </a:extLst>
          </a:blip>
          <a:stretch/>
        </p:blipFill>
        <p:spPr>
          <a:xfrm>
            <a:off x="3243000" y="170926"/>
            <a:ext cx="5706000" cy="6558881"/>
          </a:xfrm>
          <a:prstGeom prst="rect">
            <a:avLst/>
          </a:prstGeom>
        </p:spPr>
      </p:pic>
    </p:spTree>
    <p:extLst>
      <p:ext uri="{BB962C8B-B14F-4D97-AF65-F5344CB8AC3E}">
        <p14:creationId xmlns:p14="http://schemas.microsoft.com/office/powerpoint/2010/main" val="3794425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lide ">
    <p:bg bwMode="gray">
      <p:bgRef idx="1001">
        <a:schemeClr val="bg1"/>
      </p:bgRef>
    </p:bg>
    <p:spTree>
      <p:nvGrpSpPr>
        <p:cNvPr id="1" name=""/>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311F7044-53C5-45DA-A597-72E1133FB73A}"/>
              </a:ext>
            </a:extLst>
          </p:cNvPr>
          <p:cNvCxnSpPr/>
          <p:nvPr userDrawn="1"/>
        </p:nvCxnSpPr>
        <p:spPr>
          <a:xfrm>
            <a:off x="659028" y="7003142"/>
            <a:ext cx="0" cy="290284"/>
          </a:xfrm>
          <a:prstGeom prst="line">
            <a:avLst/>
          </a:prstGeom>
          <a:ln w="6350" cap="rnd">
            <a:solidFill>
              <a:srgbClr val="559BD1"/>
            </a:solidFill>
            <a:round/>
            <a:headEnd type="arrow"/>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0454D770-4CFD-4C03-BE25-4A75453EF4BC}"/>
              </a:ext>
            </a:extLst>
          </p:cNvPr>
          <p:cNvSpPr txBox="1"/>
          <p:nvPr userDrawn="1"/>
        </p:nvSpPr>
        <p:spPr>
          <a:xfrm>
            <a:off x="577225" y="7319409"/>
            <a:ext cx="1575426" cy="226591"/>
          </a:xfrm>
          <a:prstGeom prst="rect">
            <a:avLst/>
          </a:prstGeom>
          <a:noFill/>
        </p:spPr>
        <p:txBody>
          <a:bodyPr wrap="square" lIns="36000" tIns="36000" rIns="36000" bIns="36000" rtlCol="0">
            <a:spAutoFit/>
          </a:bodyPr>
          <a:lstStyle/>
          <a:p>
            <a:r>
              <a:rPr lang="en-GB" sz="1000" b="0">
                <a:solidFill>
                  <a:srgbClr val="696969"/>
                </a:solidFill>
              </a:rPr>
              <a:t>Alignment indicator</a:t>
            </a:r>
            <a:endParaRPr lang="en-GB" sz="1000" b="0" dirty="0" err="1">
              <a:solidFill>
                <a:srgbClr val="696969"/>
              </a:solidFill>
            </a:endParaRPr>
          </a:p>
        </p:txBody>
      </p:sp>
      <p:pic>
        <p:nvPicPr>
          <p:cNvPr id="13" name="ING identifier">
            <a:extLst>
              <a:ext uri="{FF2B5EF4-FFF2-40B4-BE49-F238E27FC236}">
                <a16:creationId xmlns:a16="http://schemas.microsoft.com/office/drawing/2014/main" id="{F6F79742-9DF4-4F22-84F9-697F46AA2DCE}"/>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544428" y="4964165"/>
            <a:ext cx="1647571" cy="1893836"/>
          </a:xfrm>
          <a:prstGeom prst="rect">
            <a:avLst/>
          </a:prstGeom>
        </p:spPr>
      </p:pic>
      <p:sp>
        <p:nvSpPr>
          <p:cNvPr id="3" name="Text Placeholder 2">
            <a:extLst>
              <a:ext uri="{FF2B5EF4-FFF2-40B4-BE49-F238E27FC236}">
                <a16:creationId xmlns:a16="http://schemas.microsoft.com/office/drawing/2014/main" id="{F7D0D5B2-609E-47E4-8BC9-E79E8E4C625C}"/>
              </a:ext>
            </a:extLst>
          </p:cNvPr>
          <p:cNvSpPr>
            <a:spLocks noGrp="1"/>
          </p:cNvSpPr>
          <p:nvPr>
            <p:ph type="body" sz="quarter" idx="12" hasCustomPrompt="1"/>
          </p:nvPr>
        </p:nvSpPr>
        <p:spPr>
          <a:xfrm>
            <a:off x="658856" y="5583600"/>
            <a:ext cx="5256000" cy="294302"/>
          </a:xfrm>
        </p:spPr>
        <p:txBody>
          <a:bodyPr lIns="0" tIns="0" rIns="36000" bIns="72000" anchor="t" anchorCtr="0">
            <a:sp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lang="en-US" sz="1600" b="0" i="0" kern="1200" baseline="0" dirty="0" smtClean="0">
                <a:solidFill>
                  <a:schemeClr val="tx1"/>
                </a:solidFill>
                <a:latin typeface="+mn-lt"/>
                <a:ea typeface="+mn-ea"/>
                <a:cs typeface="ING Me" pitchFamily="2" charset="0"/>
              </a:defRPr>
            </a:lvl1pPr>
            <a:lvl2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2pPr>
            <a:lvl3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3pPr>
            <a:lvl4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4pPr>
            <a:lvl5pPr marL="0" indent="0" algn="l" defTabSz="914400" rtl="0" eaLnBrk="1" latinLnBrk="0" hangingPunct="1">
              <a:lnSpc>
                <a:spcPts val="2200"/>
              </a:lnSpc>
              <a:spcBef>
                <a:spcPts val="0"/>
              </a:spcBef>
              <a:spcAft>
                <a:spcPts val="0"/>
              </a:spcAft>
              <a:buFont typeface="Arial" panose="020B0604020202020204" pitchFamily="34" charset="0"/>
              <a:buNone/>
              <a:defRPr lang="nl-NL" sz="2000" b="0" i="0" kern="1200" baseline="0" dirty="0">
                <a:solidFill>
                  <a:schemeClr val="tx1"/>
                </a:solidFill>
                <a:latin typeface="+mn-lt"/>
                <a:ea typeface="+mn-ea"/>
                <a:cs typeface="ING Me" pitchFamily="2" charset="0"/>
              </a:defRPr>
            </a:lvl5pPr>
          </a:lstStyle>
          <a:p>
            <a:pPr lvl="0"/>
            <a:r>
              <a:rPr lang="en-GB" noProof="0" dirty="0"/>
              <a:t>Click to </a:t>
            </a:r>
            <a:r>
              <a:rPr lang="en-GB" noProof="0"/>
              <a:t>add date</a:t>
            </a:r>
          </a:p>
        </p:txBody>
      </p:sp>
      <p:sp>
        <p:nvSpPr>
          <p:cNvPr id="26" name="Subtitle 2"/>
          <p:cNvSpPr>
            <a:spLocks noGrp="1"/>
          </p:cNvSpPr>
          <p:nvPr>
            <p:ph type="subTitle" idx="1" hasCustomPrompt="1"/>
          </p:nvPr>
        </p:nvSpPr>
        <p:spPr bwMode="gray">
          <a:xfrm>
            <a:off x="658856" y="5277600"/>
            <a:ext cx="5256000" cy="294302"/>
          </a:xfrm>
        </p:spPr>
        <p:txBody>
          <a:bodyPr lIns="0" tIns="0" rIns="36000" bIns="72000" anchor="t" anchorCtr="0">
            <a:spAutoFit/>
          </a:bodyPr>
          <a:lstStyle>
            <a:lvl1pPr marL="0" indent="0" algn="l">
              <a:lnSpc>
                <a:spcPct val="90000"/>
              </a:lnSpc>
              <a:buNone/>
              <a:defRPr sz="1600" b="1" i="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noProof="0"/>
              <a:t>Click to add name of department and/or author</a:t>
            </a:r>
          </a:p>
        </p:txBody>
      </p:sp>
      <p:sp>
        <p:nvSpPr>
          <p:cNvPr id="27" name="Text Placeholder 6"/>
          <p:cNvSpPr>
            <a:spLocks noGrp="1"/>
          </p:cNvSpPr>
          <p:nvPr>
            <p:ph type="body" sz="quarter" idx="11" hasCustomPrompt="1"/>
          </p:nvPr>
        </p:nvSpPr>
        <p:spPr bwMode="gray">
          <a:xfrm>
            <a:off x="988895" y="2447999"/>
            <a:ext cx="4786024" cy="732995"/>
          </a:xfrm>
          <a:prstGeom prst="roundRect">
            <a:avLst>
              <a:gd name="adj" fmla="val 13767"/>
            </a:avLst>
          </a:prstGeom>
          <a:solidFill>
            <a:srgbClr val="FF6200"/>
          </a:solidFill>
        </p:spPr>
        <p:txBody>
          <a:bodyPr wrap="none" lIns="108000" tIns="108000" rIns="108000" bIns="72000" anchor="t" anchorCtr="0">
            <a:spAutoFit/>
          </a:bodyPr>
          <a:lstStyle>
            <a:lvl1pPr>
              <a:lnSpc>
                <a:spcPct val="90000"/>
              </a:lnSpc>
              <a:spcBef>
                <a:spcPts val="0"/>
              </a:spcBef>
              <a:defRPr sz="3600" b="1">
                <a:solidFill>
                  <a:schemeClr val="bg1"/>
                </a:solidFill>
                <a:latin typeface="+mj-lt"/>
              </a:defRPr>
            </a:lvl1pPr>
          </a:lstStyle>
          <a:p>
            <a:pPr lvl="0"/>
            <a:r>
              <a:rPr lang="en-GB" noProof="0" dirty="0"/>
              <a:t>Click to add (sub)title</a:t>
            </a:r>
          </a:p>
        </p:txBody>
      </p:sp>
      <p:sp>
        <p:nvSpPr>
          <p:cNvPr id="25" name="Title 1"/>
          <p:cNvSpPr>
            <a:spLocks noGrp="1"/>
          </p:cNvSpPr>
          <p:nvPr>
            <p:ph type="ctrTitle" hasCustomPrompt="1"/>
          </p:nvPr>
        </p:nvSpPr>
        <p:spPr bwMode="gray">
          <a:xfrm>
            <a:off x="658855" y="1634399"/>
            <a:ext cx="3712436" cy="738000"/>
          </a:xfrm>
          <a:prstGeom prst="roundRect">
            <a:avLst>
              <a:gd name="adj" fmla="val 13767"/>
            </a:avLst>
          </a:prstGeom>
          <a:solidFill>
            <a:srgbClr val="FF6200"/>
          </a:solidFill>
          <a:ln w="6350">
            <a:noFill/>
          </a:ln>
        </p:spPr>
        <p:txBody>
          <a:bodyPr wrap="none" lIns="108000" tIns="108000" rIns="108000" bIns="72000" anchor="t" anchorCtr="0">
            <a:spAutoFit/>
          </a:bodyPr>
          <a:lstStyle>
            <a:lvl1pPr algn="l">
              <a:lnSpc>
                <a:spcPct val="90000"/>
              </a:lnSpc>
              <a:spcBef>
                <a:spcPts val="0"/>
              </a:spcBef>
              <a:defRPr sz="3600" b="1">
                <a:solidFill>
                  <a:schemeClr val="bg1"/>
                </a:solidFill>
              </a:defRPr>
            </a:lvl1pPr>
          </a:lstStyle>
          <a:p>
            <a:r>
              <a:rPr lang="en-GB" noProof="0" dirty="0"/>
              <a:t>Click to add title</a:t>
            </a:r>
          </a:p>
        </p:txBody>
      </p:sp>
      <p:sp>
        <p:nvSpPr>
          <p:cNvPr id="21" name="Project Placeholder">
            <a:extLst>
              <a:ext uri="{FF2B5EF4-FFF2-40B4-BE49-F238E27FC236}">
                <a16:creationId xmlns:a16="http://schemas.microsoft.com/office/drawing/2014/main" id="{A3BD01F9-A9C7-4355-A0CB-7252C65AEF88}"/>
              </a:ext>
            </a:extLst>
          </p:cNvPr>
          <p:cNvSpPr>
            <a:spLocks noGrp="1" noChangeAspect="1"/>
          </p:cNvSpPr>
          <p:nvPr>
            <p:ph type="pic" sz="quarter" idx="16" hasCustomPrompt="1"/>
          </p:nvPr>
        </p:nvSpPr>
        <p:spPr>
          <a:xfrm>
            <a:off x="658798" y="5896309"/>
            <a:ext cx="3857454" cy="961691"/>
          </a:xfrm>
        </p:spPr>
        <p:txBody>
          <a:bodyPr lIns="288000" tIns="108000" rIns="108000" bIns="108000" anchor="ctr" anchorCtr="0"/>
          <a:lstStyle>
            <a:lvl1pPr>
              <a:defRPr sz="1200">
                <a:solidFill>
                  <a:srgbClr val="A8A8A8"/>
                </a:solidFill>
              </a:defRPr>
            </a:lvl1pPr>
          </a:lstStyle>
          <a:p>
            <a:r>
              <a:rPr lang="en-GB" dirty="0"/>
              <a:t>Business or project wordmark </a:t>
            </a:r>
            <a:br>
              <a:rPr lang="en-GB" dirty="0"/>
            </a:br>
            <a:r>
              <a:rPr lang="en-GB" dirty="0"/>
              <a:t>placeholder</a:t>
            </a:r>
          </a:p>
        </p:txBody>
      </p:sp>
    </p:spTree>
    <p:extLst>
      <p:ext uri="{BB962C8B-B14F-4D97-AF65-F5344CB8AC3E}">
        <p14:creationId xmlns:p14="http://schemas.microsoft.com/office/powerpoint/2010/main" val="2436311980"/>
      </p:ext>
    </p:extLst>
  </p:cSld>
  <p:clrMapOvr>
    <a:masterClrMapping/>
  </p:clrMapOvr>
  <p:extLst>
    <p:ext uri="{DCECCB84-F9BA-43D5-87BE-67443E8EF086}">
      <p15:sldGuideLst xmlns:p15="http://schemas.microsoft.com/office/powerpoint/2012/main">
        <p15:guide id="1" orient="horz" pos="1491">
          <p15:clr>
            <a:srgbClr val="FBAE40"/>
          </p15:clr>
        </p15:guide>
        <p15:guide id="2" orient="horz" pos="1542">
          <p15:clr>
            <a:srgbClr val="FBAE40"/>
          </p15:clr>
        </p15:guide>
        <p15:guide id="3" orient="horz" pos="2006">
          <p15:clr>
            <a:srgbClr val="FBAE40"/>
          </p15:clr>
        </p15:guide>
        <p15:guide id="4" orient="horz" pos="205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slide">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fld id="{DDD2A080-DA64-4F5C-9131-47EB793B4410}" type="slidenum">
              <a:rPr lang="en-GB" noProof="0" smtClean="0"/>
              <a:pPr/>
              <a:t>‹#›</a:t>
            </a:fld>
            <a:endParaRPr lang="en-GB" noProof="0" dirty="0"/>
          </a:p>
        </p:txBody>
      </p:sp>
      <p:sp>
        <p:nvSpPr>
          <p:cNvPr id="3" name="Footer Placeholder 2">
            <a:extLst>
              <a:ext uri="{FF2B5EF4-FFF2-40B4-BE49-F238E27FC236}">
                <a16:creationId xmlns:a16="http://schemas.microsoft.com/office/drawing/2014/main" id="{519E7DA5-BC83-4857-870E-3AA1EAAAA941}"/>
              </a:ext>
            </a:extLst>
          </p:cNvPr>
          <p:cNvSpPr>
            <a:spLocks noGrp="1"/>
          </p:cNvSpPr>
          <p:nvPr>
            <p:ph type="ftr" sz="quarter" idx="12"/>
          </p:nvPr>
        </p:nvSpPr>
        <p:spPr/>
        <p:txBody>
          <a:bodyPr/>
          <a:lstStyle>
            <a:lvl1pPr>
              <a:defRPr/>
            </a:lvl1pPr>
          </a:lstStyle>
          <a:p>
            <a:endParaRPr lang="en-GB" noProof="0"/>
          </a:p>
        </p:txBody>
      </p:sp>
      <p:sp>
        <p:nvSpPr>
          <p:cNvPr id="10" name="Title 9">
            <a:extLst>
              <a:ext uri="{FF2B5EF4-FFF2-40B4-BE49-F238E27FC236}">
                <a16:creationId xmlns:a16="http://schemas.microsoft.com/office/drawing/2014/main" id="{0D3BE977-E73F-49D2-8BCD-3E16B685E531}"/>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grpSp>
        <p:nvGrpSpPr>
          <p:cNvPr id="15" name="Group 14">
            <a:extLst>
              <a:ext uri="{FF2B5EF4-FFF2-40B4-BE49-F238E27FC236}">
                <a16:creationId xmlns:a16="http://schemas.microsoft.com/office/drawing/2014/main" id="{C4EFA7EC-E7D4-46C3-8D3F-646C790E68A3}"/>
              </a:ext>
            </a:extLst>
          </p:cNvPr>
          <p:cNvGrpSpPr/>
          <p:nvPr userDrawn="1"/>
        </p:nvGrpSpPr>
        <p:grpSpPr>
          <a:xfrm>
            <a:off x="-2368598" y="0"/>
            <a:ext cx="1872000" cy="4379495"/>
            <a:chOff x="-2025698" y="0"/>
            <a:chExt cx="1872000" cy="4379495"/>
          </a:xfrm>
        </p:grpSpPr>
        <p:grpSp>
          <p:nvGrpSpPr>
            <p:cNvPr id="16" name="Group 15">
              <a:extLst>
                <a:ext uri="{FF2B5EF4-FFF2-40B4-BE49-F238E27FC236}">
                  <a16:creationId xmlns:a16="http://schemas.microsoft.com/office/drawing/2014/main" id="{1F78D264-E011-418E-B02A-7C20E73D3DD5}"/>
                </a:ext>
              </a:extLst>
            </p:cNvPr>
            <p:cNvGrpSpPr/>
            <p:nvPr userDrawn="1"/>
          </p:nvGrpSpPr>
          <p:grpSpPr>
            <a:xfrm>
              <a:off x="-2025698" y="0"/>
              <a:ext cx="1872000" cy="4379495"/>
              <a:chOff x="-2025698" y="0"/>
              <a:chExt cx="1872000" cy="4379495"/>
            </a:xfrm>
          </p:grpSpPr>
          <p:grpSp>
            <p:nvGrpSpPr>
              <p:cNvPr id="18" name="Group 17">
                <a:extLst>
                  <a:ext uri="{FF2B5EF4-FFF2-40B4-BE49-F238E27FC236}">
                    <a16:creationId xmlns:a16="http://schemas.microsoft.com/office/drawing/2014/main" id="{697EB8BB-8E30-47E4-9F6A-B509810CBB42}"/>
                  </a:ext>
                </a:extLst>
              </p:cNvPr>
              <p:cNvGrpSpPr/>
              <p:nvPr userDrawn="1"/>
            </p:nvGrpSpPr>
            <p:grpSpPr>
              <a:xfrm>
                <a:off x="-2025698" y="0"/>
                <a:ext cx="1872000" cy="4379495"/>
                <a:chOff x="-2025698" y="0"/>
                <a:chExt cx="1872000" cy="4379495"/>
              </a:xfrm>
            </p:grpSpPr>
            <p:grpSp>
              <p:nvGrpSpPr>
                <p:cNvPr id="29" name="Group 28">
                  <a:extLst>
                    <a:ext uri="{FF2B5EF4-FFF2-40B4-BE49-F238E27FC236}">
                      <a16:creationId xmlns:a16="http://schemas.microsoft.com/office/drawing/2014/main" id="{0929F8E5-CDE1-42A8-8693-25DAE1D4E2D3}"/>
                    </a:ext>
                  </a:extLst>
                </p:cNvPr>
                <p:cNvGrpSpPr/>
                <p:nvPr/>
              </p:nvGrpSpPr>
              <p:grpSpPr>
                <a:xfrm>
                  <a:off x="-2025698" y="0"/>
                  <a:ext cx="1872000" cy="4379495"/>
                  <a:chOff x="-2025698" y="0"/>
                  <a:chExt cx="1872000" cy="4379495"/>
                </a:xfrm>
              </p:grpSpPr>
              <p:sp>
                <p:nvSpPr>
                  <p:cNvPr id="31" name="Rectangle 104">
                    <a:extLst>
                      <a:ext uri="{FF2B5EF4-FFF2-40B4-BE49-F238E27FC236}">
                        <a16:creationId xmlns:a16="http://schemas.microsoft.com/office/drawing/2014/main" id="{08570F99-E3ED-4EF1-A139-7DADEB0EE0D6}"/>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2" name="Rectangle 113">
                    <a:extLst>
                      <a:ext uri="{FF2B5EF4-FFF2-40B4-BE49-F238E27FC236}">
                        <a16:creationId xmlns:a16="http://schemas.microsoft.com/office/drawing/2014/main" id="{9ECC4CD5-4A3A-4DF6-865D-4D99A243D607}"/>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30" name="Rectangle 106">
                  <a:extLst>
                    <a:ext uri="{FF2B5EF4-FFF2-40B4-BE49-F238E27FC236}">
                      <a16:creationId xmlns:a16="http://schemas.microsoft.com/office/drawing/2014/main" id="{10245D2E-CC77-4086-BCC3-A0197F2B00B6}"/>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8" name="Picture 27">
                <a:extLst>
                  <a:ext uri="{FF2B5EF4-FFF2-40B4-BE49-F238E27FC236}">
                    <a16:creationId xmlns:a16="http://schemas.microsoft.com/office/drawing/2014/main" id="{DCEB81F8-C688-45FA-85DD-6E8D11CB8C40}"/>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17" name="Rectangle 16">
              <a:extLst>
                <a:ext uri="{FF2B5EF4-FFF2-40B4-BE49-F238E27FC236}">
                  <a16:creationId xmlns:a16="http://schemas.microsoft.com/office/drawing/2014/main" id="{370CB165-B0A0-4E1A-9D5E-123B279565A1}"/>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
        <p:nvSpPr>
          <p:cNvPr id="19" name="Text Placeholder 2">
            <a:extLst>
              <a:ext uri="{FF2B5EF4-FFF2-40B4-BE49-F238E27FC236}">
                <a16:creationId xmlns:a16="http://schemas.microsoft.com/office/drawing/2014/main" id="{926D1722-3F77-4621-AAEA-90FFC6FD7C31}"/>
              </a:ext>
            </a:extLst>
          </p:cNvPr>
          <p:cNvSpPr>
            <a:spLocks noGrp="1"/>
          </p:cNvSpPr>
          <p:nvPr>
            <p:ph idx="1" hasCustomPrompt="1"/>
          </p:nvPr>
        </p:nvSpPr>
        <p:spPr bwMode="gray">
          <a:xfrm>
            <a:off x="659008" y="1141197"/>
            <a:ext cx="10875600" cy="5058000"/>
          </a:xfrm>
          <a:prstGeom prst="rect">
            <a:avLst/>
          </a:prstGeom>
        </p:spPr>
        <p:txBody>
          <a:bodyPr vert="horz" lIns="0" tIns="0" rIns="0" bIns="0" rtlCol="0">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Tree>
    <p:extLst>
      <p:ext uri="{BB962C8B-B14F-4D97-AF65-F5344CB8AC3E}">
        <p14:creationId xmlns:p14="http://schemas.microsoft.com/office/powerpoint/2010/main" val="294461518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slide with subtitle">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lvl1pPr>
              <a:defRPr b="0"/>
            </a:lvl1pPr>
          </a:lstStyle>
          <a:p>
            <a:fld id="{DDD2A080-DA64-4F5C-9131-47EB793B4410}" type="slidenum">
              <a:rPr lang="en-GB" smtClean="0"/>
              <a:pPr/>
              <a:t>‹#›</a:t>
            </a:fld>
            <a:endParaRPr lang="en-GB" dirty="0"/>
          </a:p>
        </p:txBody>
      </p:sp>
      <p:sp>
        <p:nvSpPr>
          <p:cNvPr id="7" name="Text Placeholder 10"/>
          <p:cNvSpPr>
            <a:spLocks noGrp="1"/>
          </p:cNvSpPr>
          <p:nvPr>
            <p:ph type="body" sz="quarter" idx="12" hasCustomPrompt="1"/>
          </p:nvPr>
        </p:nvSpPr>
        <p:spPr>
          <a:xfrm>
            <a:off x="659008" y="1141535"/>
            <a:ext cx="10875600" cy="572464"/>
          </a:xfrm>
        </p:spPr>
        <p:txBody>
          <a:bodyPr anchor="t" anchorCtr="0">
            <a:noAutofit/>
          </a:bodyPr>
          <a:lstStyle>
            <a:lvl1pPr>
              <a:lnSpc>
                <a:spcPct val="93000"/>
              </a:lnSpc>
              <a:defRPr sz="2000" b="1">
                <a:solidFill>
                  <a:schemeClr val="bg2"/>
                </a:solidFill>
              </a:defRPr>
            </a:lvl1pPr>
          </a:lstStyle>
          <a:p>
            <a:pPr lvl="0"/>
            <a:r>
              <a:rPr lang="en-GB" noProof="0" dirty="0"/>
              <a:t>Click to add subtitle</a:t>
            </a:r>
          </a:p>
        </p:txBody>
      </p:sp>
      <p:sp>
        <p:nvSpPr>
          <p:cNvPr id="3" name="Footer Placeholder 2">
            <a:extLst>
              <a:ext uri="{FF2B5EF4-FFF2-40B4-BE49-F238E27FC236}">
                <a16:creationId xmlns:a16="http://schemas.microsoft.com/office/drawing/2014/main" id="{C3111100-54E5-4485-8E21-C43D23A55DA0}"/>
              </a:ext>
            </a:extLst>
          </p:cNvPr>
          <p:cNvSpPr>
            <a:spLocks noGrp="1"/>
          </p:cNvSpPr>
          <p:nvPr>
            <p:ph type="ftr" sz="quarter" idx="13"/>
          </p:nvPr>
        </p:nvSpPr>
        <p:spPr/>
        <p:txBody>
          <a:bodyPr/>
          <a:lstStyle>
            <a:lvl1pPr>
              <a:defRPr b="0"/>
            </a:lvl1pPr>
          </a:lstStyle>
          <a:p>
            <a:endParaRPr lang="en-GB" noProof="0" dirty="0"/>
          </a:p>
        </p:txBody>
      </p:sp>
      <p:sp>
        <p:nvSpPr>
          <p:cNvPr id="8" name="Title 7">
            <a:extLst>
              <a:ext uri="{FF2B5EF4-FFF2-40B4-BE49-F238E27FC236}">
                <a16:creationId xmlns:a16="http://schemas.microsoft.com/office/drawing/2014/main" id="{CF7659DA-FD3C-4CDF-A0E4-B4D12DEA5B37}"/>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grpSp>
        <p:nvGrpSpPr>
          <p:cNvPr id="34" name="Group 33">
            <a:extLst>
              <a:ext uri="{FF2B5EF4-FFF2-40B4-BE49-F238E27FC236}">
                <a16:creationId xmlns:a16="http://schemas.microsoft.com/office/drawing/2014/main" id="{7771093A-BC85-4B88-BF7B-F331439BE777}"/>
              </a:ext>
            </a:extLst>
          </p:cNvPr>
          <p:cNvGrpSpPr/>
          <p:nvPr userDrawn="1"/>
        </p:nvGrpSpPr>
        <p:grpSpPr>
          <a:xfrm>
            <a:off x="-2368598" y="0"/>
            <a:ext cx="1872000" cy="4379495"/>
            <a:chOff x="-2025698" y="0"/>
            <a:chExt cx="1872000" cy="4379495"/>
          </a:xfrm>
        </p:grpSpPr>
        <p:grpSp>
          <p:nvGrpSpPr>
            <p:cNvPr id="35" name="Group 34">
              <a:extLst>
                <a:ext uri="{FF2B5EF4-FFF2-40B4-BE49-F238E27FC236}">
                  <a16:creationId xmlns:a16="http://schemas.microsoft.com/office/drawing/2014/main" id="{5263592C-66AB-4A74-B308-9E1319D0F213}"/>
                </a:ext>
              </a:extLst>
            </p:cNvPr>
            <p:cNvGrpSpPr/>
            <p:nvPr userDrawn="1"/>
          </p:nvGrpSpPr>
          <p:grpSpPr>
            <a:xfrm>
              <a:off x="-2025698" y="0"/>
              <a:ext cx="1872000" cy="4379495"/>
              <a:chOff x="-2025698" y="0"/>
              <a:chExt cx="1872000" cy="4379495"/>
            </a:xfrm>
          </p:grpSpPr>
          <p:grpSp>
            <p:nvGrpSpPr>
              <p:cNvPr id="37" name="Group 36">
                <a:extLst>
                  <a:ext uri="{FF2B5EF4-FFF2-40B4-BE49-F238E27FC236}">
                    <a16:creationId xmlns:a16="http://schemas.microsoft.com/office/drawing/2014/main" id="{65521BC6-B0B1-47FC-8A45-E37704780F58}"/>
                  </a:ext>
                </a:extLst>
              </p:cNvPr>
              <p:cNvGrpSpPr/>
              <p:nvPr userDrawn="1"/>
            </p:nvGrpSpPr>
            <p:grpSpPr>
              <a:xfrm>
                <a:off x="-2025698" y="0"/>
                <a:ext cx="1872000" cy="4379495"/>
                <a:chOff x="-2025698" y="0"/>
                <a:chExt cx="1872000" cy="4379495"/>
              </a:xfrm>
            </p:grpSpPr>
            <p:grpSp>
              <p:nvGrpSpPr>
                <p:cNvPr id="39" name="Group 38">
                  <a:extLst>
                    <a:ext uri="{FF2B5EF4-FFF2-40B4-BE49-F238E27FC236}">
                      <a16:creationId xmlns:a16="http://schemas.microsoft.com/office/drawing/2014/main" id="{5C5DABA4-0DD8-4B5A-8A7B-0CCE6C694CBF}"/>
                    </a:ext>
                  </a:extLst>
                </p:cNvPr>
                <p:cNvGrpSpPr/>
                <p:nvPr/>
              </p:nvGrpSpPr>
              <p:grpSpPr>
                <a:xfrm>
                  <a:off x="-2025698" y="0"/>
                  <a:ext cx="1872000" cy="4379495"/>
                  <a:chOff x="-2025698" y="0"/>
                  <a:chExt cx="1872000" cy="4379495"/>
                </a:xfrm>
              </p:grpSpPr>
              <p:sp>
                <p:nvSpPr>
                  <p:cNvPr id="41" name="Rectangle 104">
                    <a:extLst>
                      <a:ext uri="{FF2B5EF4-FFF2-40B4-BE49-F238E27FC236}">
                        <a16:creationId xmlns:a16="http://schemas.microsoft.com/office/drawing/2014/main" id="{5B04D489-BB95-4B3B-9C16-2E281A982737}"/>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42" name="Rectangle 113">
                    <a:extLst>
                      <a:ext uri="{FF2B5EF4-FFF2-40B4-BE49-F238E27FC236}">
                        <a16:creationId xmlns:a16="http://schemas.microsoft.com/office/drawing/2014/main" id="{C2E28519-7415-4B75-AAB7-A68994663521}"/>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40" name="Rectangle 106">
                  <a:extLst>
                    <a:ext uri="{FF2B5EF4-FFF2-40B4-BE49-F238E27FC236}">
                      <a16:creationId xmlns:a16="http://schemas.microsoft.com/office/drawing/2014/main" id="{13B5BA0C-E713-485E-90AA-23967691E25A}"/>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38" name="Picture 37">
                <a:extLst>
                  <a:ext uri="{FF2B5EF4-FFF2-40B4-BE49-F238E27FC236}">
                    <a16:creationId xmlns:a16="http://schemas.microsoft.com/office/drawing/2014/main" id="{85920960-4898-4371-8C28-E2976DF94355}"/>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36" name="Rectangle 35">
              <a:extLst>
                <a:ext uri="{FF2B5EF4-FFF2-40B4-BE49-F238E27FC236}">
                  <a16:creationId xmlns:a16="http://schemas.microsoft.com/office/drawing/2014/main" id="{714976BB-6C70-4E37-9A8D-2139DFCE2698}"/>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
        <p:nvSpPr>
          <p:cNvPr id="16" name="Text Placeholder 2">
            <a:extLst>
              <a:ext uri="{FF2B5EF4-FFF2-40B4-BE49-F238E27FC236}">
                <a16:creationId xmlns:a16="http://schemas.microsoft.com/office/drawing/2014/main" id="{12971146-2CB7-4BAC-8EE4-87D88E943238}"/>
              </a:ext>
            </a:extLst>
          </p:cNvPr>
          <p:cNvSpPr>
            <a:spLocks noGrp="1"/>
          </p:cNvSpPr>
          <p:nvPr>
            <p:ph idx="1" hasCustomPrompt="1"/>
          </p:nvPr>
        </p:nvSpPr>
        <p:spPr bwMode="gray">
          <a:xfrm>
            <a:off x="659008" y="1795636"/>
            <a:ext cx="10875600" cy="4403948"/>
          </a:xfrm>
          <a:prstGeom prst="rect">
            <a:avLst/>
          </a:prstGeom>
        </p:spPr>
        <p:txBody>
          <a:bodyPr vert="horz" lIns="0" tIns="0" rIns="0" bIns="0" rtlCol="0">
            <a:noAutofit/>
          </a:bodyPr>
          <a:lstStyle>
            <a:lvl1pPr>
              <a:defRPr sz="2000"/>
            </a:lvl1pPr>
            <a:lvl2pPr>
              <a:defRPr sz="2000"/>
            </a:lvl2pPr>
            <a:lvl3pPr>
              <a:defRPr sz="2000"/>
            </a:lvl3pPr>
            <a:lvl4pPr>
              <a:defRPr sz="2000"/>
            </a:lvl4pPr>
            <a:lvl5pPr>
              <a:defRPr sz="2000"/>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Tree>
    <p:extLst>
      <p:ext uri="{BB962C8B-B14F-4D97-AF65-F5344CB8AC3E}">
        <p14:creationId xmlns:p14="http://schemas.microsoft.com/office/powerpoint/2010/main" val="405085496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ullet slide">
    <p:spTree>
      <p:nvGrpSpPr>
        <p:cNvPr id="1" name=""/>
        <p:cNvGrpSpPr/>
        <p:nvPr/>
      </p:nvGrpSpPr>
      <p:grpSpPr>
        <a:xfrm>
          <a:off x="0" y="0"/>
          <a:ext cx="0" cy="0"/>
          <a:chOff x="0" y="0"/>
          <a:chExt cx="0" cy="0"/>
        </a:xfrm>
      </p:grpSpPr>
      <p:sp>
        <p:nvSpPr>
          <p:cNvPr id="9" name="Text Placeholder 2"/>
          <p:cNvSpPr>
            <a:spLocks noGrp="1"/>
          </p:cNvSpPr>
          <p:nvPr>
            <p:ph idx="1" hasCustomPrompt="1"/>
          </p:nvPr>
        </p:nvSpPr>
        <p:spPr bwMode="gray">
          <a:xfrm>
            <a:off x="659008" y="1141197"/>
            <a:ext cx="10875600" cy="5058000"/>
          </a:xfrm>
          <a:prstGeom prst="rect">
            <a:avLst/>
          </a:prstGeom>
        </p:spPr>
        <p:txBody>
          <a:bodyPr vert="horz" lIns="0" tIns="0" rIns="0" bIns="0" rtlCol="0">
            <a:noAutofit/>
          </a:bodyPr>
          <a:lstStyle>
            <a:lvl1pPr marL="180000" indent="-180000">
              <a:buClr>
                <a:schemeClr val="accent1"/>
              </a:buClr>
              <a:buFontTx/>
              <a:buBlip>
                <a:blip r:embed="rId2">
                  <a:extLst>
                    <a:ext uri="{96DAC541-7B7A-43D3-8B79-37D633B846F1}">
                      <asvg:svgBlip xmlns:asvg="http://schemas.microsoft.com/office/drawing/2016/SVG/main" r:embed="rId3"/>
                    </a:ext>
                  </a:extLst>
                </a:blip>
              </a:buBlip>
              <a:defRPr/>
            </a:lvl1pPr>
            <a:lvl2pPr marL="360000" indent="-180000">
              <a:buClr>
                <a:schemeClr val="accent2"/>
              </a:buClr>
              <a:buFontTx/>
              <a:buBlip>
                <a:blip r:embed="rId4">
                  <a:extLst>
                    <a:ext uri="{96DAC541-7B7A-43D3-8B79-37D633B846F1}">
                      <asvg:svgBlip xmlns:asvg="http://schemas.microsoft.com/office/drawing/2016/SVG/main" r:embed="rId5"/>
                    </a:ext>
                  </a:extLst>
                </a:blip>
              </a:buBlip>
              <a:defRPr/>
            </a:lvl2pPr>
            <a:lvl3pPr marL="540000" indent="-180000">
              <a:buClr>
                <a:schemeClr val="accent3"/>
              </a:buClr>
              <a:buFontTx/>
              <a:buBlip>
                <a:blip r:embed="rId6">
                  <a:extLst>
                    <a:ext uri="{96DAC541-7B7A-43D3-8B79-37D633B846F1}">
                      <asvg:svgBlip xmlns:asvg="http://schemas.microsoft.com/office/drawing/2016/SVG/main" r:embed="rId7"/>
                    </a:ext>
                  </a:extLst>
                </a:blip>
              </a:buBlip>
              <a:defRPr/>
            </a:lvl3pPr>
            <a:lvl4pPr marL="720000" indent="-180000">
              <a:buClr>
                <a:schemeClr val="accent4"/>
              </a:buClr>
              <a:buFontTx/>
              <a:buBlip>
                <a:blip r:embed="rId8">
                  <a:extLst>
                    <a:ext uri="{96DAC541-7B7A-43D3-8B79-37D633B846F1}">
                      <asvg:svgBlip xmlns:asvg="http://schemas.microsoft.com/office/drawing/2016/SVG/main" r:embed="rId9"/>
                    </a:ext>
                  </a:extLst>
                </a:blip>
              </a:buBlip>
              <a:defRPr/>
            </a:lvl4pPr>
            <a:lvl5pPr marL="900000" indent="-180000">
              <a:buClr>
                <a:schemeClr val="accent5"/>
              </a:buClr>
              <a:buFontTx/>
              <a:buBlip>
                <a:blip r:embed="rId10">
                  <a:extLst>
                    <a:ext uri="{96DAC541-7B7A-43D3-8B79-37D633B846F1}">
                      <asvg:svgBlip xmlns:asvg="http://schemas.microsoft.com/office/drawing/2016/SVG/main" r:embed="rId11"/>
                    </a:ext>
                  </a:extLst>
                </a:blip>
              </a:buBlip>
              <a:defRPr/>
            </a:lvl5pPr>
            <a:lvl6pPr marL="1080000" indent="-180000">
              <a:lnSpc>
                <a:spcPct val="93000"/>
              </a:lnSpc>
              <a:spcBef>
                <a:spcPts val="0"/>
              </a:spcBef>
              <a:buFontTx/>
              <a:buBlip>
                <a:blip r:embed="rId12">
                  <a:extLst>
                    <a:ext uri="{96DAC541-7B7A-43D3-8B79-37D633B846F1}">
                      <asvg:svgBlip xmlns:asvg="http://schemas.microsoft.com/office/drawing/2016/SVG/main" r:embed="rId13"/>
                    </a:ext>
                  </a:extLst>
                </a:blip>
              </a:buBlip>
              <a:defRPr sz="2000"/>
            </a:lvl6pPr>
            <a:lvl7pPr marL="1260000" indent="-180000">
              <a:lnSpc>
                <a:spcPct val="93000"/>
              </a:lnSpc>
              <a:spcBef>
                <a:spcPts val="0"/>
              </a:spcBef>
              <a:buFontTx/>
              <a:buBlip>
                <a:blip r:embed="rId14">
                  <a:extLst>
                    <a:ext uri="{96DAC541-7B7A-43D3-8B79-37D633B846F1}">
                      <asvg:svgBlip xmlns:asvg="http://schemas.microsoft.com/office/drawing/2016/SVG/main" r:embed="rId15"/>
                    </a:ext>
                  </a:extLst>
                </a:blip>
              </a:buBlip>
              <a:defRPr sz="2000"/>
            </a:lvl7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a:t>Fifth level</a:t>
            </a:r>
          </a:p>
          <a:p>
            <a:pPr lvl="5"/>
            <a:r>
              <a:rPr lang="en-GB" noProof="0"/>
              <a:t>Sixth level</a:t>
            </a:r>
          </a:p>
          <a:p>
            <a:pPr lvl="6"/>
            <a:r>
              <a:rPr lang="en-GB" noProof="0"/>
              <a:t>Seventh level</a:t>
            </a:r>
            <a:endParaRPr lang="en-GB" noProof="0" dirty="0"/>
          </a:p>
        </p:txBody>
      </p:sp>
      <p:sp>
        <p:nvSpPr>
          <p:cNvPr id="5" name="Slide Number Placeholder 4"/>
          <p:cNvSpPr>
            <a:spLocks noGrp="1"/>
          </p:cNvSpPr>
          <p:nvPr>
            <p:ph type="sldNum" sz="quarter" idx="11"/>
          </p:nvPr>
        </p:nvSpPr>
        <p:spPr/>
        <p:txBody>
          <a:bodyPr/>
          <a:lstStyle/>
          <a:p>
            <a:fld id="{DDD2A080-DA64-4F5C-9131-47EB793B4410}" type="slidenum">
              <a:rPr lang="en-GB" noProof="0" smtClean="0"/>
              <a:pPr/>
              <a:t>‹#›</a:t>
            </a:fld>
            <a:endParaRPr lang="en-GB" noProof="0" dirty="0"/>
          </a:p>
        </p:txBody>
      </p:sp>
      <p:sp>
        <p:nvSpPr>
          <p:cNvPr id="3" name="Footer Placeholder 2">
            <a:extLst>
              <a:ext uri="{FF2B5EF4-FFF2-40B4-BE49-F238E27FC236}">
                <a16:creationId xmlns:a16="http://schemas.microsoft.com/office/drawing/2014/main" id="{D200E7AA-C44B-426E-B459-FAE63DF6B45E}"/>
              </a:ext>
            </a:extLst>
          </p:cNvPr>
          <p:cNvSpPr>
            <a:spLocks noGrp="1"/>
          </p:cNvSpPr>
          <p:nvPr>
            <p:ph type="ftr" sz="quarter" idx="12"/>
          </p:nvPr>
        </p:nvSpPr>
        <p:spPr/>
        <p:txBody>
          <a:bodyPr/>
          <a:lstStyle>
            <a:lvl1pPr>
              <a:defRPr/>
            </a:lvl1pPr>
          </a:lstStyle>
          <a:p>
            <a:endParaRPr lang="en-GB" noProof="0"/>
          </a:p>
        </p:txBody>
      </p:sp>
      <p:sp>
        <p:nvSpPr>
          <p:cNvPr id="7" name="Title 6">
            <a:extLst>
              <a:ext uri="{FF2B5EF4-FFF2-40B4-BE49-F238E27FC236}">
                <a16:creationId xmlns:a16="http://schemas.microsoft.com/office/drawing/2014/main" id="{572D2BF4-B73D-41D9-ABBC-BA54F524221F}"/>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grpSp>
        <p:nvGrpSpPr>
          <p:cNvPr id="6" name="Group 5">
            <a:extLst>
              <a:ext uri="{FF2B5EF4-FFF2-40B4-BE49-F238E27FC236}">
                <a16:creationId xmlns:a16="http://schemas.microsoft.com/office/drawing/2014/main" id="{28518AE9-A05C-440E-B9E1-876EC28E1BD0}"/>
              </a:ext>
            </a:extLst>
          </p:cNvPr>
          <p:cNvGrpSpPr/>
          <p:nvPr userDrawn="1"/>
        </p:nvGrpSpPr>
        <p:grpSpPr>
          <a:xfrm>
            <a:off x="-2368598" y="0"/>
            <a:ext cx="1872000" cy="4379495"/>
            <a:chOff x="-2025698" y="0"/>
            <a:chExt cx="1872000" cy="4379495"/>
          </a:xfrm>
        </p:grpSpPr>
        <p:grpSp>
          <p:nvGrpSpPr>
            <p:cNvPr id="8" name="Group 7">
              <a:extLst>
                <a:ext uri="{FF2B5EF4-FFF2-40B4-BE49-F238E27FC236}">
                  <a16:creationId xmlns:a16="http://schemas.microsoft.com/office/drawing/2014/main" id="{D9DF109D-A8C2-4886-80B0-048F765CAB37}"/>
                </a:ext>
              </a:extLst>
            </p:cNvPr>
            <p:cNvGrpSpPr/>
            <p:nvPr userDrawn="1"/>
          </p:nvGrpSpPr>
          <p:grpSpPr>
            <a:xfrm>
              <a:off x="-2025698" y="0"/>
              <a:ext cx="1872000" cy="4379495"/>
              <a:chOff x="-2025698" y="0"/>
              <a:chExt cx="1872000" cy="4379495"/>
            </a:xfrm>
          </p:grpSpPr>
          <p:grpSp>
            <p:nvGrpSpPr>
              <p:cNvPr id="11" name="Group 10">
                <a:extLst>
                  <a:ext uri="{FF2B5EF4-FFF2-40B4-BE49-F238E27FC236}">
                    <a16:creationId xmlns:a16="http://schemas.microsoft.com/office/drawing/2014/main" id="{0480695D-2895-4499-A20D-9E1A9EEDC854}"/>
                  </a:ext>
                </a:extLst>
              </p:cNvPr>
              <p:cNvGrpSpPr/>
              <p:nvPr userDrawn="1"/>
            </p:nvGrpSpPr>
            <p:grpSpPr>
              <a:xfrm>
                <a:off x="-2025698" y="0"/>
                <a:ext cx="1872000" cy="4379495"/>
                <a:chOff x="-2025698" y="0"/>
                <a:chExt cx="1872000" cy="4379495"/>
              </a:xfrm>
            </p:grpSpPr>
            <p:grpSp>
              <p:nvGrpSpPr>
                <p:cNvPr id="13" name="Group 12">
                  <a:extLst>
                    <a:ext uri="{FF2B5EF4-FFF2-40B4-BE49-F238E27FC236}">
                      <a16:creationId xmlns:a16="http://schemas.microsoft.com/office/drawing/2014/main" id="{8FDDD35E-C14B-4A25-8CDC-FF3D2C373200}"/>
                    </a:ext>
                  </a:extLst>
                </p:cNvPr>
                <p:cNvGrpSpPr/>
                <p:nvPr/>
              </p:nvGrpSpPr>
              <p:grpSpPr>
                <a:xfrm>
                  <a:off x="-2025698" y="0"/>
                  <a:ext cx="1872000" cy="4379495"/>
                  <a:chOff x="-2025698" y="0"/>
                  <a:chExt cx="1872000" cy="4379495"/>
                </a:xfrm>
              </p:grpSpPr>
              <p:sp>
                <p:nvSpPr>
                  <p:cNvPr id="15" name="Rectangle 104">
                    <a:extLst>
                      <a:ext uri="{FF2B5EF4-FFF2-40B4-BE49-F238E27FC236}">
                        <a16:creationId xmlns:a16="http://schemas.microsoft.com/office/drawing/2014/main" id="{D5CE5D8E-9FD9-4A5B-89EB-A650D1C27FF4}"/>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16" name="Rectangle 113">
                    <a:extLst>
                      <a:ext uri="{FF2B5EF4-FFF2-40B4-BE49-F238E27FC236}">
                        <a16:creationId xmlns:a16="http://schemas.microsoft.com/office/drawing/2014/main" id="{A06B4935-D494-4304-AC9F-CD1905ED11B3}"/>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14" name="Rectangle 106">
                  <a:extLst>
                    <a:ext uri="{FF2B5EF4-FFF2-40B4-BE49-F238E27FC236}">
                      <a16:creationId xmlns:a16="http://schemas.microsoft.com/office/drawing/2014/main" id="{0FBBC0EA-00FB-4241-8D08-083F6FF05DB7}"/>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12" name="Picture 11">
                <a:extLst>
                  <a:ext uri="{FF2B5EF4-FFF2-40B4-BE49-F238E27FC236}">
                    <a16:creationId xmlns:a16="http://schemas.microsoft.com/office/drawing/2014/main" id="{3BEBDEE9-4DE3-4572-9ED1-61CE6B32A511}"/>
                  </a:ext>
                </a:extLst>
              </p:cNvPr>
              <p:cNvPicPr>
                <a:picLocks noChangeAspect="1"/>
              </p:cNvPicPr>
              <p:nvPr userDrawn="1"/>
            </p:nvPicPr>
            <p:blipFill>
              <a:blip r:embed="rId16"/>
              <a:srcRect/>
              <a:stretch/>
            </p:blipFill>
            <p:spPr>
              <a:xfrm>
                <a:off x="-1893936" y="1754883"/>
                <a:ext cx="1046211" cy="788945"/>
              </a:xfrm>
              <a:prstGeom prst="rect">
                <a:avLst/>
              </a:prstGeom>
            </p:spPr>
          </p:pic>
        </p:grpSp>
        <p:sp>
          <p:nvSpPr>
            <p:cNvPr id="10" name="Rectangle 9">
              <a:extLst>
                <a:ext uri="{FF2B5EF4-FFF2-40B4-BE49-F238E27FC236}">
                  <a16:creationId xmlns:a16="http://schemas.microsoft.com/office/drawing/2014/main" id="{2FFB253F-6D46-44AA-A75D-74AAE0E0BC05}"/>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22585600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slide full picture">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B75F6F7-FB67-4EC8-8492-B81B33A8C169}"/>
              </a:ext>
            </a:extLst>
          </p:cNvPr>
          <p:cNvGrpSpPr/>
          <p:nvPr userDrawn="1"/>
        </p:nvGrpSpPr>
        <p:grpSpPr>
          <a:xfrm>
            <a:off x="-435429" y="5878278"/>
            <a:ext cx="290286" cy="979713"/>
            <a:chOff x="-435429" y="5878278"/>
            <a:chExt cx="290286" cy="979713"/>
          </a:xfrm>
        </p:grpSpPr>
        <p:cxnSp>
          <p:nvCxnSpPr>
            <p:cNvPr id="15" name="Straight Connector 14">
              <a:extLst>
                <a:ext uri="{FF2B5EF4-FFF2-40B4-BE49-F238E27FC236}">
                  <a16:creationId xmlns:a16="http://schemas.microsoft.com/office/drawing/2014/main" id="{A087FD79-4C26-49F1-866C-EA798B35D4CC}"/>
                </a:ext>
              </a:extLst>
            </p:cNvPr>
            <p:cNvCxnSpPr/>
            <p:nvPr userDrawn="1"/>
          </p:nvCxnSpPr>
          <p:spPr>
            <a:xfrm>
              <a:off x="-435429" y="5878278"/>
              <a:ext cx="290286"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B7E1CC9-42C3-41DF-A063-2533A041EBD6}"/>
                </a:ext>
              </a:extLst>
            </p:cNvPr>
            <p:cNvCxnSpPr/>
            <p:nvPr userDrawn="1"/>
          </p:nvCxnSpPr>
          <p:spPr>
            <a:xfrm>
              <a:off x="-435429" y="6857991"/>
              <a:ext cx="290286"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grpSp>
      <p:cxnSp>
        <p:nvCxnSpPr>
          <p:cNvPr id="26" name="Straight Connector 25">
            <a:extLst>
              <a:ext uri="{FF2B5EF4-FFF2-40B4-BE49-F238E27FC236}">
                <a16:creationId xmlns:a16="http://schemas.microsoft.com/office/drawing/2014/main" id="{6AE355DD-C7E7-4A4E-B99F-2A9022930A62}"/>
              </a:ext>
            </a:extLst>
          </p:cNvPr>
          <p:cNvCxnSpPr/>
          <p:nvPr userDrawn="1"/>
        </p:nvCxnSpPr>
        <p:spPr>
          <a:xfrm>
            <a:off x="659028" y="7003142"/>
            <a:ext cx="0" cy="290284"/>
          </a:xfrm>
          <a:prstGeom prst="line">
            <a:avLst/>
          </a:prstGeom>
          <a:ln w="6350" cap="rnd">
            <a:solidFill>
              <a:srgbClr val="559BD1"/>
            </a:solidFill>
            <a:round/>
            <a:headEnd type="arrow"/>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325DB4B-BB6C-4E96-B97C-7F608E23A5FC}"/>
              </a:ext>
            </a:extLst>
          </p:cNvPr>
          <p:cNvSpPr txBox="1"/>
          <p:nvPr userDrawn="1"/>
        </p:nvSpPr>
        <p:spPr>
          <a:xfrm>
            <a:off x="577225" y="7319409"/>
            <a:ext cx="1575426" cy="226591"/>
          </a:xfrm>
          <a:prstGeom prst="rect">
            <a:avLst/>
          </a:prstGeom>
          <a:noFill/>
        </p:spPr>
        <p:txBody>
          <a:bodyPr wrap="square" lIns="36000" tIns="36000" rIns="36000" bIns="36000" rtlCol="0">
            <a:spAutoFit/>
          </a:bodyPr>
          <a:lstStyle/>
          <a:p>
            <a:r>
              <a:rPr lang="en-GB" sz="1000" b="0">
                <a:solidFill>
                  <a:srgbClr val="696969"/>
                </a:solidFill>
              </a:rPr>
              <a:t>Alignment indicator</a:t>
            </a:r>
            <a:endParaRPr lang="en-GB" sz="1000" b="0" dirty="0" err="1">
              <a:solidFill>
                <a:srgbClr val="696969"/>
              </a:solidFill>
            </a:endParaRPr>
          </a:p>
        </p:txBody>
      </p:sp>
      <p:sp>
        <p:nvSpPr>
          <p:cNvPr id="28" name="TextBox 27">
            <a:extLst>
              <a:ext uri="{FF2B5EF4-FFF2-40B4-BE49-F238E27FC236}">
                <a16:creationId xmlns:a16="http://schemas.microsoft.com/office/drawing/2014/main" id="{0715040F-C51E-4BC8-BAA4-E7C486B99129}"/>
              </a:ext>
            </a:extLst>
          </p:cNvPr>
          <p:cNvSpPr txBox="1"/>
          <p:nvPr userDrawn="1"/>
        </p:nvSpPr>
        <p:spPr>
          <a:xfrm>
            <a:off x="-2261849" y="0"/>
            <a:ext cx="1826420" cy="391991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Finally, click on the new picture and choose 'Move to Back' via the right mouse button to show the heading bars again.</a:t>
            </a:r>
            <a:endParaRPr lang="en-GB" sz="1000" b="0" dirty="0" err="1">
              <a:solidFill>
                <a:srgbClr val="696969"/>
              </a:solidFill>
            </a:endParaRPr>
          </a:p>
        </p:txBody>
      </p:sp>
      <p:pic>
        <p:nvPicPr>
          <p:cNvPr id="45" name="ING identifier">
            <a:extLst>
              <a:ext uri="{FF2B5EF4-FFF2-40B4-BE49-F238E27FC236}">
                <a16:creationId xmlns:a16="http://schemas.microsoft.com/office/drawing/2014/main" id="{EEE85C1B-203A-4958-A943-8138A468D04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544428" y="4964165"/>
            <a:ext cx="1647571" cy="1893836"/>
          </a:xfrm>
          <a:prstGeom prst="rect">
            <a:avLst/>
          </a:prstGeom>
        </p:spPr>
      </p:pic>
      <p:sp>
        <p:nvSpPr>
          <p:cNvPr id="7" name="Project Placeholder">
            <a:extLst>
              <a:ext uri="{FF2B5EF4-FFF2-40B4-BE49-F238E27FC236}">
                <a16:creationId xmlns:a16="http://schemas.microsoft.com/office/drawing/2014/main" id="{91CED5FC-8BD5-48C5-9E58-7BB378951BE7}"/>
              </a:ext>
            </a:extLst>
          </p:cNvPr>
          <p:cNvSpPr>
            <a:spLocks noGrp="1" noChangeAspect="1"/>
          </p:cNvSpPr>
          <p:nvPr>
            <p:ph type="pic" sz="quarter" idx="16" hasCustomPrompt="1"/>
          </p:nvPr>
        </p:nvSpPr>
        <p:spPr>
          <a:xfrm>
            <a:off x="658798" y="5896308"/>
            <a:ext cx="3857457" cy="961691"/>
          </a:xfrm>
        </p:spPr>
        <p:txBody>
          <a:bodyPr lIns="288000" tIns="108000" rIns="108000" bIns="108000" anchor="ctr" anchorCtr="0"/>
          <a:lstStyle>
            <a:lvl1pPr>
              <a:defRPr sz="1200">
                <a:solidFill>
                  <a:srgbClr val="A8A8A8"/>
                </a:solidFill>
              </a:defRPr>
            </a:lvl1pPr>
          </a:lstStyle>
          <a:p>
            <a:r>
              <a:rPr lang="en-GB" dirty="0"/>
              <a:t>Business or project wordmark </a:t>
            </a:r>
            <a:br>
              <a:rPr lang="en-GB" dirty="0"/>
            </a:br>
            <a:r>
              <a:rPr lang="en-GB" dirty="0"/>
              <a:t>placeholder</a:t>
            </a:r>
          </a:p>
        </p:txBody>
      </p:sp>
      <p:sp>
        <p:nvSpPr>
          <p:cNvPr id="22" name="Text Placeholder 2">
            <a:extLst>
              <a:ext uri="{FF2B5EF4-FFF2-40B4-BE49-F238E27FC236}">
                <a16:creationId xmlns:a16="http://schemas.microsoft.com/office/drawing/2014/main" id="{DE1C96E9-595E-4298-9E38-674AB1833A5D}"/>
              </a:ext>
            </a:extLst>
          </p:cNvPr>
          <p:cNvSpPr>
            <a:spLocks noGrp="1"/>
          </p:cNvSpPr>
          <p:nvPr>
            <p:ph type="body" sz="quarter" idx="14" hasCustomPrompt="1"/>
          </p:nvPr>
        </p:nvSpPr>
        <p:spPr>
          <a:xfrm>
            <a:off x="658999" y="5583940"/>
            <a:ext cx="5256000" cy="294302"/>
          </a:xfrm>
        </p:spPr>
        <p:txBody>
          <a:bodyPr wrap="square" lIns="0" tIns="0" rIns="36000" bIns="72000" anchor="t" anchorCtr="0">
            <a:sp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lang="en-GB" sz="1600" b="0" i="0" kern="1200" baseline="0" noProof="0" dirty="0" smtClean="0">
                <a:solidFill>
                  <a:schemeClr val="tx1"/>
                </a:solidFill>
                <a:latin typeface="+mn-lt"/>
                <a:ea typeface="+mn-ea"/>
                <a:cs typeface="ING Me" pitchFamily="2" charset="0"/>
              </a:defRPr>
            </a:lvl1pPr>
            <a:lvl2pPr>
              <a:defRPr sz="2200">
                <a:solidFill>
                  <a:srgbClr val="000000"/>
                </a:solidFill>
              </a:defRPr>
            </a:lvl2pPr>
            <a:lvl3pPr>
              <a:defRPr sz="2200">
                <a:solidFill>
                  <a:srgbClr val="000000"/>
                </a:solidFill>
              </a:defRPr>
            </a:lvl3pPr>
            <a:lvl4pPr>
              <a:defRPr sz="2200">
                <a:solidFill>
                  <a:srgbClr val="000000"/>
                </a:solidFill>
              </a:defRPr>
            </a:lvl4pPr>
            <a:lvl5pPr>
              <a:defRPr sz="2200">
                <a:solidFill>
                  <a:srgbClr val="000000"/>
                </a:solidFill>
              </a:defRPr>
            </a:lvl5pPr>
          </a:lstStyle>
          <a:p>
            <a:pPr lvl="0"/>
            <a:r>
              <a:rPr lang="en-GB" noProof="0" dirty="0"/>
              <a:t>Click to </a:t>
            </a:r>
            <a:r>
              <a:rPr lang="en-GB" noProof="0"/>
              <a:t>add date</a:t>
            </a:r>
          </a:p>
        </p:txBody>
      </p:sp>
      <p:sp>
        <p:nvSpPr>
          <p:cNvPr id="20" name="Subtitle 2">
            <a:extLst>
              <a:ext uri="{FF2B5EF4-FFF2-40B4-BE49-F238E27FC236}">
                <a16:creationId xmlns:a16="http://schemas.microsoft.com/office/drawing/2014/main" id="{A8EDA20D-6EDD-4B8B-AFF1-92BB2BB3A93D}"/>
              </a:ext>
            </a:extLst>
          </p:cNvPr>
          <p:cNvSpPr>
            <a:spLocks noGrp="1"/>
          </p:cNvSpPr>
          <p:nvPr>
            <p:ph type="subTitle" idx="1" hasCustomPrompt="1"/>
          </p:nvPr>
        </p:nvSpPr>
        <p:spPr bwMode="gray">
          <a:xfrm>
            <a:off x="658998" y="5276905"/>
            <a:ext cx="5256000" cy="294302"/>
          </a:xfrm>
        </p:spPr>
        <p:txBody>
          <a:bodyPr wrap="square" lIns="0" rIns="36000" bIns="72000" anchor="t" anchorCtr="0">
            <a:spAutoFit/>
          </a:bodyPr>
          <a:lstStyle>
            <a:lvl1pPr marL="0" indent="0" algn="l">
              <a:lnSpc>
                <a:spcPct val="90000"/>
              </a:lnSpc>
              <a:buNone/>
              <a:defRPr sz="1600" b="1" i="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noProof="0" dirty="0"/>
              <a:t>Click to add name of department and/</a:t>
            </a:r>
            <a:r>
              <a:rPr lang="en-GB" noProof="0"/>
              <a:t>or author</a:t>
            </a:r>
          </a:p>
        </p:txBody>
      </p:sp>
      <p:sp>
        <p:nvSpPr>
          <p:cNvPr id="156" name="Picture Placeholder 155">
            <a:extLst>
              <a:ext uri="{FF2B5EF4-FFF2-40B4-BE49-F238E27FC236}">
                <a16:creationId xmlns:a16="http://schemas.microsoft.com/office/drawing/2014/main" id="{7425731A-743F-4AF6-BD8E-C71C4F4E2EBD}"/>
              </a:ext>
            </a:extLst>
          </p:cNvPr>
          <p:cNvSpPr>
            <a:spLocks noGrp="1"/>
          </p:cNvSpPr>
          <p:nvPr>
            <p:ph type="pic" sz="quarter" idx="12"/>
          </p:nvPr>
        </p:nvSpPr>
        <p:spPr bwMode="gray">
          <a:xfrm>
            <a:off x="0" y="-176400"/>
            <a:ext cx="12192000" cy="5157745"/>
          </a:xfrm>
          <a:custGeom>
            <a:avLst/>
            <a:gdLst>
              <a:gd name="connsiteX0" fmla="*/ 0 w 12192000"/>
              <a:gd name="connsiteY0" fmla="*/ 0 h 5157745"/>
              <a:gd name="connsiteX1" fmla="*/ 12192000 w 12192000"/>
              <a:gd name="connsiteY1" fmla="*/ 0 h 5157745"/>
              <a:gd name="connsiteX2" fmla="*/ 12192000 w 12192000"/>
              <a:gd name="connsiteY2" fmla="*/ 5157745 h 5157745"/>
              <a:gd name="connsiteX3" fmla="*/ 191455 w 12192000"/>
              <a:gd name="connsiteY3" fmla="*/ 5157745 h 5157745"/>
              <a:gd name="connsiteX4" fmla="*/ 0 w 12192000"/>
              <a:gd name="connsiteY4" fmla="*/ 4966290 h 51577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57745">
                <a:moveTo>
                  <a:pt x="0" y="0"/>
                </a:moveTo>
                <a:lnTo>
                  <a:pt x="12192000" y="0"/>
                </a:lnTo>
                <a:lnTo>
                  <a:pt x="12192000" y="5157745"/>
                </a:lnTo>
                <a:lnTo>
                  <a:pt x="191455" y="5157745"/>
                </a:lnTo>
                <a:cubicBezTo>
                  <a:pt x="85717" y="5157745"/>
                  <a:pt x="0" y="5072028"/>
                  <a:pt x="0" y="4966290"/>
                </a:cubicBezTo>
                <a:close/>
              </a:path>
            </a:pathLst>
          </a:custGeom>
          <a:solidFill>
            <a:schemeClr val="accent2">
              <a:lumMod val="20000"/>
              <a:lumOff val="80000"/>
              <a:alpha val="10000"/>
            </a:schemeClr>
          </a:solidFill>
        </p:spPr>
        <p:txBody>
          <a:bodyPr wrap="square" lIns="2880000" tIns="0" anchor="ctr" anchorCtr="0">
            <a:noAutofit/>
          </a:bodyPr>
          <a:lstStyle>
            <a:lvl1pPr algn="ctr">
              <a:defRPr sz="1400" b="0"/>
            </a:lvl1pPr>
          </a:lstStyle>
          <a:p>
            <a:r>
              <a:rPr lang="en-US" noProof="0"/>
              <a:t>Click icon to add picture</a:t>
            </a:r>
            <a:endParaRPr lang="en-GB" noProof="0" dirty="0"/>
          </a:p>
        </p:txBody>
      </p:sp>
      <p:sp>
        <p:nvSpPr>
          <p:cNvPr id="21" name="Text Placeholder 6">
            <a:extLst>
              <a:ext uri="{FF2B5EF4-FFF2-40B4-BE49-F238E27FC236}">
                <a16:creationId xmlns:a16="http://schemas.microsoft.com/office/drawing/2014/main" id="{D70CDBB0-369C-45DE-9CC2-370E4C98C65F}"/>
              </a:ext>
            </a:extLst>
          </p:cNvPr>
          <p:cNvSpPr>
            <a:spLocks noGrp="1"/>
          </p:cNvSpPr>
          <p:nvPr>
            <p:ph type="body" sz="quarter" idx="11" hasCustomPrompt="1"/>
          </p:nvPr>
        </p:nvSpPr>
        <p:spPr bwMode="gray">
          <a:xfrm>
            <a:off x="990000" y="2448480"/>
            <a:ext cx="4786024" cy="732995"/>
          </a:xfrm>
          <a:prstGeom prst="roundRect">
            <a:avLst>
              <a:gd name="adj" fmla="val 13767"/>
            </a:avLst>
          </a:prstGeom>
          <a:solidFill>
            <a:srgbClr val="FF6200"/>
          </a:solidFill>
        </p:spPr>
        <p:txBody>
          <a:bodyPr wrap="none" lIns="108000" tIns="108000" rIns="108000" bIns="72000">
            <a:spAutoFit/>
          </a:bodyPr>
          <a:lstStyle>
            <a:lvl1pPr algn="l">
              <a:lnSpc>
                <a:spcPct val="90000"/>
              </a:lnSpc>
              <a:defRPr sz="3600" b="1">
                <a:solidFill>
                  <a:schemeClr val="bg1"/>
                </a:solidFill>
                <a:latin typeface="+mj-lt"/>
              </a:defRPr>
            </a:lvl1pPr>
          </a:lstStyle>
          <a:p>
            <a:pPr lvl="0"/>
            <a:r>
              <a:rPr lang="en-GB" noProof="0" dirty="0"/>
              <a:t>Click to add (sub)title</a:t>
            </a:r>
          </a:p>
        </p:txBody>
      </p:sp>
      <p:sp>
        <p:nvSpPr>
          <p:cNvPr id="19" name="Title 1">
            <a:extLst>
              <a:ext uri="{FF2B5EF4-FFF2-40B4-BE49-F238E27FC236}">
                <a16:creationId xmlns:a16="http://schemas.microsoft.com/office/drawing/2014/main" id="{2C9487CD-303C-46D0-A559-E815772F3479}"/>
              </a:ext>
            </a:extLst>
          </p:cNvPr>
          <p:cNvSpPr>
            <a:spLocks noGrp="1"/>
          </p:cNvSpPr>
          <p:nvPr>
            <p:ph type="ctrTitle" hasCustomPrompt="1"/>
          </p:nvPr>
        </p:nvSpPr>
        <p:spPr bwMode="gray">
          <a:xfrm>
            <a:off x="658799" y="1634860"/>
            <a:ext cx="3712436" cy="738000"/>
          </a:xfrm>
          <a:prstGeom prst="roundRect">
            <a:avLst>
              <a:gd name="adj" fmla="val 13767"/>
            </a:avLst>
          </a:prstGeom>
          <a:solidFill>
            <a:srgbClr val="FF6200"/>
          </a:solidFill>
        </p:spPr>
        <p:txBody>
          <a:bodyPr wrap="none" lIns="108000" tIns="108000" rIns="108000" bIns="72000" anchor="t" anchorCtr="0">
            <a:spAutoFit/>
          </a:bodyPr>
          <a:lstStyle>
            <a:lvl1pPr algn="l">
              <a:lnSpc>
                <a:spcPct val="90000"/>
              </a:lnSpc>
              <a:defRPr sz="3600">
                <a:solidFill>
                  <a:schemeClr val="bg1"/>
                </a:solidFill>
              </a:defRPr>
            </a:lvl1pPr>
          </a:lstStyle>
          <a:p>
            <a:r>
              <a:rPr lang="en-GB" noProof="0"/>
              <a:t>Click </a:t>
            </a:r>
            <a:r>
              <a:rPr lang="en-GB" noProof="0" dirty="0"/>
              <a:t>to </a:t>
            </a:r>
            <a:r>
              <a:rPr lang="en-GB" noProof="0"/>
              <a:t>add title</a:t>
            </a:r>
            <a:endParaRPr lang="en-GB" noProof="0" dirty="0"/>
          </a:p>
        </p:txBody>
      </p:sp>
    </p:spTree>
    <p:extLst>
      <p:ext uri="{BB962C8B-B14F-4D97-AF65-F5344CB8AC3E}">
        <p14:creationId xmlns:p14="http://schemas.microsoft.com/office/powerpoint/2010/main" val="2490451046"/>
      </p:ext>
    </p:extLst>
  </p:cSld>
  <p:clrMapOvr>
    <a:masterClrMapping/>
  </p:clrMapOvr>
  <p:extLst>
    <p:ext uri="{DCECCB84-F9BA-43D5-87BE-67443E8EF086}">
      <p15:sldGuideLst xmlns:p15="http://schemas.microsoft.com/office/powerpoint/2012/main">
        <p15:guide id="1" orient="horz" pos="1491">
          <p15:clr>
            <a:srgbClr val="FBAE40"/>
          </p15:clr>
        </p15:guide>
        <p15:guide id="2" orient="horz" pos="1542">
          <p15:clr>
            <a:srgbClr val="FBAE40"/>
          </p15:clr>
        </p15:guide>
        <p15:guide id="3" orient="horz" pos="2006">
          <p15:clr>
            <a:srgbClr val="FBAE40"/>
          </p15:clr>
        </p15:guide>
        <p15:guide id="4" orient="horz" pos="2057">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lide full picture ING logo">
    <p:bg>
      <p:bgPr>
        <a:solidFill>
          <a:schemeClr val="bg1">
            <a:alpha val="10000"/>
          </a:schemeClr>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B75F6F7-FB67-4EC8-8492-B81B33A8C169}"/>
              </a:ext>
            </a:extLst>
          </p:cNvPr>
          <p:cNvGrpSpPr/>
          <p:nvPr userDrawn="1"/>
        </p:nvGrpSpPr>
        <p:grpSpPr>
          <a:xfrm>
            <a:off x="-435429" y="5878278"/>
            <a:ext cx="290286" cy="979713"/>
            <a:chOff x="-435429" y="5878278"/>
            <a:chExt cx="290286" cy="979713"/>
          </a:xfrm>
        </p:grpSpPr>
        <p:cxnSp>
          <p:nvCxnSpPr>
            <p:cNvPr id="15" name="Straight Connector 14">
              <a:extLst>
                <a:ext uri="{FF2B5EF4-FFF2-40B4-BE49-F238E27FC236}">
                  <a16:creationId xmlns:a16="http://schemas.microsoft.com/office/drawing/2014/main" id="{A087FD79-4C26-49F1-866C-EA798B35D4CC}"/>
                </a:ext>
              </a:extLst>
            </p:cNvPr>
            <p:cNvCxnSpPr/>
            <p:nvPr userDrawn="1"/>
          </p:nvCxnSpPr>
          <p:spPr>
            <a:xfrm>
              <a:off x="-435429" y="5878278"/>
              <a:ext cx="290286"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B7E1CC9-42C3-41DF-A063-2533A041EBD6}"/>
                </a:ext>
              </a:extLst>
            </p:cNvPr>
            <p:cNvCxnSpPr/>
            <p:nvPr userDrawn="1"/>
          </p:nvCxnSpPr>
          <p:spPr>
            <a:xfrm>
              <a:off x="-435429" y="6857991"/>
              <a:ext cx="290286"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grpSp>
      <p:cxnSp>
        <p:nvCxnSpPr>
          <p:cNvPr id="26" name="Straight Connector 25">
            <a:extLst>
              <a:ext uri="{FF2B5EF4-FFF2-40B4-BE49-F238E27FC236}">
                <a16:creationId xmlns:a16="http://schemas.microsoft.com/office/drawing/2014/main" id="{6AE355DD-C7E7-4A4E-B99F-2A9022930A62}"/>
              </a:ext>
            </a:extLst>
          </p:cNvPr>
          <p:cNvCxnSpPr/>
          <p:nvPr userDrawn="1"/>
        </p:nvCxnSpPr>
        <p:spPr>
          <a:xfrm>
            <a:off x="659028" y="7003142"/>
            <a:ext cx="0" cy="290284"/>
          </a:xfrm>
          <a:prstGeom prst="line">
            <a:avLst/>
          </a:prstGeom>
          <a:ln w="6350" cap="rnd">
            <a:solidFill>
              <a:srgbClr val="559BD1"/>
            </a:solidFill>
            <a:round/>
            <a:headEnd type="arrow"/>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325DB4B-BB6C-4E96-B97C-7F608E23A5FC}"/>
              </a:ext>
            </a:extLst>
          </p:cNvPr>
          <p:cNvSpPr txBox="1"/>
          <p:nvPr userDrawn="1"/>
        </p:nvSpPr>
        <p:spPr>
          <a:xfrm>
            <a:off x="577225" y="7319409"/>
            <a:ext cx="1575426" cy="226591"/>
          </a:xfrm>
          <a:prstGeom prst="rect">
            <a:avLst/>
          </a:prstGeom>
          <a:noFill/>
        </p:spPr>
        <p:txBody>
          <a:bodyPr wrap="square" lIns="36000" tIns="36000" rIns="36000" bIns="36000" rtlCol="0">
            <a:spAutoFit/>
          </a:bodyPr>
          <a:lstStyle/>
          <a:p>
            <a:r>
              <a:rPr lang="en-GB" sz="1000" b="0">
                <a:solidFill>
                  <a:srgbClr val="696969"/>
                </a:solidFill>
              </a:rPr>
              <a:t>Alignment indicator</a:t>
            </a:r>
            <a:endParaRPr lang="en-GB" sz="1000" b="0" dirty="0" err="1">
              <a:solidFill>
                <a:srgbClr val="696969"/>
              </a:solidFill>
            </a:endParaRPr>
          </a:p>
        </p:txBody>
      </p:sp>
      <p:pic>
        <p:nvPicPr>
          <p:cNvPr id="25" name="ING logo">
            <a:extLst>
              <a:ext uri="{FF2B5EF4-FFF2-40B4-BE49-F238E27FC236}">
                <a16:creationId xmlns:a16="http://schemas.microsoft.com/office/drawing/2014/main" id="{9E0C486C-31FE-42C0-85B9-EBE13E28A0E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055361" y="6088977"/>
            <a:ext cx="1807116" cy="449934"/>
          </a:xfrm>
          <a:prstGeom prst="rect">
            <a:avLst/>
          </a:prstGeom>
        </p:spPr>
      </p:pic>
      <p:sp>
        <p:nvSpPr>
          <p:cNvPr id="22" name="Text Placeholder 2">
            <a:extLst>
              <a:ext uri="{FF2B5EF4-FFF2-40B4-BE49-F238E27FC236}">
                <a16:creationId xmlns:a16="http://schemas.microsoft.com/office/drawing/2014/main" id="{DE1C96E9-595E-4298-9E38-674AB1833A5D}"/>
              </a:ext>
            </a:extLst>
          </p:cNvPr>
          <p:cNvSpPr>
            <a:spLocks noGrp="1"/>
          </p:cNvSpPr>
          <p:nvPr>
            <p:ph type="body" sz="quarter" idx="14" hasCustomPrompt="1"/>
          </p:nvPr>
        </p:nvSpPr>
        <p:spPr>
          <a:xfrm>
            <a:off x="658798" y="5583940"/>
            <a:ext cx="5256000" cy="294302"/>
          </a:xfrm>
        </p:spPr>
        <p:txBody>
          <a:bodyPr wrap="square" lIns="0" tIns="0" rIns="36000" bIns="72000" anchor="t" anchorCtr="0">
            <a:sp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lang="en-GB" sz="1600" b="0" i="0" kern="1200" baseline="0" noProof="0" dirty="0" smtClean="0">
                <a:solidFill>
                  <a:schemeClr val="tx1"/>
                </a:solidFill>
                <a:latin typeface="+mn-lt"/>
                <a:ea typeface="+mn-ea"/>
                <a:cs typeface="ING Me" pitchFamily="2" charset="0"/>
              </a:defRPr>
            </a:lvl1pPr>
            <a:lvl2pPr>
              <a:defRPr sz="2200">
                <a:solidFill>
                  <a:srgbClr val="000000"/>
                </a:solidFill>
              </a:defRPr>
            </a:lvl2pPr>
            <a:lvl3pPr>
              <a:defRPr sz="2200">
                <a:solidFill>
                  <a:srgbClr val="000000"/>
                </a:solidFill>
              </a:defRPr>
            </a:lvl3pPr>
            <a:lvl4pPr>
              <a:defRPr sz="2200">
                <a:solidFill>
                  <a:srgbClr val="000000"/>
                </a:solidFill>
              </a:defRPr>
            </a:lvl4pPr>
            <a:lvl5pPr>
              <a:defRPr sz="2200">
                <a:solidFill>
                  <a:srgbClr val="000000"/>
                </a:solidFill>
              </a:defRPr>
            </a:lvl5pPr>
          </a:lstStyle>
          <a:p>
            <a:pPr lvl="0"/>
            <a:r>
              <a:rPr lang="en-GB" noProof="0" dirty="0"/>
              <a:t>Click to </a:t>
            </a:r>
            <a:r>
              <a:rPr lang="en-GB" noProof="0"/>
              <a:t>add date</a:t>
            </a:r>
          </a:p>
        </p:txBody>
      </p:sp>
      <p:sp>
        <p:nvSpPr>
          <p:cNvPr id="20" name="Subtitle 2">
            <a:extLst>
              <a:ext uri="{FF2B5EF4-FFF2-40B4-BE49-F238E27FC236}">
                <a16:creationId xmlns:a16="http://schemas.microsoft.com/office/drawing/2014/main" id="{A8EDA20D-6EDD-4B8B-AFF1-92BB2BB3A93D}"/>
              </a:ext>
            </a:extLst>
          </p:cNvPr>
          <p:cNvSpPr>
            <a:spLocks noGrp="1"/>
          </p:cNvSpPr>
          <p:nvPr>
            <p:ph type="subTitle" idx="1" hasCustomPrompt="1"/>
          </p:nvPr>
        </p:nvSpPr>
        <p:spPr bwMode="gray">
          <a:xfrm>
            <a:off x="658798" y="5276905"/>
            <a:ext cx="5256000" cy="294302"/>
          </a:xfrm>
        </p:spPr>
        <p:txBody>
          <a:bodyPr wrap="square" lIns="0" rIns="36000" bIns="72000" anchor="t" anchorCtr="0">
            <a:spAutoFit/>
          </a:bodyPr>
          <a:lstStyle>
            <a:lvl1pPr marL="0" indent="0" algn="l">
              <a:lnSpc>
                <a:spcPct val="90000"/>
              </a:lnSpc>
              <a:buNone/>
              <a:defRPr sz="1600" b="1" i="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noProof="0" dirty="0"/>
              <a:t>Click to add name of department and/</a:t>
            </a:r>
            <a:r>
              <a:rPr lang="en-GB" noProof="0"/>
              <a:t>or author</a:t>
            </a:r>
          </a:p>
        </p:txBody>
      </p:sp>
      <p:sp>
        <p:nvSpPr>
          <p:cNvPr id="29" name="Picture Placeholder 28">
            <a:extLst>
              <a:ext uri="{FF2B5EF4-FFF2-40B4-BE49-F238E27FC236}">
                <a16:creationId xmlns:a16="http://schemas.microsoft.com/office/drawing/2014/main" id="{A6006EC7-B988-467E-8549-F0245BF57349}"/>
              </a:ext>
            </a:extLst>
          </p:cNvPr>
          <p:cNvSpPr>
            <a:spLocks noGrp="1"/>
          </p:cNvSpPr>
          <p:nvPr>
            <p:ph type="pic" sz="quarter" idx="12"/>
          </p:nvPr>
        </p:nvSpPr>
        <p:spPr bwMode="gray">
          <a:xfrm>
            <a:off x="0" y="-176400"/>
            <a:ext cx="12192000" cy="5157745"/>
          </a:xfrm>
          <a:custGeom>
            <a:avLst/>
            <a:gdLst>
              <a:gd name="connsiteX0" fmla="*/ 0 w 12192000"/>
              <a:gd name="connsiteY0" fmla="*/ 0 h 5157745"/>
              <a:gd name="connsiteX1" fmla="*/ 12192000 w 12192000"/>
              <a:gd name="connsiteY1" fmla="*/ 0 h 5157745"/>
              <a:gd name="connsiteX2" fmla="*/ 12192000 w 12192000"/>
              <a:gd name="connsiteY2" fmla="*/ 5157745 h 5157745"/>
              <a:gd name="connsiteX3" fmla="*/ 191455 w 12192000"/>
              <a:gd name="connsiteY3" fmla="*/ 5157745 h 5157745"/>
              <a:gd name="connsiteX4" fmla="*/ 0 w 12192000"/>
              <a:gd name="connsiteY4" fmla="*/ 4966290 h 51577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57745">
                <a:moveTo>
                  <a:pt x="0" y="0"/>
                </a:moveTo>
                <a:lnTo>
                  <a:pt x="12192000" y="0"/>
                </a:lnTo>
                <a:lnTo>
                  <a:pt x="12192000" y="5157745"/>
                </a:lnTo>
                <a:lnTo>
                  <a:pt x="191455" y="5157745"/>
                </a:lnTo>
                <a:cubicBezTo>
                  <a:pt x="85717" y="5157745"/>
                  <a:pt x="0" y="5072028"/>
                  <a:pt x="0" y="4966290"/>
                </a:cubicBezTo>
                <a:close/>
              </a:path>
            </a:pathLst>
          </a:custGeom>
          <a:solidFill>
            <a:schemeClr val="accent2">
              <a:lumMod val="20000"/>
              <a:lumOff val="80000"/>
              <a:alpha val="10000"/>
            </a:schemeClr>
          </a:solidFill>
        </p:spPr>
        <p:txBody>
          <a:bodyPr wrap="square" lIns="2880000" tIns="0" anchor="ctr" anchorCtr="0">
            <a:noAutofit/>
          </a:bodyPr>
          <a:lstStyle>
            <a:lvl1pPr algn="ctr">
              <a:defRPr sz="1400" b="0"/>
            </a:lvl1pPr>
          </a:lstStyle>
          <a:p>
            <a:r>
              <a:rPr lang="en-US" noProof="0"/>
              <a:t>Click icon to add picture</a:t>
            </a:r>
            <a:endParaRPr lang="en-GB" noProof="0" dirty="0"/>
          </a:p>
        </p:txBody>
      </p:sp>
      <p:sp>
        <p:nvSpPr>
          <p:cNvPr id="21" name="Text Placeholder 6">
            <a:extLst>
              <a:ext uri="{FF2B5EF4-FFF2-40B4-BE49-F238E27FC236}">
                <a16:creationId xmlns:a16="http://schemas.microsoft.com/office/drawing/2014/main" id="{D70CDBB0-369C-45DE-9CC2-370E4C98C65F}"/>
              </a:ext>
            </a:extLst>
          </p:cNvPr>
          <p:cNvSpPr>
            <a:spLocks noGrp="1"/>
          </p:cNvSpPr>
          <p:nvPr>
            <p:ph type="body" sz="quarter" idx="11" hasCustomPrompt="1"/>
          </p:nvPr>
        </p:nvSpPr>
        <p:spPr bwMode="gray">
          <a:xfrm>
            <a:off x="990000" y="2448480"/>
            <a:ext cx="4786024" cy="732995"/>
          </a:xfrm>
          <a:prstGeom prst="roundRect">
            <a:avLst>
              <a:gd name="adj" fmla="val 13767"/>
            </a:avLst>
          </a:prstGeom>
          <a:solidFill>
            <a:srgbClr val="FF6200"/>
          </a:solidFill>
        </p:spPr>
        <p:txBody>
          <a:bodyPr wrap="none" lIns="108000" tIns="108000" rIns="108000" bIns="72000">
            <a:spAutoFit/>
          </a:bodyPr>
          <a:lstStyle>
            <a:lvl1pPr algn="l">
              <a:lnSpc>
                <a:spcPct val="90000"/>
              </a:lnSpc>
              <a:defRPr sz="3600" b="1">
                <a:solidFill>
                  <a:schemeClr val="bg1"/>
                </a:solidFill>
                <a:latin typeface="+mj-lt"/>
              </a:defRPr>
            </a:lvl1pPr>
          </a:lstStyle>
          <a:p>
            <a:pPr lvl="0"/>
            <a:r>
              <a:rPr lang="en-GB" noProof="0" dirty="0"/>
              <a:t>Click to add (sub)title</a:t>
            </a:r>
          </a:p>
        </p:txBody>
      </p:sp>
      <p:sp>
        <p:nvSpPr>
          <p:cNvPr id="19" name="Title 1">
            <a:extLst>
              <a:ext uri="{FF2B5EF4-FFF2-40B4-BE49-F238E27FC236}">
                <a16:creationId xmlns:a16="http://schemas.microsoft.com/office/drawing/2014/main" id="{2C9487CD-303C-46D0-A559-E815772F3479}"/>
              </a:ext>
            </a:extLst>
          </p:cNvPr>
          <p:cNvSpPr>
            <a:spLocks noGrp="1"/>
          </p:cNvSpPr>
          <p:nvPr>
            <p:ph type="ctrTitle" hasCustomPrompt="1"/>
          </p:nvPr>
        </p:nvSpPr>
        <p:spPr bwMode="gray">
          <a:xfrm>
            <a:off x="658800" y="1634399"/>
            <a:ext cx="3712436" cy="738000"/>
          </a:xfrm>
          <a:prstGeom prst="roundRect">
            <a:avLst>
              <a:gd name="adj" fmla="val 13767"/>
            </a:avLst>
          </a:prstGeom>
          <a:solidFill>
            <a:srgbClr val="FF6200"/>
          </a:solidFill>
        </p:spPr>
        <p:txBody>
          <a:bodyPr wrap="none" lIns="108000" tIns="108000" rIns="108000" bIns="72000" anchor="t" anchorCtr="0">
            <a:spAutoFit/>
          </a:bodyPr>
          <a:lstStyle>
            <a:lvl1pPr algn="l">
              <a:lnSpc>
                <a:spcPct val="90000"/>
              </a:lnSpc>
              <a:defRPr sz="3600" b="1">
                <a:solidFill>
                  <a:schemeClr val="bg1"/>
                </a:solidFill>
                <a:latin typeface="+mj-lt"/>
              </a:defRPr>
            </a:lvl1pPr>
          </a:lstStyle>
          <a:p>
            <a:r>
              <a:rPr lang="en-GB" noProof="0" dirty="0"/>
              <a:t>Click to </a:t>
            </a:r>
            <a:r>
              <a:rPr lang="en-GB" noProof="0"/>
              <a:t>add title</a:t>
            </a:r>
            <a:endParaRPr lang="en-GB" noProof="0" dirty="0"/>
          </a:p>
        </p:txBody>
      </p:sp>
      <p:sp>
        <p:nvSpPr>
          <p:cNvPr id="28" name="Project Placeholder">
            <a:extLst>
              <a:ext uri="{FF2B5EF4-FFF2-40B4-BE49-F238E27FC236}">
                <a16:creationId xmlns:a16="http://schemas.microsoft.com/office/drawing/2014/main" id="{5E4AFE1E-9B76-42E0-A2EA-84F5D0E53D02}"/>
              </a:ext>
            </a:extLst>
          </p:cNvPr>
          <p:cNvSpPr>
            <a:spLocks noGrp="1" noChangeAspect="1"/>
          </p:cNvSpPr>
          <p:nvPr>
            <p:ph type="pic" sz="quarter" idx="16" hasCustomPrompt="1"/>
          </p:nvPr>
        </p:nvSpPr>
        <p:spPr>
          <a:xfrm>
            <a:off x="658798" y="5896309"/>
            <a:ext cx="3857408" cy="961679"/>
          </a:xfrm>
        </p:spPr>
        <p:txBody>
          <a:bodyPr lIns="288000" tIns="108000" rIns="108000" bIns="108000" anchor="ctr" anchorCtr="0"/>
          <a:lstStyle>
            <a:lvl1pPr>
              <a:defRPr sz="1200">
                <a:solidFill>
                  <a:srgbClr val="A8A8A8"/>
                </a:solidFill>
              </a:defRPr>
            </a:lvl1pPr>
          </a:lstStyle>
          <a:p>
            <a:r>
              <a:rPr lang="en-GB" dirty="0"/>
              <a:t>Business or project wordmark </a:t>
            </a:r>
            <a:br>
              <a:rPr lang="en-GB" dirty="0"/>
            </a:br>
            <a:r>
              <a:rPr lang="en-GB" dirty="0"/>
              <a:t>placeholder</a:t>
            </a:r>
          </a:p>
        </p:txBody>
      </p:sp>
      <p:sp>
        <p:nvSpPr>
          <p:cNvPr id="16" name="TextBox 15">
            <a:extLst>
              <a:ext uri="{FF2B5EF4-FFF2-40B4-BE49-F238E27FC236}">
                <a16:creationId xmlns:a16="http://schemas.microsoft.com/office/drawing/2014/main" id="{D6E113D3-2DD2-409B-B6A5-8210F7F82BD3}"/>
              </a:ext>
            </a:extLst>
          </p:cNvPr>
          <p:cNvSpPr txBox="1"/>
          <p:nvPr userDrawn="1"/>
        </p:nvSpPr>
        <p:spPr>
          <a:xfrm>
            <a:off x="-2261849" y="0"/>
            <a:ext cx="1826420" cy="391991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Finally, click on the new picture and choose 'Move to Back' via the right mouse button to show the heading bars again.</a:t>
            </a:r>
            <a:endParaRPr lang="en-GB" sz="1000" b="0" dirty="0" err="1">
              <a:solidFill>
                <a:srgbClr val="696969"/>
              </a:solidFill>
            </a:endParaRPr>
          </a:p>
        </p:txBody>
      </p:sp>
    </p:spTree>
    <p:extLst>
      <p:ext uri="{BB962C8B-B14F-4D97-AF65-F5344CB8AC3E}">
        <p14:creationId xmlns:p14="http://schemas.microsoft.com/office/powerpoint/2010/main" val="106187590"/>
      </p:ext>
    </p:extLst>
  </p:cSld>
  <p:clrMapOvr>
    <a:masterClrMapping/>
  </p:clrMapOvr>
  <p:extLst>
    <p:ext uri="{DCECCB84-F9BA-43D5-87BE-67443E8EF086}">
      <p15:sldGuideLst xmlns:p15="http://schemas.microsoft.com/office/powerpoint/2012/main">
        <p15:guide id="1" orient="horz" pos="1491">
          <p15:clr>
            <a:srgbClr val="FBAE40"/>
          </p15:clr>
        </p15:guide>
        <p15:guide id="2" orient="horz" pos="1542">
          <p15:clr>
            <a:srgbClr val="FBAE40"/>
          </p15:clr>
        </p15:guide>
        <p15:guide id="3" orient="horz" pos="2006">
          <p15:clr>
            <a:srgbClr val="FBAE40"/>
          </p15:clr>
        </p15:guide>
        <p15:guide id="4" orient="horz" pos="2057">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slide white ING logo">
    <p:bg bwMode="gray">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18D78F9-BB7D-40AA-8961-EB7AA360E747}"/>
              </a:ext>
            </a:extLst>
          </p:cNvPr>
          <p:cNvSpPr/>
          <p:nvPr userDrawn="1"/>
        </p:nvSpPr>
        <p:spPr>
          <a:xfrm>
            <a:off x="-2786743" y="-736600"/>
            <a:ext cx="17765486" cy="8331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dirty="0" err="1">
              <a:solidFill>
                <a:schemeClr val="tx1"/>
              </a:solidFill>
            </a:endParaRPr>
          </a:p>
        </p:txBody>
      </p:sp>
      <p:cxnSp>
        <p:nvCxnSpPr>
          <p:cNvPr id="10" name="Straight Connector 9">
            <a:extLst>
              <a:ext uri="{FF2B5EF4-FFF2-40B4-BE49-F238E27FC236}">
                <a16:creationId xmlns:a16="http://schemas.microsoft.com/office/drawing/2014/main" id="{8EDB157E-826F-4E03-8A69-685294EC5B1D}"/>
              </a:ext>
            </a:extLst>
          </p:cNvPr>
          <p:cNvCxnSpPr/>
          <p:nvPr userDrawn="1"/>
        </p:nvCxnSpPr>
        <p:spPr>
          <a:xfrm>
            <a:off x="659028" y="7003142"/>
            <a:ext cx="0" cy="290284"/>
          </a:xfrm>
          <a:prstGeom prst="line">
            <a:avLst/>
          </a:prstGeom>
          <a:ln w="6350" cap="rnd">
            <a:solidFill>
              <a:srgbClr val="559BD1"/>
            </a:solidFill>
            <a:round/>
            <a:head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73288B3-3A33-4122-B8B7-0142A71D1C97}"/>
              </a:ext>
            </a:extLst>
          </p:cNvPr>
          <p:cNvSpPr txBox="1"/>
          <p:nvPr userDrawn="1"/>
        </p:nvSpPr>
        <p:spPr>
          <a:xfrm>
            <a:off x="577225" y="7319409"/>
            <a:ext cx="1575426" cy="226591"/>
          </a:xfrm>
          <a:prstGeom prst="rect">
            <a:avLst/>
          </a:prstGeom>
          <a:noFill/>
        </p:spPr>
        <p:txBody>
          <a:bodyPr wrap="square" lIns="36000" tIns="36000" rIns="36000" bIns="36000" rtlCol="0">
            <a:spAutoFit/>
          </a:bodyPr>
          <a:lstStyle/>
          <a:p>
            <a:r>
              <a:rPr lang="en-GB" sz="1000" b="0">
                <a:solidFill>
                  <a:srgbClr val="696969"/>
                </a:solidFill>
              </a:rPr>
              <a:t>Alignment indicator</a:t>
            </a:r>
            <a:endParaRPr lang="en-GB" sz="1000" b="0" dirty="0" err="1">
              <a:solidFill>
                <a:srgbClr val="696969"/>
              </a:solidFill>
            </a:endParaRPr>
          </a:p>
        </p:txBody>
      </p:sp>
      <p:pic>
        <p:nvPicPr>
          <p:cNvPr id="12" name="ING logo">
            <a:extLst>
              <a:ext uri="{FF2B5EF4-FFF2-40B4-BE49-F238E27FC236}">
                <a16:creationId xmlns:a16="http://schemas.microsoft.com/office/drawing/2014/main" id="{4D97A26D-2654-4F2E-A196-B6096B1AEBA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055361" y="6088977"/>
            <a:ext cx="1807116" cy="449934"/>
          </a:xfrm>
          <a:prstGeom prst="rect">
            <a:avLst/>
          </a:prstGeom>
        </p:spPr>
      </p:pic>
      <p:sp>
        <p:nvSpPr>
          <p:cNvPr id="3" name="Text Placeholder 2">
            <a:extLst>
              <a:ext uri="{FF2B5EF4-FFF2-40B4-BE49-F238E27FC236}">
                <a16:creationId xmlns:a16="http://schemas.microsoft.com/office/drawing/2014/main" id="{F7D0D5B2-609E-47E4-8BC9-E79E8E4C625C}"/>
              </a:ext>
            </a:extLst>
          </p:cNvPr>
          <p:cNvSpPr>
            <a:spLocks noGrp="1"/>
          </p:cNvSpPr>
          <p:nvPr>
            <p:ph type="body" sz="quarter" idx="12" hasCustomPrompt="1"/>
          </p:nvPr>
        </p:nvSpPr>
        <p:spPr>
          <a:xfrm>
            <a:off x="658800" y="5583600"/>
            <a:ext cx="5256000" cy="294302"/>
          </a:xfrm>
        </p:spPr>
        <p:txBody>
          <a:bodyPr wrap="square" lIns="0" tIns="0" rIns="36000" bIns="72000" anchor="t" anchorCtr="0">
            <a:sp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lang="en-US" sz="1600" b="0" i="0" kern="1200" baseline="0" dirty="0" smtClean="0">
                <a:solidFill>
                  <a:schemeClr val="tx1"/>
                </a:solidFill>
                <a:latin typeface="+mn-lt"/>
                <a:ea typeface="+mn-ea"/>
                <a:cs typeface="ING Me" pitchFamily="2" charset="0"/>
              </a:defRPr>
            </a:lvl1pPr>
            <a:lvl2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2pPr>
            <a:lvl3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3pPr>
            <a:lvl4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4pPr>
            <a:lvl5pPr marL="0" indent="0" algn="l" defTabSz="914400" rtl="0" eaLnBrk="1" latinLnBrk="0" hangingPunct="1">
              <a:lnSpc>
                <a:spcPts val="2200"/>
              </a:lnSpc>
              <a:spcBef>
                <a:spcPts val="0"/>
              </a:spcBef>
              <a:spcAft>
                <a:spcPts val="0"/>
              </a:spcAft>
              <a:buFont typeface="Arial" panose="020B0604020202020204" pitchFamily="34" charset="0"/>
              <a:buNone/>
              <a:defRPr lang="nl-NL" sz="2000" b="0" i="0" kern="1200" baseline="0" dirty="0">
                <a:solidFill>
                  <a:schemeClr val="tx1"/>
                </a:solidFill>
                <a:latin typeface="+mn-lt"/>
                <a:ea typeface="+mn-ea"/>
                <a:cs typeface="ING Me" pitchFamily="2" charset="0"/>
              </a:defRPr>
            </a:lvl5pPr>
          </a:lstStyle>
          <a:p>
            <a:pPr lvl="0"/>
            <a:r>
              <a:rPr lang="en-GB" noProof="0" dirty="0"/>
              <a:t>Click to </a:t>
            </a:r>
            <a:r>
              <a:rPr lang="en-GB" noProof="0"/>
              <a:t>add date</a:t>
            </a:r>
          </a:p>
        </p:txBody>
      </p:sp>
      <p:sp>
        <p:nvSpPr>
          <p:cNvPr id="26" name="Subtitle 2"/>
          <p:cNvSpPr>
            <a:spLocks noGrp="1"/>
          </p:cNvSpPr>
          <p:nvPr>
            <p:ph type="subTitle" idx="1" hasCustomPrompt="1"/>
          </p:nvPr>
        </p:nvSpPr>
        <p:spPr bwMode="gray">
          <a:xfrm>
            <a:off x="658800" y="5277600"/>
            <a:ext cx="5256000" cy="294302"/>
          </a:xfrm>
        </p:spPr>
        <p:txBody>
          <a:bodyPr wrap="square" lIns="0" tIns="0" rIns="36000" bIns="72000" anchor="t" anchorCtr="0">
            <a:spAutoFit/>
          </a:bodyPr>
          <a:lstStyle>
            <a:lvl1pPr marL="0" indent="0" algn="l">
              <a:lnSpc>
                <a:spcPct val="90000"/>
              </a:lnSpc>
              <a:buNone/>
              <a:defRPr sz="1600" b="1" i="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noProof="0"/>
              <a:t>Click to add name of department and/or author</a:t>
            </a:r>
          </a:p>
        </p:txBody>
      </p:sp>
      <p:sp>
        <p:nvSpPr>
          <p:cNvPr id="27" name="Text Placeholder 6"/>
          <p:cNvSpPr>
            <a:spLocks noGrp="1"/>
          </p:cNvSpPr>
          <p:nvPr>
            <p:ph type="body" sz="quarter" idx="11" hasCustomPrompt="1"/>
          </p:nvPr>
        </p:nvSpPr>
        <p:spPr bwMode="gray">
          <a:xfrm>
            <a:off x="990000" y="2448000"/>
            <a:ext cx="4786024" cy="732995"/>
          </a:xfrm>
          <a:prstGeom prst="roundRect">
            <a:avLst>
              <a:gd name="adj" fmla="val 13767"/>
            </a:avLst>
          </a:prstGeom>
          <a:solidFill>
            <a:srgbClr val="FF6200"/>
          </a:solidFill>
        </p:spPr>
        <p:txBody>
          <a:bodyPr wrap="none" lIns="108000" tIns="108000" rIns="108000" bIns="72000" anchor="t" anchorCtr="0">
            <a:spAutoFit/>
          </a:bodyPr>
          <a:lstStyle>
            <a:lvl1pPr>
              <a:lnSpc>
                <a:spcPct val="90000"/>
              </a:lnSpc>
              <a:spcBef>
                <a:spcPts val="0"/>
              </a:spcBef>
              <a:defRPr sz="3600" b="1">
                <a:solidFill>
                  <a:schemeClr val="bg1"/>
                </a:solidFill>
                <a:latin typeface="+mj-lt"/>
              </a:defRPr>
            </a:lvl1pPr>
          </a:lstStyle>
          <a:p>
            <a:pPr lvl="0"/>
            <a:r>
              <a:rPr lang="en-GB" noProof="0" dirty="0"/>
              <a:t>Click to add (sub)title</a:t>
            </a:r>
          </a:p>
        </p:txBody>
      </p:sp>
      <p:sp>
        <p:nvSpPr>
          <p:cNvPr id="25" name="Title 1"/>
          <p:cNvSpPr>
            <a:spLocks noGrp="1"/>
          </p:cNvSpPr>
          <p:nvPr>
            <p:ph type="ctrTitle" hasCustomPrompt="1"/>
          </p:nvPr>
        </p:nvSpPr>
        <p:spPr bwMode="gray">
          <a:xfrm>
            <a:off x="658856" y="1634400"/>
            <a:ext cx="3712436" cy="738000"/>
          </a:xfrm>
          <a:prstGeom prst="roundRect">
            <a:avLst>
              <a:gd name="adj" fmla="val 13767"/>
            </a:avLst>
          </a:prstGeom>
          <a:solidFill>
            <a:srgbClr val="FF6200"/>
          </a:solidFill>
          <a:ln w="6350">
            <a:noFill/>
          </a:ln>
        </p:spPr>
        <p:txBody>
          <a:bodyPr wrap="none" lIns="108000" tIns="108000" rIns="108000" bIns="72000" anchor="t" anchorCtr="0">
            <a:spAutoFit/>
          </a:bodyPr>
          <a:lstStyle>
            <a:lvl1pPr algn="l">
              <a:lnSpc>
                <a:spcPct val="90000"/>
              </a:lnSpc>
              <a:spcBef>
                <a:spcPts val="0"/>
              </a:spcBef>
              <a:defRPr sz="3600" b="1">
                <a:solidFill>
                  <a:schemeClr val="bg1"/>
                </a:solidFill>
                <a:latin typeface="+mj-lt"/>
              </a:defRPr>
            </a:lvl1pPr>
          </a:lstStyle>
          <a:p>
            <a:r>
              <a:rPr lang="en-GB" noProof="0" dirty="0"/>
              <a:t>Click to add title</a:t>
            </a:r>
          </a:p>
        </p:txBody>
      </p:sp>
      <p:sp>
        <p:nvSpPr>
          <p:cNvPr id="22" name="Project Placeholder">
            <a:extLst>
              <a:ext uri="{FF2B5EF4-FFF2-40B4-BE49-F238E27FC236}">
                <a16:creationId xmlns:a16="http://schemas.microsoft.com/office/drawing/2014/main" id="{FF773A2F-D10D-414B-B226-9CEDBFF8ADC7}"/>
              </a:ext>
            </a:extLst>
          </p:cNvPr>
          <p:cNvSpPr>
            <a:spLocks noGrp="1" noChangeAspect="1"/>
          </p:cNvSpPr>
          <p:nvPr>
            <p:ph type="pic" sz="quarter" idx="16" hasCustomPrompt="1"/>
          </p:nvPr>
        </p:nvSpPr>
        <p:spPr>
          <a:xfrm>
            <a:off x="658798" y="5896309"/>
            <a:ext cx="3857456" cy="961691"/>
          </a:xfrm>
        </p:spPr>
        <p:txBody>
          <a:bodyPr lIns="288000" tIns="108000" rIns="108000" bIns="108000" anchor="ctr" anchorCtr="0"/>
          <a:lstStyle>
            <a:lvl1pPr>
              <a:defRPr sz="1200">
                <a:solidFill>
                  <a:srgbClr val="A8A8A8"/>
                </a:solidFill>
              </a:defRPr>
            </a:lvl1pPr>
          </a:lstStyle>
          <a:p>
            <a:r>
              <a:rPr lang="en-GB" dirty="0"/>
              <a:t>Business or project wordmark </a:t>
            </a:r>
            <a:br>
              <a:rPr lang="en-GB" dirty="0"/>
            </a:br>
            <a:r>
              <a:rPr lang="en-GB" dirty="0"/>
              <a:t>placeholder</a:t>
            </a:r>
          </a:p>
        </p:txBody>
      </p:sp>
    </p:spTree>
    <p:extLst>
      <p:ext uri="{BB962C8B-B14F-4D97-AF65-F5344CB8AC3E}">
        <p14:creationId xmlns:p14="http://schemas.microsoft.com/office/powerpoint/2010/main" val="2421807974"/>
      </p:ext>
    </p:extLst>
  </p:cSld>
  <p:clrMapOvr>
    <a:masterClrMapping/>
  </p:clrMapOvr>
  <p:extLst>
    <p:ext uri="{DCECCB84-F9BA-43D5-87BE-67443E8EF086}">
      <p15:sldGuideLst xmlns:p15="http://schemas.microsoft.com/office/powerpoint/2012/main">
        <p15:guide id="1" orient="horz" pos="1491">
          <p15:clr>
            <a:srgbClr val="FBAE40"/>
          </p15:clr>
        </p15:guide>
        <p15:guide id="2" orient="horz" pos="1542">
          <p15:clr>
            <a:srgbClr val="FBAE40"/>
          </p15:clr>
        </p15:guide>
        <p15:guide id="3" orient="horz" pos="2006">
          <p15:clr>
            <a:srgbClr val="FBAE40"/>
          </p15:clr>
        </p15:guide>
        <p15:guide id="4" orient="horz" pos="2057">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lide confidential">
    <p:bg bwMode="gray">
      <p:bgRef idx="1001">
        <a:schemeClr val="bg1"/>
      </p:bgRef>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56146B7-AF2E-4DE8-8CDE-8B02DF175E96}"/>
              </a:ext>
            </a:extLst>
          </p:cNvPr>
          <p:cNvSpPr/>
          <p:nvPr userDrawn="1"/>
        </p:nvSpPr>
        <p:spPr>
          <a:xfrm>
            <a:off x="-2786743" y="-736600"/>
            <a:ext cx="17765486" cy="8331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dirty="0" err="1">
              <a:solidFill>
                <a:schemeClr val="tx1"/>
              </a:solidFill>
            </a:endParaRPr>
          </a:p>
        </p:txBody>
      </p:sp>
      <p:cxnSp>
        <p:nvCxnSpPr>
          <p:cNvPr id="31" name="Straight Connector 30">
            <a:extLst>
              <a:ext uri="{FF2B5EF4-FFF2-40B4-BE49-F238E27FC236}">
                <a16:creationId xmlns:a16="http://schemas.microsoft.com/office/drawing/2014/main" id="{AF3841C3-786F-4D83-8BF4-69251CE4BFA7}"/>
              </a:ext>
            </a:extLst>
          </p:cNvPr>
          <p:cNvCxnSpPr/>
          <p:nvPr userDrawn="1"/>
        </p:nvCxnSpPr>
        <p:spPr>
          <a:xfrm>
            <a:off x="659028" y="7003142"/>
            <a:ext cx="0" cy="290284"/>
          </a:xfrm>
          <a:prstGeom prst="line">
            <a:avLst/>
          </a:prstGeom>
          <a:ln w="6350" cap="rnd">
            <a:solidFill>
              <a:srgbClr val="559BD1"/>
            </a:solidFill>
            <a:round/>
            <a:headEnd type="arrow"/>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5697F024-B1A5-460A-9648-F7B29A9BC9CC}"/>
              </a:ext>
            </a:extLst>
          </p:cNvPr>
          <p:cNvSpPr txBox="1"/>
          <p:nvPr userDrawn="1"/>
        </p:nvSpPr>
        <p:spPr>
          <a:xfrm>
            <a:off x="577225" y="7319409"/>
            <a:ext cx="1575426" cy="226591"/>
          </a:xfrm>
          <a:prstGeom prst="rect">
            <a:avLst/>
          </a:prstGeom>
          <a:noFill/>
        </p:spPr>
        <p:txBody>
          <a:bodyPr wrap="square" lIns="36000" tIns="36000" rIns="36000" bIns="36000" rtlCol="0">
            <a:spAutoFit/>
          </a:bodyPr>
          <a:lstStyle/>
          <a:p>
            <a:r>
              <a:rPr lang="en-GB" sz="1000" b="0">
                <a:solidFill>
                  <a:srgbClr val="696969"/>
                </a:solidFill>
              </a:rPr>
              <a:t>Alignment indicator</a:t>
            </a:r>
            <a:endParaRPr lang="en-GB" sz="1000" b="0" dirty="0" err="1">
              <a:solidFill>
                <a:srgbClr val="696969"/>
              </a:solidFill>
            </a:endParaRPr>
          </a:p>
        </p:txBody>
      </p:sp>
      <p:pic>
        <p:nvPicPr>
          <p:cNvPr id="42" name="ING identifier">
            <a:extLst>
              <a:ext uri="{FF2B5EF4-FFF2-40B4-BE49-F238E27FC236}">
                <a16:creationId xmlns:a16="http://schemas.microsoft.com/office/drawing/2014/main" id="{7048FB88-5778-4A03-AD57-DF35DC1E8E34}"/>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544428" y="4964165"/>
            <a:ext cx="1647571" cy="1893836"/>
          </a:xfrm>
          <a:prstGeom prst="rect">
            <a:avLst/>
          </a:prstGeom>
        </p:spPr>
      </p:pic>
      <p:grpSp>
        <p:nvGrpSpPr>
          <p:cNvPr id="56" name="Confidential"/>
          <p:cNvGrpSpPr/>
          <p:nvPr userDrawn="1"/>
        </p:nvGrpSpPr>
        <p:grpSpPr>
          <a:xfrm>
            <a:off x="10749167" y="-133099"/>
            <a:ext cx="1441027" cy="1565166"/>
            <a:chOff x="5364088" y="4720073"/>
            <a:chExt cx="1441027" cy="1565166"/>
          </a:xfrm>
        </p:grpSpPr>
        <p:sp>
          <p:nvSpPr>
            <p:cNvPr id="57" name="Freeform 5"/>
            <p:cNvSpPr>
              <a:spLocks/>
            </p:cNvSpPr>
            <p:nvPr/>
          </p:nvSpPr>
          <p:spPr bwMode="gray">
            <a:xfrm>
              <a:off x="5364088" y="4844212"/>
              <a:ext cx="1441027" cy="1441027"/>
            </a:xfrm>
            <a:custGeom>
              <a:avLst/>
              <a:gdLst>
                <a:gd name="T0" fmla="*/ 0 w 810"/>
                <a:gd name="T1" fmla="*/ 0 h 810"/>
                <a:gd name="T2" fmla="*/ 810 w 810"/>
                <a:gd name="T3" fmla="*/ 810 h 810"/>
                <a:gd name="T4" fmla="*/ 810 w 810"/>
                <a:gd name="T5" fmla="*/ 536 h 810"/>
                <a:gd name="T6" fmla="*/ 274 w 810"/>
                <a:gd name="T7" fmla="*/ 0 h 810"/>
                <a:gd name="T8" fmla="*/ 0 w 810"/>
                <a:gd name="T9" fmla="*/ 0 h 810"/>
              </a:gdLst>
              <a:ahLst/>
              <a:cxnLst>
                <a:cxn ang="0">
                  <a:pos x="T0" y="T1"/>
                </a:cxn>
                <a:cxn ang="0">
                  <a:pos x="T2" y="T3"/>
                </a:cxn>
                <a:cxn ang="0">
                  <a:pos x="T4" y="T5"/>
                </a:cxn>
                <a:cxn ang="0">
                  <a:pos x="T6" y="T7"/>
                </a:cxn>
                <a:cxn ang="0">
                  <a:pos x="T8" y="T9"/>
                </a:cxn>
              </a:cxnLst>
              <a:rect l="0" t="0" r="r" b="b"/>
              <a:pathLst>
                <a:path w="810" h="810">
                  <a:moveTo>
                    <a:pt x="0" y="0"/>
                  </a:moveTo>
                  <a:lnTo>
                    <a:pt x="810" y="810"/>
                  </a:lnTo>
                  <a:lnTo>
                    <a:pt x="810" y="536"/>
                  </a:lnTo>
                  <a:lnTo>
                    <a:pt x="274" y="0"/>
                  </a:lnTo>
                  <a:lnTo>
                    <a:pt x="0" y="0"/>
                  </a:lnTo>
                  <a:close/>
                </a:path>
              </a:pathLst>
            </a:custGeom>
            <a:solidFill>
              <a:srgbClr val="17A7DC"/>
            </a:solidFill>
            <a:ln w="19050">
              <a:solidFill>
                <a:srgbClr val="60A6DA"/>
              </a:solidFill>
              <a:round/>
              <a:headEnd/>
              <a:tailEnd/>
            </a:ln>
          </p:spPr>
          <p:txBody>
            <a:bodyPr vert="horz" wrap="square" lIns="91440" tIns="45720" rIns="91440" bIns="45720" numCol="1" anchor="t" anchorCtr="0" compatLnSpc="1">
              <a:prstTxWarp prst="textNoShape">
                <a:avLst/>
              </a:prstTxWarp>
            </a:bodyPr>
            <a:lstStyle/>
            <a:p>
              <a:endParaRPr lang="en-GB" sz="3200"/>
            </a:p>
          </p:txBody>
        </p:sp>
        <p:sp>
          <p:nvSpPr>
            <p:cNvPr id="80" name="Title 14"/>
            <p:cNvSpPr txBox="1">
              <a:spLocks/>
            </p:cNvSpPr>
            <p:nvPr userDrawn="1"/>
          </p:nvSpPr>
          <p:spPr bwMode="gray">
            <a:xfrm rot="2700000">
              <a:off x="5481455" y="5320862"/>
              <a:ext cx="1447800" cy="246221"/>
            </a:xfrm>
            <a:prstGeom prst="rect">
              <a:avLst/>
            </a:prstGeom>
          </p:spPr>
          <p:txBody>
            <a:bodyPr vert="horz" wrap="none" lIns="0" tIns="0" rIns="0" bIns="0" rtlCol="0" anchor="ctr" anchorCtr="0">
              <a:noAutofit/>
            </a:bodyPr>
            <a:lstStyle>
              <a:lvl1pPr algn="l" defTabSz="914400" rtl="0" eaLnBrk="1" latinLnBrk="0" hangingPunct="1">
                <a:lnSpc>
                  <a:spcPts val="4600"/>
                </a:lnSpc>
                <a:spcBef>
                  <a:spcPct val="0"/>
                </a:spcBef>
                <a:buNone/>
                <a:defRPr sz="4400" b="1" kern="1200" baseline="0">
                  <a:solidFill>
                    <a:schemeClr val="bg1"/>
                  </a:solidFill>
                  <a:latin typeface="+mj-lt"/>
                  <a:ea typeface="+mj-ea"/>
                  <a:cs typeface="Arial" panose="020B0604020202020204" pitchFamily="34" charset="0"/>
                </a:defRPr>
              </a:lvl1pPr>
            </a:lstStyle>
            <a:p>
              <a:pPr algn="ctr">
                <a:lnSpc>
                  <a:spcPct val="100000"/>
                </a:lnSpc>
              </a:pPr>
              <a:r>
                <a:rPr lang="en-GB" sz="1600" noProof="0" dirty="0"/>
                <a:t>Confidential</a:t>
              </a:r>
            </a:p>
          </p:txBody>
        </p:sp>
      </p:grpSp>
      <p:sp>
        <p:nvSpPr>
          <p:cNvPr id="18" name="Text Placeholder 2">
            <a:extLst>
              <a:ext uri="{FF2B5EF4-FFF2-40B4-BE49-F238E27FC236}">
                <a16:creationId xmlns:a16="http://schemas.microsoft.com/office/drawing/2014/main" id="{31A93502-8C63-400E-A1C4-EEDA0C0DA4BD}"/>
              </a:ext>
            </a:extLst>
          </p:cNvPr>
          <p:cNvSpPr>
            <a:spLocks noGrp="1"/>
          </p:cNvSpPr>
          <p:nvPr>
            <p:ph type="body" sz="quarter" idx="12" hasCustomPrompt="1"/>
          </p:nvPr>
        </p:nvSpPr>
        <p:spPr>
          <a:xfrm>
            <a:off x="658800" y="5583600"/>
            <a:ext cx="5256000" cy="294302"/>
          </a:xfrm>
        </p:spPr>
        <p:txBody>
          <a:bodyPr wrap="none" rIns="36000" bIns="72000" anchor="t" anchorCtr="0">
            <a:sp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lang="en-US" sz="1600" b="0" i="0" kern="1200" baseline="0" dirty="0" smtClean="0">
                <a:solidFill>
                  <a:schemeClr val="tx1"/>
                </a:solidFill>
                <a:latin typeface="+mn-lt"/>
                <a:ea typeface="+mn-ea"/>
                <a:cs typeface="ING Me" pitchFamily="2" charset="0"/>
              </a:defRPr>
            </a:lvl1pPr>
            <a:lvl2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2pPr>
            <a:lvl3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3pPr>
            <a:lvl4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4pPr>
            <a:lvl5pPr marL="0" indent="0" algn="l" defTabSz="914400" rtl="0" eaLnBrk="1" latinLnBrk="0" hangingPunct="1">
              <a:lnSpc>
                <a:spcPts val="2200"/>
              </a:lnSpc>
              <a:spcBef>
                <a:spcPts val="0"/>
              </a:spcBef>
              <a:spcAft>
                <a:spcPts val="0"/>
              </a:spcAft>
              <a:buFont typeface="Arial" panose="020B0604020202020204" pitchFamily="34" charset="0"/>
              <a:buNone/>
              <a:defRPr lang="nl-NL" sz="2000" b="0" i="0" kern="1200" baseline="0" dirty="0">
                <a:solidFill>
                  <a:schemeClr val="tx1"/>
                </a:solidFill>
                <a:latin typeface="+mn-lt"/>
                <a:ea typeface="+mn-ea"/>
                <a:cs typeface="ING Me" pitchFamily="2" charset="0"/>
              </a:defRPr>
            </a:lvl5pPr>
          </a:lstStyle>
          <a:p>
            <a:pPr lvl="0"/>
            <a:r>
              <a:rPr lang="en-GB" noProof="0" dirty="0"/>
              <a:t>Click to add date</a:t>
            </a:r>
          </a:p>
        </p:txBody>
      </p:sp>
      <p:sp>
        <p:nvSpPr>
          <p:cNvPr id="16" name="Subtitle 2">
            <a:extLst>
              <a:ext uri="{FF2B5EF4-FFF2-40B4-BE49-F238E27FC236}">
                <a16:creationId xmlns:a16="http://schemas.microsoft.com/office/drawing/2014/main" id="{EF8E7523-A00E-407A-913C-45E2F1A70617}"/>
              </a:ext>
            </a:extLst>
          </p:cNvPr>
          <p:cNvSpPr>
            <a:spLocks noGrp="1"/>
          </p:cNvSpPr>
          <p:nvPr>
            <p:ph type="subTitle" idx="1" hasCustomPrompt="1"/>
          </p:nvPr>
        </p:nvSpPr>
        <p:spPr bwMode="gray">
          <a:xfrm>
            <a:off x="658800" y="5277600"/>
            <a:ext cx="5256000" cy="294302"/>
          </a:xfrm>
        </p:spPr>
        <p:txBody>
          <a:bodyPr wrap="none" rIns="36000" bIns="72000" anchor="t" anchorCtr="0">
            <a:spAutoFit/>
          </a:bodyPr>
          <a:lstStyle>
            <a:lvl1pPr marL="0" indent="0" algn="l">
              <a:lnSpc>
                <a:spcPct val="90000"/>
              </a:lnSpc>
              <a:buNone/>
              <a:defRPr sz="1600" b="1" i="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noProof="0"/>
              <a:t>Click to add name of department and/or author</a:t>
            </a:r>
          </a:p>
        </p:txBody>
      </p:sp>
      <p:sp>
        <p:nvSpPr>
          <p:cNvPr id="17" name="Text Placeholder 6">
            <a:extLst>
              <a:ext uri="{FF2B5EF4-FFF2-40B4-BE49-F238E27FC236}">
                <a16:creationId xmlns:a16="http://schemas.microsoft.com/office/drawing/2014/main" id="{94157F79-315F-44DE-A12C-D9E5A3767D63}"/>
              </a:ext>
            </a:extLst>
          </p:cNvPr>
          <p:cNvSpPr>
            <a:spLocks noGrp="1"/>
          </p:cNvSpPr>
          <p:nvPr>
            <p:ph type="body" sz="quarter" idx="11" hasCustomPrompt="1"/>
          </p:nvPr>
        </p:nvSpPr>
        <p:spPr bwMode="gray">
          <a:xfrm>
            <a:off x="990000" y="2448000"/>
            <a:ext cx="4786024" cy="732995"/>
          </a:xfrm>
          <a:prstGeom prst="roundRect">
            <a:avLst>
              <a:gd name="adj" fmla="val 13767"/>
            </a:avLst>
          </a:prstGeom>
          <a:solidFill>
            <a:srgbClr val="FF6200"/>
          </a:solidFill>
        </p:spPr>
        <p:txBody>
          <a:bodyPr wrap="none" lIns="108000" tIns="108000" rIns="108000" bIns="72000" anchor="t" anchorCtr="0">
            <a:spAutoFit/>
          </a:bodyPr>
          <a:lstStyle>
            <a:lvl1pPr>
              <a:lnSpc>
                <a:spcPct val="90000"/>
              </a:lnSpc>
              <a:spcBef>
                <a:spcPts val="0"/>
              </a:spcBef>
              <a:defRPr sz="3600" b="1">
                <a:solidFill>
                  <a:schemeClr val="bg1"/>
                </a:solidFill>
                <a:latin typeface="+mj-lt"/>
              </a:defRPr>
            </a:lvl1pPr>
          </a:lstStyle>
          <a:p>
            <a:pPr lvl="0"/>
            <a:r>
              <a:rPr lang="en-GB" noProof="0" dirty="0"/>
              <a:t>Click to add (sub)title</a:t>
            </a:r>
          </a:p>
        </p:txBody>
      </p:sp>
      <p:sp>
        <p:nvSpPr>
          <p:cNvPr id="15" name="Title 1">
            <a:extLst>
              <a:ext uri="{FF2B5EF4-FFF2-40B4-BE49-F238E27FC236}">
                <a16:creationId xmlns:a16="http://schemas.microsoft.com/office/drawing/2014/main" id="{FB66016B-0337-48AD-9FB8-3ADE7AC6E87B}"/>
              </a:ext>
            </a:extLst>
          </p:cNvPr>
          <p:cNvSpPr>
            <a:spLocks noGrp="1"/>
          </p:cNvSpPr>
          <p:nvPr>
            <p:ph type="ctrTitle" hasCustomPrompt="1"/>
          </p:nvPr>
        </p:nvSpPr>
        <p:spPr bwMode="gray">
          <a:xfrm>
            <a:off x="658800" y="1634400"/>
            <a:ext cx="3712436" cy="738000"/>
          </a:xfrm>
          <a:prstGeom prst="roundRect">
            <a:avLst>
              <a:gd name="adj" fmla="val 13767"/>
            </a:avLst>
          </a:prstGeom>
          <a:solidFill>
            <a:srgbClr val="FF6200"/>
          </a:solidFill>
        </p:spPr>
        <p:txBody>
          <a:bodyPr wrap="none" lIns="108000" tIns="108000" rIns="108000" bIns="72000" anchor="t" anchorCtr="0">
            <a:spAutoFit/>
          </a:bodyPr>
          <a:lstStyle>
            <a:lvl1pPr algn="l">
              <a:lnSpc>
                <a:spcPct val="90000"/>
              </a:lnSpc>
              <a:spcBef>
                <a:spcPts val="0"/>
              </a:spcBef>
              <a:defRPr sz="3600" b="1">
                <a:solidFill>
                  <a:schemeClr val="bg1"/>
                </a:solidFill>
                <a:latin typeface="+mj-lt"/>
              </a:defRPr>
            </a:lvl1pPr>
          </a:lstStyle>
          <a:p>
            <a:r>
              <a:rPr lang="en-GB" noProof="0" dirty="0"/>
              <a:t>Click to add title</a:t>
            </a:r>
          </a:p>
        </p:txBody>
      </p:sp>
      <p:sp>
        <p:nvSpPr>
          <p:cNvPr id="25" name="Project Placeholder">
            <a:extLst>
              <a:ext uri="{FF2B5EF4-FFF2-40B4-BE49-F238E27FC236}">
                <a16:creationId xmlns:a16="http://schemas.microsoft.com/office/drawing/2014/main" id="{44B18234-54BA-46FF-9EAC-032FC38EC41C}"/>
              </a:ext>
            </a:extLst>
          </p:cNvPr>
          <p:cNvSpPr>
            <a:spLocks noGrp="1" noChangeAspect="1"/>
          </p:cNvSpPr>
          <p:nvPr>
            <p:ph type="pic" sz="quarter" idx="16" hasCustomPrompt="1"/>
          </p:nvPr>
        </p:nvSpPr>
        <p:spPr>
          <a:xfrm>
            <a:off x="658798" y="5896308"/>
            <a:ext cx="3857455" cy="961691"/>
          </a:xfrm>
        </p:spPr>
        <p:txBody>
          <a:bodyPr lIns="288000" tIns="108000" rIns="108000" bIns="108000" anchor="ctr" anchorCtr="0"/>
          <a:lstStyle>
            <a:lvl1pPr>
              <a:defRPr sz="1200">
                <a:solidFill>
                  <a:srgbClr val="A8A8A8"/>
                </a:solidFill>
              </a:defRPr>
            </a:lvl1pPr>
          </a:lstStyle>
          <a:p>
            <a:r>
              <a:rPr lang="en-GB" dirty="0"/>
              <a:t>Business or project wordmark </a:t>
            </a:r>
            <a:br>
              <a:rPr lang="en-GB" dirty="0"/>
            </a:br>
            <a:r>
              <a:rPr lang="en-GB" dirty="0"/>
              <a:t>placeholder</a:t>
            </a:r>
          </a:p>
        </p:txBody>
      </p:sp>
    </p:spTree>
    <p:extLst>
      <p:ext uri="{BB962C8B-B14F-4D97-AF65-F5344CB8AC3E}">
        <p14:creationId xmlns:p14="http://schemas.microsoft.com/office/powerpoint/2010/main" val="581584163"/>
      </p:ext>
    </p:extLst>
  </p:cSld>
  <p:clrMapOvr>
    <a:masterClrMapping/>
  </p:clrMapOvr>
  <p:extLst>
    <p:ext uri="{DCECCB84-F9BA-43D5-87BE-67443E8EF086}">
      <p15:sldGuideLst xmlns:p15="http://schemas.microsoft.com/office/powerpoint/2012/main">
        <p15:guide id="1" orient="horz" pos="1491">
          <p15:clr>
            <a:srgbClr val="FBAE40"/>
          </p15:clr>
        </p15:guide>
        <p15:guide id="2" orient="horz" pos="1542">
          <p15:clr>
            <a:srgbClr val="FBAE40"/>
          </p15:clr>
        </p15:guide>
        <p15:guide id="3" orient="horz" pos="2006">
          <p15:clr>
            <a:srgbClr val="FBAE40"/>
          </p15:clr>
        </p15:guide>
        <p15:guide id="4" orient="horz" pos="2057">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lide full picture confidential">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E86FEC7-4848-4673-A9C4-5B2F4BF62633}"/>
              </a:ext>
            </a:extLst>
          </p:cNvPr>
          <p:cNvSpPr/>
          <p:nvPr userDrawn="1"/>
        </p:nvSpPr>
        <p:spPr>
          <a:xfrm>
            <a:off x="-2786743" y="-736600"/>
            <a:ext cx="17765486" cy="8331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dirty="0" err="1">
              <a:solidFill>
                <a:schemeClr val="tx1"/>
              </a:solidFill>
            </a:endParaRPr>
          </a:p>
        </p:txBody>
      </p:sp>
      <p:grpSp>
        <p:nvGrpSpPr>
          <p:cNvPr id="23" name="Group 22">
            <a:extLst>
              <a:ext uri="{FF2B5EF4-FFF2-40B4-BE49-F238E27FC236}">
                <a16:creationId xmlns:a16="http://schemas.microsoft.com/office/drawing/2014/main" id="{FDADF138-7C24-4C0D-B684-AF614FA3BF9B}"/>
              </a:ext>
            </a:extLst>
          </p:cNvPr>
          <p:cNvGrpSpPr/>
          <p:nvPr userDrawn="1"/>
        </p:nvGrpSpPr>
        <p:grpSpPr>
          <a:xfrm>
            <a:off x="-435429" y="5878278"/>
            <a:ext cx="290286" cy="979713"/>
            <a:chOff x="-435429" y="5878278"/>
            <a:chExt cx="290286" cy="979713"/>
          </a:xfrm>
        </p:grpSpPr>
        <p:cxnSp>
          <p:nvCxnSpPr>
            <p:cNvPr id="24" name="Straight Connector 23">
              <a:extLst>
                <a:ext uri="{FF2B5EF4-FFF2-40B4-BE49-F238E27FC236}">
                  <a16:creationId xmlns:a16="http://schemas.microsoft.com/office/drawing/2014/main" id="{879E898A-2066-4366-95E3-5DD9BB3FCF23}"/>
                </a:ext>
              </a:extLst>
            </p:cNvPr>
            <p:cNvCxnSpPr/>
            <p:nvPr userDrawn="1"/>
          </p:nvCxnSpPr>
          <p:spPr>
            <a:xfrm>
              <a:off x="-435429" y="5878278"/>
              <a:ext cx="290286"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0D5E4A7-D69F-4A1C-84B6-01182918AD2F}"/>
                </a:ext>
              </a:extLst>
            </p:cNvPr>
            <p:cNvCxnSpPr/>
            <p:nvPr userDrawn="1"/>
          </p:nvCxnSpPr>
          <p:spPr>
            <a:xfrm>
              <a:off x="-435429" y="6857991"/>
              <a:ext cx="290286"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grpSp>
      <p:cxnSp>
        <p:nvCxnSpPr>
          <p:cNvPr id="26" name="Straight Connector 25">
            <a:extLst>
              <a:ext uri="{FF2B5EF4-FFF2-40B4-BE49-F238E27FC236}">
                <a16:creationId xmlns:a16="http://schemas.microsoft.com/office/drawing/2014/main" id="{3D2BCD13-0B5C-4CE8-9033-79C163DDE18F}"/>
              </a:ext>
            </a:extLst>
          </p:cNvPr>
          <p:cNvCxnSpPr/>
          <p:nvPr userDrawn="1"/>
        </p:nvCxnSpPr>
        <p:spPr>
          <a:xfrm>
            <a:off x="659028" y="7003142"/>
            <a:ext cx="0" cy="290284"/>
          </a:xfrm>
          <a:prstGeom prst="line">
            <a:avLst/>
          </a:prstGeom>
          <a:ln w="6350" cap="rnd">
            <a:solidFill>
              <a:srgbClr val="559BD1"/>
            </a:solidFill>
            <a:round/>
            <a:head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1AA3BA10-8A9F-4918-A071-10F75A27DE02}"/>
              </a:ext>
            </a:extLst>
          </p:cNvPr>
          <p:cNvSpPr txBox="1"/>
          <p:nvPr userDrawn="1"/>
        </p:nvSpPr>
        <p:spPr>
          <a:xfrm>
            <a:off x="577225" y="7319409"/>
            <a:ext cx="1575426" cy="226591"/>
          </a:xfrm>
          <a:prstGeom prst="rect">
            <a:avLst/>
          </a:prstGeom>
          <a:noFill/>
        </p:spPr>
        <p:txBody>
          <a:bodyPr wrap="square" lIns="36000" tIns="36000" rIns="36000" bIns="36000" rtlCol="0">
            <a:spAutoFit/>
          </a:bodyPr>
          <a:lstStyle/>
          <a:p>
            <a:r>
              <a:rPr lang="en-GB" sz="1000" b="0">
                <a:solidFill>
                  <a:srgbClr val="696969"/>
                </a:solidFill>
              </a:rPr>
              <a:t>Alignment indicator</a:t>
            </a:r>
            <a:endParaRPr lang="en-GB" sz="1000" b="0" dirty="0" err="1">
              <a:solidFill>
                <a:srgbClr val="696969"/>
              </a:solidFill>
            </a:endParaRPr>
          </a:p>
        </p:txBody>
      </p:sp>
      <p:pic>
        <p:nvPicPr>
          <p:cNvPr id="28" name="ING logo">
            <a:extLst>
              <a:ext uri="{FF2B5EF4-FFF2-40B4-BE49-F238E27FC236}">
                <a16:creationId xmlns:a16="http://schemas.microsoft.com/office/drawing/2014/main" id="{013C07AC-DFFD-4358-9B2B-29F86846540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055361" y="6088977"/>
            <a:ext cx="1807116" cy="449934"/>
          </a:xfrm>
          <a:prstGeom prst="rect">
            <a:avLst/>
          </a:prstGeom>
        </p:spPr>
      </p:pic>
      <p:grpSp>
        <p:nvGrpSpPr>
          <p:cNvPr id="45" name="Confidential"/>
          <p:cNvGrpSpPr/>
          <p:nvPr userDrawn="1"/>
        </p:nvGrpSpPr>
        <p:grpSpPr>
          <a:xfrm>
            <a:off x="10749167" y="-133099"/>
            <a:ext cx="1441027" cy="1565166"/>
            <a:chOff x="5364088" y="4720073"/>
            <a:chExt cx="1441027" cy="1565166"/>
          </a:xfrm>
        </p:grpSpPr>
        <p:sp>
          <p:nvSpPr>
            <p:cNvPr id="47" name="Freeform 5"/>
            <p:cNvSpPr>
              <a:spLocks/>
            </p:cNvSpPr>
            <p:nvPr/>
          </p:nvSpPr>
          <p:spPr bwMode="gray">
            <a:xfrm>
              <a:off x="5364088" y="4844212"/>
              <a:ext cx="1441027" cy="1441027"/>
            </a:xfrm>
            <a:custGeom>
              <a:avLst/>
              <a:gdLst>
                <a:gd name="T0" fmla="*/ 0 w 810"/>
                <a:gd name="T1" fmla="*/ 0 h 810"/>
                <a:gd name="T2" fmla="*/ 810 w 810"/>
                <a:gd name="T3" fmla="*/ 810 h 810"/>
                <a:gd name="T4" fmla="*/ 810 w 810"/>
                <a:gd name="T5" fmla="*/ 536 h 810"/>
                <a:gd name="T6" fmla="*/ 274 w 810"/>
                <a:gd name="T7" fmla="*/ 0 h 810"/>
                <a:gd name="T8" fmla="*/ 0 w 810"/>
                <a:gd name="T9" fmla="*/ 0 h 810"/>
              </a:gdLst>
              <a:ahLst/>
              <a:cxnLst>
                <a:cxn ang="0">
                  <a:pos x="T0" y="T1"/>
                </a:cxn>
                <a:cxn ang="0">
                  <a:pos x="T2" y="T3"/>
                </a:cxn>
                <a:cxn ang="0">
                  <a:pos x="T4" y="T5"/>
                </a:cxn>
                <a:cxn ang="0">
                  <a:pos x="T6" y="T7"/>
                </a:cxn>
                <a:cxn ang="0">
                  <a:pos x="T8" y="T9"/>
                </a:cxn>
              </a:cxnLst>
              <a:rect l="0" t="0" r="r" b="b"/>
              <a:pathLst>
                <a:path w="810" h="810">
                  <a:moveTo>
                    <a:pt x="0" y="0"/>
                  </a:moveTo>
                  <a:lnTo>
                    <a:pt x="810" y="810"/>
                  </a:lnTo>
                  <a:lnTo>
                    <a:pt x="810" y="536"/>
                  </a:lnTo>
                  <a:lnTo>
                    <a:pt x="274" y="0"/>
                  </a:lnTo>
                  <a:lnTo>
                    <a:pt x="0" y="0"/>
                  </a:lnTo>
                  <a:close/>
                </a:path>
              </a:pathLst>
            </a:custGeom>
            <a:solidFill>
              <a:srgbClr val="17A7DC"/>
            </a:solidFill>
            <a:ln w="19050">
              <a:solidFill>
                <a:srgbClr val="17A7DC"/>
              </a:solidFill>
              <a:round/>
              <a:headEnd/>
              <a:tailEnd/>
            </a:ln>
          </p:spPr>
          <p:txBody>
            <a:bodyPr vert="horz" wrap="square" lIns="91440" tIns="45720" rIns="91440" bIns="45720" numCol="1" anchor="t" anchorCtr="0" compatLnSpc="1">
              <a:prstTxWarp prst="textNoShape">
                <a:avLst/>
              </a:prstTxWarp>
            </a:bodyPr>
            <a:lstStyle/>
            <a:p>
              <a:endParaRPr lang="en-GB" sz="3200"/>
            </a:p>
          </p:txBody>
        </p:sp>
        <p:sp>
          <p:nvSpPr>
            <p:cNvPr id="48" name="Title 14"/>
            <p:cNvSpPr txBox="1">
              <a:spLocks/>
            </p:cNvSpPr>
            <p:nvPr userDrawn="1"/>
          </p:nvSpPr>
          <p:spPr bwMode="gray">
            <a:xfrm rot="2700000">
              <a:off x="5481455" y="5320862"/>
              <a:ext cx="1447800" cy="246221"/>
            </a:xfrm>
            <a:prstGeom prst="rect">
              <a:avLst/>
            </a:prstGeom>
          </p:spPr>
          <p:txBody>
            <a:bodyPr vert="horz" wrap="none" lIns="0" tIns="0" rIns="0" bIns="0" rtlCol="0" anchor="ctr" anchorCtr="0">
              <a:noAutofit/>
            </a:bodyPr>
            <a:lstStyle>
              <a:lvl1pPr algn="l" defTabSz="914400" rtl="0" eaLnBrk="1" latinLnBrk="0" hangingPunct="1">
                <a:lnSpc>
                  <a:spcPts val="4600"/>
                </a:lnSpc>
                <a:spcBef>
                  <a:spcPct val="0"/>
                </a:spcBef>
                <a:buNone/>
                <a:defRPr sz="4400" b="1" kern="1200" baseline="0">
                  <a:solidFill>
                    <a:schemeClr val="bg1"/>
                  </a:solidFill>
                  <a:latin typeface="+mj-lt"/>
                  <a:ea typeface="+mj-ea"/>
                  <a:cs typeface="Arial" panose="020B0604020202020204" pitchFamily="34" charset="0"/>
                </a:defRPr>
              </a:lvl1pPr>
            </a:lstStyle>
            <a:p>
              <a:pPr algn="ctr">
                <a:lnSpc>
                  <a:spcPct val="100000"/>
                </a:lnSpc>
              </a:pPr>
              <a:r>
                <a:rPr lang="en-GB" sz="1600" noProof="0" dirty="0"/>
                <a:t>Confidential</a:t>
              </a:r>
            </a:p>
          </p:txBody>
        </p:sp>
      </p:grpSp>
      <p:sp>
        <p:nvSpPr>
          <p:cNvPr id="20" name="Text Placeholder 2">
            <a:extLst>
              <a:ext uri="{FF2B5EF4-FFF2-40B4-BE49-F238E27FC236}">
                <a16:creationId xmlns:a16="http://schemas.microsoft.com/office/drawing/2014/main" id="{465FDFAE-9371-42DC-80CE-6212FDA9A2C9}"/>
              </a:ext>
            </a:extLst>
          </p:cNvPr>
          <p:cNvSpPr>
            <a:spLocks noGrp="1"/>
          </p:cNvSpPr>
          <p:nvPr>
            <p:ph type="body" sz="quarter" idx="14" hasCustomPrompt="1"/>
          </p:nvPr>
        </p:nvSpPr>
        <p:spPr>
          <a:xfrm>
            <a:off x="658800" y="5583600"/>
            <a:ext cx="5256000" cy="294302"/>
          </a:xfrm>
        </p:spPr>
        <p:txBody>
          <a:bodyPr tIns="0" rIns="36000" bIns="72000" anchor="t" anchorCtr="0">
            <a:sp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lang="en-GB" sz="1600" b="0" i="0" kern="1200" baseline="0" noProof="0" dirty="0" smtClean="0">
                <a:solidFill>
                  <a:schemeClr val="tx1"/>
                </a:solidFill>
                <a:latin typeface="+mn-lt"/>
                <a:ea typeface="+mn-ea"/>
                <a:cs typeface="ING Me" pitchFamily="2" charset="0"/>
              </a:defRPr>
            </a:lvl1pPr>
            <a:lvl2pPr>
              <a:defRPr sz="2200">
                <a:solidFill>
                  <a:srgbClr val="000000"/>
                </a:solidFill>
              </a:defRPr>
            </a:lvl2pPr>
            <a:lvl3pPr>
              <a:defRPr sz="2200">
                <a:solidFill>
                  <a:srgbClr val="000000"/>
                </a:solidFill>
              </a:defRPr>
            </a:lvl3pPr>
            <a:lvl4pPr>
              <a:defRPr sz="2200">
                <a:solidFill>
                  <a:srgbClr val="000000"/>
                </a:solidFill>
              </a:defRPr>
            </a:lvl4pPr>
            <a:lvl5pPr>
              <a:defRPr sz="2200">
                <a:solidFill>
                  <a:srgbClr val="000000"/>
                </a:solidFill>
              </a:defRPr>
            </a:lvl5pPr>
          </a:lstStyle>
          <a:p>
            <a:pPr lvl="0"/>
            <a:r>
              <a:rPr lang="en-GB" noProof="0" dirty="0"/>
              <a:t>Click to add date</a:t>
            </a:r>
          </a:p>
        </p:txBody>
      </p:sp>
      <p:sp>
        <p:nvSpPr>
          <p:cNvPr id="17" name="Subtitle 2">
            <a:extLst>
              <a:ext uri="{FF2B5EF4-FFF2-40B4-BE49-F238E27FC236}">
                <a16:creationId xmlns:a16="http://schemas.microsoft.com/office/drawing/2014/main" id="{1A0CD90A-7939-4751-928D-CD5CBB22EE4B}"/>
              </a:ext>
            </a:extLst>
          </p:cNvPr>
          <p:cNvSpPr>
            <a:spLocks noGrp="1"/>
          </p:cNvSpPr>
          <p:nvPr>
            <p:ph type="subTitle" idx="1" hasCustomPrompt="1"/>
          </p:nvPr>
        </p:nvSpPr>
        <p:spPr bwMode="gray">
          <a:xfrm>
            <a:off x="658800" y="5277600"/>
            <a:ext cx="5256000" cy="294302"/>
          </a:xfrm>
        </p:spPr>
        <p:txBody>
          <a:bodyPr rIns="36000" bIns="72000" anchor="t" anchorCtr="0">
            <a:spAutoFit/>
          </a:bodyPr>
          <a:lstStyle>
            <a:lvl1pPr marL="0" indent="0" algn="l">
              <a:lnSpc>
                <a:spcPct val="90000"/>
              </a:lnSpc>
              <a:buNone/>
              <a:defRPr sz="1600" b="1" i="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noProof="0" dirty="0"/>
              <a:t>Click to add name of department and/or author</a:t>
            </a:r>
          </a:p>
        </p:txBody>
      </p:sp>
      <p:sp>
        <p:nvSpPr>
          <p:cNvPr id="19" name="Text Placeholder 6">
            <a:extLst>
              <a:ext uri="{FF2B5EF4-FFF2-40B4-BE49-F238E27FC236}">
                <a16:creationId xmlns:a16="http://schemas.microsoft.com/office/drawing/2014/main" id="{30766271-113F-4C5F-BEA9-2B8D1F8FE10E}"/>
              </a:ext>
            </a:extLst>
          </p:cNvPr>
          <p:cNvSpPr>
            <a:spLocks noGrp="1"/>
          </p:cNvSpPr>
          <p:nvPr>
            <p:ph type="body" sz="quarter" idx="11" hasCustomPrompt="1"/>
          </p:nvPr>
        </p:nvSpPr>
        <p:spPr bwMode="gray">
          <a:xfrm>
            <a:off x="990000" y="2448000"/>
            <a:ext cx="4786024" cy="732995"/>
          </a:xfrm>
          <a:prstGeom prst="roundRect">
            <a:avLst>
              <a:gd name="adj" fmla="val 13767"/>
            </a:avLst>
          </a:prstGeom>
          <a:solidFill>
            <a:srgbClr val="FF6200"/>
          </a:solidFill>
        </p:spPr>
        <p:txBody>
          <a:bodyPr wrap="none" lIns="108000" tIns="108000" rIns="108000" bIns="72000" anchor="t" anchorCtr="0">
            <a:spAutoFit/>
          </a:bodyPr>
          <a:lstStyle>
            <a:lvl1pPr algn="l">
              <a:lnSpc>
                <a:spcPct val="90000"/>
              </a:lnSpc>
              <a:spcBef>
                <a:spcPts val="0"/>
              </a:spcBef>
              <a:defRPr sz="3600" b="1">
                <a:solidFill>
                  <a:schemeClr val="bg1"/>
                </a:solidFill>
                <a:latin typeface="+mj-lt"/>
              </a:defRPr>
            </a:lvl1pPr>
          </a:lstStyle>
          <a:p>
            <a:pPr lvl="0"/>
            <a:r>
              <a:rPr lang="en-GB" noProof="0" dirty="0"/>
              <a:t>Click to add (sub)title</a:t>
            </a:r>
          </a:p>
        </p:txBody>
      </p:sp>
      <p:sp>
        <p:nvSpPr>
          <p:cNvPr id="16" name="Title 1">
            <a:extLst>
              <a:ext uri="{FF2B5EF4-FFF2-40B4-BE49-F238E27FC236}">
                <a16:creationId xmlns:a16="http://schemas.microsoft.com/office/drawing/2014/main" id="{E34099AA-6604-4254-ACD4-37B7B8373FAA}"/>
              </a:ext>
            </a:extLst>
          </p:cNvPr>
          <p:cNvSpPr>
            <a:spLocks noGrp="1"/>
          </p:cNvSpPr>
          <p:nvPr>
            <p:ph type="ctrTitle" hasCustomPrompt="1"/>
          </p:nvPr>
        </p:nvSpPr>
        <p:spPr bwMode="gray">
          <a:xfrm>
            <a:off x="658800" y="1634400"/>
            <a:ext cx="3712436" cy="738000"/>
          </a:xfrm>
          <a:prstGeom prst="roundRect">
            <a:avLst>
              <a:gd name="adj" fmla="val 13767"/>
            </a:avLst>
          </a:prstGeom>
          <a:solidFill>
            <a:srgbClr val="FF6200"/>
          </a:solidFill>
        </p:spPr>
        <p:txBody>
          <a:bodyPr wrap="none" lIns="108000" tIns="108000" rIns="108000" bIns="72000" anchor="t" anchorCtr="0">
            <a:spAutoFit/>
          </a:bodyPr>
          <a:lstStyle>
            <a:lvl1pPr algn="l">
              <a:lnSpc>
                <a:spcPct val="90000"/>
              </a:lnSpc>
              <a:spcBef>
                <a:spcPts val="0"/>
              </a:spcBef>
              <a:defRPr sz="3600" b="1">
                <a:solidFill>
                  <a:schemeClr val="bg1"/>
                </a:solidFill>
                <a:latin typeface="+mj-lt"/>
              </a:defRPr>
            </a:lvl1pPr>
          </a:lstStyle>
          <a:p>
            <a:r>
              <a:rPr lang="en-GB" noProof="0" dirty="0"/>
              <a:t>Click to </a:t>
            </a:r>
            <a:r>
              <a:rPr lang="en-GB" noProof="0"/>
              <a:t>add title</a:t>
            </a:r>
            <a:endParaRPr lang="en-GB" noProof="0" dirty="0"/>
          </a:p>
        </p:txBody>
      </p:sp>
      <p:sp>
        <p:nvSpPr>
          <p:cNvPr id="29" name="Project Placeholder">
            <a:extLst>
              <a:ext uri="{FF2B5EF4-FFF2-40B4-BE49-F238E27FC236}">
                <a16:creationId xmlns:a16="http://schemas.microsoft.com/office/drawing/2014/main" id="{026A36CF-1C2C-48FA-9AF7-65727F8826F0}"/>
              </a:ext>
            </a:extLst>
          </p:cNvPr>
          <p:cNvSpPr>
            <a:spLocks noGrp="1" noChangeAspect="1"/>
          </p:cNvSpPr>
          <p:nvPr>
            <p:ph type="pic" sz="quarter" idx="16" hasCustomPrompt="1"/>
          </p:nvPr>
        </p:nvSpPr>
        <p:spPr>
          <a:xfrm>
            <a:off x="658797" y="5896309"/>
            <a:ext cx="3857399" cy="961677"/>
          </a:xfrm>
        </p:spPr>
        <p:txBody>
          <a:bodyPr lIns="288000" tIns="108000" rIns="108000" bIns="108000" anchor="ctr" anchorCtr="0"/>
          <a:lstStyle>
            <a:lvl1pPr>
              <a:defRPr sz="1200">
                <a:solidFill>
                  <a:srgbClr val="A8A8A8"/>
                </a:solidFill>
              </a:defRPr>
            </a:lvl1pPr>
          </a:lstStyle>
          <a:p>
            <a:r>
              <a:rPr lang="en-GB" dirty="0"/>
              <a:t>Business or project wordmark </a:t>
            </a:r>
            <a:br>
              <a:rPr lang="en-GB" dirty="0"/>
            </a:br>
            <a:r>
              <a:rPr lang="en-GB" dirty="0"/>
              <a:t>placeholder</a:t>
            </a:r>
          </a:p>
        </p:txBody>
      </p:sp>
    </p:spTree>
    <p:extLst>
      <p:ext uri="{BB962C8B-B14F-4D97-AF65-F5344CB8AC3E}">
        <p14:creationId xmlns:p14="http://schemas.microsoft.com/office/powerpoint/2010/main" val="1056083539"/>
      </p:ext>
    </p:extLst>
  </p:cSld>
  <p:clrMapOvr>
    <a:masterClrMapping/>
  </p:clrMapOvr>
  <p:extLst>
    <p:ext uri="{DCECCB84-F9BA-43D5-87BE-67443E8EF086}">
      <p15:sldGuideLst xmlns:p15="http://schemas.microsoft.com/office/powerpoint/2012/main">
        <p15:guide id="1" orient="horz" pos="1491">
          <p15:clr>
            <a:srgbClr val="FBAE40"/>
          </p15:clr>
        </p15:guide>
        <p15:guide id="2" orient="horz" pos="1542">
          <p15:clr>
            <a:srgbClr val="FBAE40"/>
          </p15:clr>
        </p15:guide>
        <p15:guide id="3" orient="horz" pos="2006">
          <p15:clr>
            <a:srgbClr val="FBAE40"/>
          </p15:clr>
        </p15:guide>
        <p15:guide id="4" orient="horz" pos="2057">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Index slide">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515CBA26-4510-4A9C-B080-4211950399FD}"/>
              </a:ext>
            </a:extLst>
          </p:cNvPr>
          <p:cNvSpPr>
            <a:spLocks noGrp="1"/>
          </p:cNvSpPr>
          <p:nvPr>
            <p:ph type="ftr" sz="quarter" idx="12"/>
          </p:nvPr>
        </p:nvSpPr>
        <p:spPr/>
        <p:txBody>
          <a:bodyPr/>
          <a:lstStyle>
            <a:lvl1pPr>
              <a:defRPr/>
            </a:lvl1pPr>
          </a:lstStyle>
          <a:p>
            <a:endParaRPr lang="en-GB" noProof="0"/>
          </a:p>
        </p:txBody>
      </p:sp>
      <p:sp>
        <p:nvSpPr>
          <p:cNvPr id="6" name="Title 5">
            <a:extLst>
              <a:ext uri="{FF2B5EF4-FFF2-40B4-BE49-F238E27FC236}">
                <a16:creationId xmlns:a16="http://schemas.microsoft.com/office/drawing/2014/main" id="{1DDC45C2-05A9-46EA-B276-6A874E5C1E41}"/>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sp>
        <p:nvSpPr>
          <p:cNvPr id="11" name="Text Placeholder 10">
            <a:extLst>
              <a:ext uri="{FF2B5EF4-FFF2-40B4-BE49-F238E27FC236}">
                <a16:creationId xmlns:a16="http://schemas.microsoft.com/office/drawing/2014/main" id="{6BA07CBC-1D3E-422E-A575-116DF6809A5F}"/>
              </a:ext>
            </a:extLst>
          </p:cNvPr>
          <p:cNvSpPr>
            <a:spLocks noGrp="1"/>
          </p:cNvSpPr>
          <p:nvPr>
            <p:ph type="body" sz="quarter" idx="13" hasCustomPrompt="1"/>
          </p:nvPr>
        </p:nvSpPr>
        <p:spPr bwMode="auto">
          <a:xfrm>
            <a:off x="659008" y="1141198"/>
            <a:ext cx="10875600" cy="5058000"/>
          </a:xfrm>
          <a:custGeom>
            <a:avLst/>
            <a:gdLst>
              <a:gd name="connsiteX0" fmla="*/ 0 w 10489176"/>
              <a:gd name="connsiteY0" fmla="*/ 0 h 5058000"/>
              <a:gd name="connsiteX1" fmla="*/ 10489176 w 10489176"/>
              <a:gd name="connsiteY1" fmla="*/ 0 h 5058000"/>
              <a:gd name="connsiteX2" fmla="*/ 10489176 w 10489176"/>
              <a:gd name="connsiteY2" fmla="*/ 5058000 h 5058000"/>
              <a:gd name="connsiteX3" fmla="*/ 0 w 10489176"/>
              <a:gd name="connsiteY3" fmla="*/ 5058000 h 5058000"/>
            </a:gdLst>
            <a:ahLst/>
            <a:cxnLst>
              <a:cxn ang="0">
                <a:pos x="connsiteX0" y="connsiteY0"/>
              </a:cxn>
              <a:cxn ang="0">
                <a:pos x="connsiteX1" y="connsiteY1"/>
              </a:cxn>
              <a:cxn ang="0">
                <a:pos x="connsiteX2" y="connsiteY2"/>
              </a:cxn>
              <a:cxn ang="0">
                <a:pos x="connsiteX3" y="connsiteY3"/>
              </a:cxn>
            </a:cxnLst>
            <a:rect l="l" t="t" r="r" b="b"/>
            <a:pathLst>
              <a:path w="10489176" h="5058000">
                <a:moveTo>
                  <a:pt x="0" y="0"/>
                </a:moveTo>
                <a:lnTo>
                  <a:pt x="10489176" y="0"/>
                </a:lnTo>
                <a:lnTo>
                  <a:pt x="10489176" y="5058000"/>
                </a:lnTo>
                <a:lnTo>
                  <a:pt x="0" y="5058000"/>
                </a:lnTo>
                <a:close/>
              </a:path>
            </a:pathLst>
          </a:custGeom>
        </p:spPr>
        <p:txBody>
          <a:bodyPr wrap="square">
            <a:noAutofit/>
          </a:bodyPr>
          <a:lstStyle>
            <a:lvl1pPr marL="360000" indent="-360000">
              <a:spcBef>
                <a:spcPts val="200"/>
              </a:spcBef>
              <a:spcAft>
                <a:spcPts val="800"/>
              </a:spcAft>
              <a:buFont typeface="+mj-lt"/>
              <a:buAutoNum type="arabicPeriod"/>
              <a:defRPr/>
            </a:lvl1pPr>
            <a:lvl2pPr>
              <a:defRPr/>
            </a:lvl2pPr>
          </a:lstStyle>
          <a:p>
            <a:pPr lvl="0"/>
            <a:r>
              <a:rPr lang="en-GB" noProof="0" dirty="0"/>
              <a:t>Click to add text</a:t>
            </a:r>
          </a:p>
          <a:p>
            <a:pPr lvl="1"/>
            <a:r>
              <a:rPr lang="en-GB" noProof="0" dirty="0"/>
              <a:t>Second level</a:t>
            </a:r>
          </a:p>
        </p:txBody>
      </p:sp>
    </p:spTree>
    <p:extLst>
      <p:ext uri="{BB962C8B-B14F-4D97-AF65-F5344CB8AC3E}">
        <p14:creationId xmlns:p14="http://schemas.microsoft.com/office/powerpoint/2010/main" val="2558767802"/>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Index slide picture right">
    <p:bg bwMode="gray">
      <p:bgRef idx="1001">
        <a:schemeClr val="bg1"/>
      </p:bgRef>
    </p:bg>
    <p:spTree>
      <p:nvGrpSpPr>
        <p:cNvPr id="1" name=""/>
        <p:cNvGrpSpPr/>
        <p:nvPr/>
      </p:nvGrpSpPr>
      <p:grpSpPr>
        <a:xfrm>
          <a:off x="0" y="0"/>
          <a:ext cx="0" cy="0"/>
          <a:chOff x="0" y="0"/>
          <a:chExt cx="0" cy="0"/>
        </a:xfrm>
      </p:grpSpPr>
      <p:sp>
        <p:nvSpPr>
          <p:cNvPr id="3" name="Slide Number Placeholder 2"/>
          <p:cNvSpPr>
            <a:spLocks noGrp="1"/>
          </p:cNvSpPr>
          <p:nvPr>
            <p:ph type="sldNum" sz="quarter" idx="16"/>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CEA75376-E7C9-4515-A27A-D366A6F50C18}"/>
              </a:ext>
            </a:extLst>
          </p:cNvPr>
          <p:cNvSpPr>
            <a:spLocks noGrp="1"/>
          </p:cNvSpPr>
          <p:nvPr>
            <p:ph type="ftr" sz="quarter" idx="17"/>
          </p:nvPr>
        </p:nvSpPr>
        <p:spPr>
          <a:xfrm>
            <a:off x="659007" y="6403940"/>
            <a:ext cx="7408800" cy="187200"/>
          </a:xfrm>
        </p:spPr>
        <p:txBody>
          <a:bodyPr/>
          <a:lstStyle>
            <a:lvl1pPr>
              <a:defRPr/>
            </a:lvl1pPr>
          </a:lstStyle>
          <a:p>
            <a:endParaRPr lang="en-GB" noProof="0"/>
          </a:p>
        </p:txBody>
      </p:sp>
      <p:sp>
        <p:nvSpPr>
          <p:cNvPr id="8" name="Picture Placeholder 7">
            <a:extLst>
              <a:ext uri="{FF2B5EF4-FFF2-40B4-BE49-F238E27FC236}">
                <a16:creationId xmlns:a16="http://schemas.microsoft.com/office/drawing/2014/main" id="{0136ED5D-41FE-434B-8102-33405500B8E3}"/>
              </a:ext>
            </a:extLst>
          </p:cNvPr>
          <p:cNvSpPr>
            <a:spLocks noGrp="1"/>
          </p:cNvSpPr>
          <p:nvPr>
            <p:ph type="pic" sz="quarter" idx="20"/>
          </p:nvPr>
        </p:nvSpPr>
        <p:spPr bwMode="gray">
          <a:xfrm>
            <a:off x="8415482" y="1"/>
            <a:ext cx="3776519" cy="6857999"/>
          </a:xfrm>
          <a:custGeom>
            <a:avLst/>
            <a:gdLst>
              <a:gd name="connsiteX0" fmla="*/ 0 w 3776519"/>
              <a:gd name="connsiteY0" fmla="*/ 0 h 6857999"/>
              <a:gd name="connsiteX1" fmla="*/ 190493 w 3776519"/>
              <a:gd name="connsiteY1" fmla="*/ 0 h 6857999"/>
              <a:gd name="connsiteX2" fmla="*/ 914400 w 3776519"/>
              <a:gd name="connsiteY2" fmla="*/ 0 h 6857999"/>
              <a:gd name="connsiteX3" fmla="*/ 3776519 w 3776519"/>
              <a:gd name="connsiteY3" fmla="*/ 0 h 6857999"/>
              <a:gd name="connsiteX4" fmla="*/ 3776519 w 3776519"/>
              <a:gd name="connsiteY4" fmla="*/ 6857999 h 6857999"/>
              <a:gd name="connsiteX5" fmla="*/ 190491 w 3776519"/>
              <a:gd name="connsiteY5" fmla="*/ 6857999 h 6857999"/>
              <a:gd name="connsiteX6" fmla="*/ 116345 w 3776519"/>
              <a:gd name="connsiteY6" fmla="*/ 6843030 h 6857999"/>
              <a:gd name="connsiteX7" fmla="*/ 0 w 3776519"/>
              <a:gd name="connsiteY7" fmla="*/ 6667507 h 6857999"/>
              <a:gd name="connsiteX8" fmla="*/ 0 w 3776519"/>
              <a:gd name="connsiteY8" fmla="*/ 914400 h 6857999"/>
              <a:gd name="connsiteX9" fmla="*/ 0 w 3776519"/>
              <a:gd name="connsiteY9" fmla="*/ 190493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76519" h="6857999">
                <a:moveTo>
                  <a:pt x="0" y="0"/>
                </a:moveTo>
                <a:lnTo>
                  <a:pt x="190493" y="0"/>
                </a:lnTo>
                <a:lnTo>
                  <a:pt x="914400" y="0"/>
                </a:lnTo>
                <a:lnTo>
                  <a:pt x="3776519" y="0"/>
                </a:lnTo>
                <a:lnTo>
                  <a:pt x="3776519" y="6857999"/>
                </a:lnTo>
                <a:lnTo>
                  <a:pt x="190491" y="6857999"/>
                </a:lnTo>
                <a:lnTo>
                  <a:pt x="116345" y="6843030"/>
                </a:lnTo>
                <a:cubicBezTo>
                  <a:pt x="47974" y="6814111"/>
                  <a:pt x="0" y="6746411"/>
                  <a:pt x="0" y="6667507"/>
                </a:cubicBezTo>
                <a:lnTo>
                  <a:pt x="0" y="914400"/>
                </a:lnTo>
                <a:lnTo>
                  <a:pt x="0" y="190493"/>
                </a:lnTo>
                <a:close/>
              </a:path>
            </a:pathLst>
          </a:custGeom>
          <a:solidFill>
            <a:schemeClr val="accent2">
              <a:lumMod val="20000"/>
              <a:lumOff val="80000"/>
              <a:alpha val="10000"/>
            </a:schemeClr>
          </a:solidFill>
        </p:spPr>
        <p:txBody>
          <a:bodyPr wrap="square" lIns="360000" tIns="360000" rIns="360000" bIns="360000">
            <a:noAutofit/>
          </a:bodyPr>
          <a:lstStyle/>
          <a:p>
            <a:r>
              <a:rPr lang="en-US" noProof="0"/>
              <a:t>Click icon to add picture</a:t>
            </a:r>
            <a:endParaRPr lang="en-GB" noProof="0"/>
          </a:p>
        </p:txBody>
      </p:sp>
      <p:sp>
        <p:nvSpPr>
          <p:cNvPr id="20" name="Text Placeholder 19">
            <a:extLst>
              <a:ext uri="{FF2B5EF4-FFF2-40B4-BE49-F238E27FC236}">
                <a16:creationId xmlns:a16="http://schemas.microsoft.com/office/drawing/2014/main" id="{3B02C1D6-EBC4-42E4-AD3A-B8313C31BD73}"/>
              </a:ext>
            </a:extLst>
          </p:cNvPr>
          <p:cNvSpPr>
            <a:spLocks noGrp="1"/>
          </p:cNvSpPr>
          <p:nvPr>
            <p:ph type="body" sz="quarter" idx="21" hasCustomPrompt="1"/>
          </p:nvPr>
        </p:nvSpPr>
        <p:spPr bwMode="auto">
          <a:xfrm>
            <a:off x="659008" y="1141198"/>
            <a:ext cx="7408800" cy="5058000"/>
          </a:xfrm>
          <a:custGeom>
            <a:avLst/>
            <a:gdLst>
              <a:gd name="connsiteX0" fmla="*/ 0 w 5617764"/>
              <a:gd name="connsiteY0" fmla="*/ 0 h 5058000"/>
              <a:gd name="connsiteX1" fmla="*/ 5617764 w 5617764"/>
              <a:gd name="connsiteY1" fmla="*/ 0 h 5058000"/>
              <a:gd name="connsiteX2" fmla="*/ 5617764 w 5617764"/>
              <a:gd name="connsiteY2" fmla="*/ 5058000 h 5058000"/>
              <a:gd name="connsiteX3" fmla="*/ 0 w 5617764"/>
              <a:gd name="connsiteY3" fmla="*/ 5058000 h 5058000"/>
            </a:gdLst>
            <a:ahLst/>
            <a:cxnLst>
              <a:cxn ang="0">
                <a:pos x="connsiteX0" y="connsiteY0"/>
              </a:cxn>
              <a:cxn ang="0">
                <a:pos x="connsiteX1" y="connsiteY1"/>
              </a:cxn>
              <a:cxn ang="0">
                <a:pos x="connsiteX2" y="connsiteY2"/>
              </a:cxn>
              <a:cxn ang="0">
                <a:pos x="connsiteX3" y="connsiteY3"/>
              </a:cxn>
            </a:cxnLst>
            <a:rect l="l" t="t" r="r" b="b"/>
            <a:pathLst>
              <a:path w="5617764" h="5058000">
                <a:moveTo>
                  <a:pt x="0" y="0"/>
                </a:moveTo>
                <a:lnTo>
                  <a:pt x="5617764" y="0"/>
                </a:lnTo>
                <a:lnTo>
                  <a:pt x="5617764" y="5058000"/>
                </a:lnTo>
                <a:lnTo>
                  <a:pt x="0" y="5058000"/>
                </a:lnTo>
                <a:close/>
              </a:path>
            </a:pathLst>
          </a:custGeom>
        </p:spPr>
        <p:txBody>
          <a:bodyPr wrap="square">
            <a:noAutofit/>
          </a:bodyPr>
          <a:lstStyle>
            <a:lvl1pPr marL="360000" indent="-360000">
              <a:spcBef>
                <a:spcPts val="200"/>
              </a:spcBef>
              <a:spcAft>
                <a:spcPts val="800"/>
              </a:spcAft>
              <a:buFont typeface="+mj-lt"/>
              <a:buAutoNum type="arabicPeriod"/>
              <a:defRPr/>
            </a:lvl1pPr>
            <a:lvl2pPr>
              <a:defRPr/>
            </a:lvl2pPr>
          </a:lstStyle>
          <a:p>
            <a:pPr lvl="0"/>
            <a:r>
              <a:rPr lang="en-GB" noProof="0" dirty="0"/>
              <a:t>Click to add text</a:t>
            </a:r>
          </a:p>
          <a:p>
            <a:pPr lvl="1"/>
            <a:r>
              <a:rPr lang="en-GB" noProof="0" dirty="0"/>
              <a:t>Second level</a:t>
            </a:r>
          </a:p>
        </p:txBody>
      </p:sp>
      <p:sp>
        <p:nvSpPr>
          <p:cNvPr id="4" name="Title 3">
            <a:extLst>
              <a:ext uri="{FF2B5EF4-FFF2-40B4-BE49-F238E27FC236}">
                <a16:creationId xmlns:a16="http://schemas.microsoft.com/office/drawing/2014/main" id="{F4AC00D7-B457-45E8-A905-966FD04715A3}"/>
              </a:ext>
            </a:extLst>
          </p:cNvPr>
          <p:cNvSpPr>
            <a:spLocks noGrp="1"/>
          </p:cNvSpPr>
          <p:nvPr>
            <p:ph type="title"/>
          </p:nvPr>
        </p:nvSpPr>
        <p:spPr>
          <a:xfrm>
            <a:off x="659008" y="325235"/>
            <a:ext cx="7408800" cy="817244"/>
          </a:xfrm>
        </p:spPr>
        <p:txBody>
          <a:bodyPr/>
          <a:lstStyle/>
          <a:p>
            <a:r>
              <a:rPr lang="en-US"/>
              <a:t>Click to edit Master title style</a:t>
            </a:r>
            <a:endParaRPr lang="en-GB"/>
          </a:p>
        </p:txBody>
      </p:sp>
      <p:sp>
        <p:nvSpPr>
          <p:cNvPr id="7" name="TextBox 6">
            <a:extLst>
              <a:ext uri="{FF2B5EF4-FFF2-40B4-BE49-F238E27FC236}">
                <a16:creationId xmlns:a16="http://schemas.microsoft.com/office/drawing/2014/main" id="{85210F25-0569-48E4-86BF-27768C680957}"/>
              </a:ext>
            </a:extLst>
          </p:cNvPr>
          <p:cNvSpPr txBox="1"/>
          <p:nvPr userDrawn="1"/>
        </p:nvSpPr>
        <p:spPr>
          <a:xfrm>
            <a:off x="-2261849" y="0"/>
            <a:ext cx="1826420" cy="299658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p:txBody>
      </p:sp>
    </p:spTree>
    <p:extLst>
      <p:ext uri="{BB962C8B-B14F-4D97-AF65-F5344CB8AC3E}">
        <p14:creationId xmlns:p14="http://schemas.microsoft.com/office/powerpoint/2010/main" val="2995939888"/>
      </p:ext>
    </p:extLst>
  </p:cSld>
  <p:clrMapOvr>
    <a:masterClrMapping/>
  </p:clrMapOvr>
  <p:extLst>
    <p:ext uri="{DCECCB84-F9BA-43D5-87BE-67443E8EF086}">
      <p15:sldGuideLst xmlns:p15="http://schemas.microsoft.com/office/powerpoint/2012/main">
        <p15:guide id="1" pos="4308">
          <p15:clr>
            <a:srgbClr val="FBAE40"/>
          </p15:clr>
        </p15:guide>
        <p15:guide id="2" pos="4596">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Index slide picture left">
    <p:bg bwMode="gray">
      <p:bgRef idx="1001">
        <a:schemeClr val="bg1"/>
      </p:bgRef>
    </p:bg>
    <p:spTree>
      <p:nvGrpSpPr>
        <p:cNvPr id="1" name=""/>
        <p:cNvGrpSpPr/>
        <p:nvPr/>
      </p:nvGrpSpPr>
      <p:grpSpPr>
        <a:xfrm>
          <a:off x="0" y="0"/>
          <a:ext cx="0" cy="0"/>
          <a:chOff x="0" y="0"/>
          <a:chExt cx="0" cy="0"/>
        </a:xfrm>
      </p:grpSpPr>
      <p:sp>
        <p:nvSpPr>
          <p:cNvPr id="3" name="Slide Number Placeholder 2"/>
          <p:cNvSpPr>
            <a:spLocks noGrp="1"/>
          </p:cNvSpPr>
          <p:nvPr>
            <p:ph type="sldNum" sz="quarter" idx="16"/>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CEA75376-E7C9-4515-A27A-D366A6F50C18}"/>
              </a:ext>
            </a:extLst>
          </p:cNvPr>
          <p:cNvSpPr>
            <a:spLocks noGrp="1"/>
          </p:cNvSpPr>
          <p:nvPr>
            <p:ph type="ftr" sz="quarter" idx="17"/>
          </p:nvPr>
        </p:nvSpPr>
        <p:spPr>
          <a:xfrm>
            <a:off x="4124163" y="6403940"/>
            <a:ext cx="6735600" cy="187200"/>
          </a:xfrm>
        </p:spPr>
        <p:txBody>
          <a:bodyPr/>
          <a:lstStyle>
            <a:lvl1pPr>
              <a:defRPr/>
            </a:lvl1pPr>
          </a:lstStyle>
          <a:p>
            <a:endParaRPr lang="en-GB" noProof="0"/>
          </a:p>
        </p:txBody>
      </p:sp>
      <p:sp>
        <p:nvSpPr>
          <p:cNvPr id="13" name="Picture Placeholder 12">
            <a:extLst>
              <a:ext uri="{FF2B5EF4-FFF2-40B4-BE49-F238E27FC236}">
                <a16:creationId xmlns:a16="http://schemas.microsoft.com/office/drawing/2014/main" id="{5B790946-B7BA-4B88-836C-B0601F7BF453}"/>
              </a:ext>
            </a:extLst>
          </p:cNvPr>
          <p:cNvSpPr>
            <a:spLocks noGrp="1"/>
          </p:cNvSpPr>
          <p:nvPr>
            <p:ph type="pic" sz="quarter" idx="20"/>
          </p:nvPr>
        </p:nvSpPr>
        <p:spPr bwMode="gray">
          <a:xfrm>
            <a:off x="-1" y="0"/>
            <a:ext cx="3776520" cy="6858000"/>
          </a:xfrm>
          <a:custGeom>
            <a:avLst/>
            <a:gdLst>
              <a:gd name="connsiteX0" fmla="*/ 0 w 3776520"/>
              <a:gd name="connsiteY0" fmla="*/ 0 h 6858000"/>
              <a:gd name="connsiteX1" fmla="*/ 3586029 w 3776520"/>
              <a:gd name="connsiteY1" fmla="*/ 0 h 6858000"/>
              <a:gd name="connsiteX2" fmla="*/ 3586034 w 3776520"/>
              <a:gd name="connsiteY2" fmla="*/ 1 h 6858000"/>
              <a:gd name="connsiteX3" fmla="*/ 3776520 w 3776520"/>
              <a:gd name="connsiteY3" fmla="*/ 1 h 6858000"/>
              <a:gd name="connsiteX4" fmla="*/ 3776520 w 3776520"/>
              <a:gd name="connsiteY4" fmla="*/ 190493 h 6858000"/>
              <a:gd name="connsiteX5" fmla="*/ 3776520 w 3776520"/>
              <a:gd name="connsiteY5" fmla="*/ 914401 h 6858000"/>
              <a:gd name="connsiteX6" fmla="*/ 3776520 w 3776520"/>
              <a:gd name="connsiteY6" fmla="*/ 6667507 h 6858000"/>
              <a:gd name="connsiteX7" fmla="*/ 3586027 w 3776520"/>
              <a:gd name="connsiteY7" fmla="*/ 6858000 h 6858000"/>
              <a:gd name="connsiteX8" fmla="*/ 0 w 3776520"/>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76520" h="6858000">
                <a:moveTo>
                  <a:pt x="0" y="0"/>
                </a:moveTo>
                <a:lnTo>
                  <a:pt x="3586029" y="0"/>
                </a:lnTo>
                <a:lnTo>
                  <a:pt x="3586034" y="1"/>
                </a:lnTo>
                <a:lnTo>
                  <a:pt x="3776520" y="1"/>
                </a:lnTo>
                <a:lnTo>
                  <a:pt x="3776520" y="190493"/>
                </a:lnTo>
                <a:lnTo>
                  <a:pt x="3776520" y="914401"/>
                </a:lnTo>
                <a:lnTo>
                  <a:pt x="3776520" y="6667507"/>
                </a:lnTo>
                <a:cubicBezTo>
                  <a:pt x="3776520" y="6772713"/>
                  <a:pt x="3691233" y="6858000"/>
                  <a:pt x="3586027" y="6858000"/>
                </a:cubicBezTo>
                <a:lnTo>
                  <a:pt x="0" y="6858000"/>
                </a:lnTo>
                <a:close/>
              </a:path>
            </a:pathLst>
          </a:custGeom>
          <a:solidFill>
            <a:schemeClr val="accent2">
              <a:lumMod val="20000"/>
              <a:lumOff val="80000"/>
              <a:alpha val="10000"/>
            </a:schemeClr>
          </a:solidFill>
        </p:spPr>
        <p:txBody>
          <a:bodyPr wrap="square" lIns="360000" tIns="360000" rIns="360000" bIns="360000">
            <a:noAutofit/>
          </a:bodyPr>
          <a:lstStyle/>
          <a:p>
            <a:r>
              <a:rPr lang="en-US" noProof="0"/>
              <a:t>Click icon to add picture</a:t>
            </a:r>
            <a:endParaRPr lang="en-GB" noProof="0"/>
          </a:p>
        </p:txBody>
      </p:sp>
      <p:sp>
        <p:nvSpPr>
          <p:cNvPr id="20" name="Text Placeholder 19">
            <a:extLst>
              <a:ext uri="{FF2B5EF4-FFF2-40B4-BE49-F238E27FC236}">
                <a16:creationId xmlns:a16="http://schemas.microsoft.com/office/drawing/2014/main" id="{3B02C1D6-EBC4-42E4-AD3A-B8313C31BD73}"/>
              </a:ext>
            </a:extLst>
          </p:cNvPr>
          <p:cNvSpPr>
            <a:spLocks noGrp="1"/>
          </p:cNvSpPr>
          <p:nvPr>
            <p:ph type="body" sz="quarter" idx="21" hasCustomPrompt="1"/>
          </p:nvPr>
        </p:nvSpPr>
        <p:spPr bwMode="auto">
          <a:xfrm>
            <a:off x="4124163" y="1141198"/>
            <a:ext cx="7408800" cy="5058000"/>
          </a:xfrm>
          <a:custGeom>
            <a:avLst/>
            <a:gdLst>
              <a:gd name="connsiteX0" fmla="*/ 0 w 5617764"/>
              <a:gd name="connsiteY0" fmla="*/ 0 h 5058000"/>
              <a:gd name="connsiteX1" fmla="*/ 5617764 w 5617764"/>
              <a:gd name="connsiteY1" fmla="*/ 0 h 5058000"/>
              <a:gd name="connsiteX2" fmla="*/ 5617764 w 5617764"/>
              <a:gd name="connsiteY2" fmla="*/ 5058000 h 5058000"/>
              <a:gd name="connsiteX3" fmla="*/ 0 w 5617764"/>
              <a:gd name="connsiteY3" fmla="*/ 5058000 h 5058000"/>
            </a:gdLst>
            <a:ahLst/>
            <a:cxnLst>
              <a:cxn ang="0">
                <a:pos x="connsiteX0" y="connsiteY0"/>
              </a:cxn>
              <a:cxn ang="0">
                <a:pos x="connsiteX1" y="connsiteY1"/>
              </a:cxn>
              <a:cxn ang="0">
                <a:pos x="connsiteX2" y="connsiteY2"/>
              </a:cxn>
              <a:cxn ang="0">
                <a:pos x="connsiteX3" y="connsiteY3"/>
              </a:cxn>
            </a:cxnLst>
            <a:rect l="l" t="t" r="r" b="b"/>
            <a:pathLst>
              <a:path w="5617764" h="5058000">
                <a:moveTo>
                  <a:pt x="0" y="0"/>
                </a:moveTo>
                <a:lnTo>
                  <a:pt x="5617764" y="0"/>
                </a:lnTo>
                <a:lnTo>
                  <a:pt x="5617764" y="5058000"/>
                </a:lnTo>
                <a:lnTo>
                  <a:pt x="0" y="5058000"/>
                </a:lnTo>
                <a:close/>
              </a:path>
            </a:pathLst>
          </a:custGeom>
        </p:spPr>
        <p:txBody>
          <a:bodyPr wrap="square">
            <a:noAutofit/>
          </a:bodyPr>
          <a:lstStyle>
            <a:lvl1pPr marL="360000" indent="-360000">
              <a:spcBef>
                <a:spcPts val="200"/>
              </a:spcBef>
              <a:spcAft>
                <a:spcPts val="800"/>
              </a:spcAft>
              <a:buFont typeface="+mj-lt"/>
              <a:buAutoNum type="arabicPeriod"/>
              <a:defRPr/>
            </a:lvl1pPr>
            <a:lvl2pPr>
              <a:defRPr/>
            </a:lvl2pPr>
          </a:lstStyle>
          <a:p>
            <a:pPr lvl="0"/>
            <a:r>
              <a:rPr lang="en-GB" noProof="0" dirty="0"/>
              <a:t>Click to add text</a:t>
            </a:r>
          </a:p>
          <a:p>
            <a:pPr lvl="1"/>
            <a:r>
              <a:rPr lang="en-GB" noProof="0" dirty="0"/>
              <a:t>Second level</a:t>
            </a:r>
          </a:p>
        </p:txBody>
      </p:sp>
      <p:sp>
        <p:nvSpPr>
          <p:cNvPr id="4" name="Title 3">
            <a:extLst>
              <a:ext uri="{FF2B5EF4-FFF2-40B4-BE49-F238E27FC236}">
                <a16:creationId xmlns:a16="http://schemas.microsoft.com/office/drawing/2014/main" id="{F4AC00D7-B457-45E8-A905-966FD04715A3}"/>
              </a:ext>
            </a:extLst>
          </p:cNvPr>
          <p:cNvSpPr>
            <a:spLocks noGrp="1"/>
          </p:cNvSpPr>
          <p:nvPr>
            <p:ph type="title"/>
          </p:nvPr>
        </p:nvSpPr>
        <p:spPr>
          <a:xfrm>
            <a:off x="4124163" y="325235"/>
            <a:ext cx="7408800" cy="817244"/>
          </a:xfrm>
        </p:spPr>
        <p:txBody>
          <a:bodyPr/>
          <a:lstStyle/>
          <a:p>
            <a:r>
              <a:rPr lang="en-US"/>
              <a:t>Click to edit Master title style</a:t>
            </a:r>
            <a:endParaRPr lang="en-GB"/>
          </a:p>
        </p:txBody>
      </p:sp>
      <p:sp>
        <p:nvSpPr>
          <p:cNvPr id="7" name="TextBox 6">
            <a:extLst>
              <a:ext uri="{FF2B5EF4-FFF2-40B4-BE49-F238E27FC236}">
                <a16:creationId xmlns:a16="http://schemas.microsoft.com/office/drawing/2014/main" id="{4BEB9DAA-E55F-4181-BD9B-980BDFC351B4}"/>
              </a:ext>
            </a:extLst>
          </p:cNvPr>
          <p:cNvSpPr txBox="1"/>
          <p:nvPr userDrawn="1"/>
        </p:nvSpPr>
        <p:spPr>
          <a:xfrm>
            <a:off x="-2261849" y="0"/>
            <a:ext cx="1826420" cy="299658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p:txBody>
      </p:sp>
    </p:spTree>
    <p:extLst>
      <p:ext uri="{BB962C8B-B14F-4D97-AF65-F5344CB8AC3E}">
        <p14:creationId xmlns:p14="http://schemas.microsoft.com/office/powerpoint/2010/main" val="1853362766"/>
      </p:ext>
    </p:extLst>
  </p:cSld>
  <p:clrMapOvr>
    <a:masterClrMapping/>
  </p:clrMapOvr>
  <p:extLst>
    <p:ext uri="{DCECCB84-F9BA-43D5-87BE-67443E8EF086}">
      <p15:sldGuideLst xmlns:p15="http://schemas.microsoft.com/office/powerpoint/2012/main">
        <p15:guide id="1" pos="4308">
          <p15:clr>
            <a:srgbClr val="FBAE40"/>
          </p15:clr>
        </p15:guide>
        <p15:guide id="2" pos="4596">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hapter header orang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2B4DD1A-B332-4795-A59E-FA64AB32DDCC}"/>
              </a:ext>
            </a:extLst>
          </p:cNvPr>
          <p:cNvSpPr/>
          <p:nvPr userDrawn="1"/>
        </p:nvSpPr>
        <p:spPr>
          <a:xfrm>
            <a:off x="-2786743" y="-736600"/>
            <a:ext cx="17765486" cy="8331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dirty="0" err="1">
              <a:solidFill>
                <a:schemeClr val="tx1"/>
              </a:solidFill>
            </a:endParaRPr>
          </a:p>
        </p:txBody>
      </p:sp>
      <p:sp>
        <p:nvSpPr>
          <p:cNvPr id="3" name="Slide Number Placeholder 2">
            <a:extLst>
              <a:ext uri="{FF2B5EF4-FFF2-40B4-BE49-F238E27FC236}">
                <a16:creationId xmlns:a16="http://schemas.microsoft.com/office/drawing/2014/main" id="{9C93E026-2D04-4A6A-8BE5-A11C6D229280}"/>
              </a:ext>
            </a:extLst>
          </p:cNvPr>
          <p:cNvSpPr>
            <a:spLocks noGrp="1"/>
          </p:cNvSpPr>
          <p:nvPr>
            <p:ph type="sldNum" sz="quarter" idx="11"/>
          </p:nvPr>
        </p:nvSpPr>
        <p:spPr/>
        <p:txBody>
          <a:bodyPr/>
          <a:lstStyle/>
          <a:p>
            <a:fld id="{DDD2A080-DA64-4F5C-9131-47EB793B4410}" type="slidenum">
              <a:rPr lang="en-GB" smtClean="0"/>
              <a:pPr/>
              <a:t>‹#›</a:t>
            </a:fld>
            <a:endParaRPr lang="en-GB" dirty="0"/>
          </a:p>
        </p:txBody>
      </p:sp>
      <p:sp>
        <p:nvSpPr>
          <p:cNvPr id="5" name="Title 1"/>
          <p:cNvSpPr>
            <a:spLocks noGrp="1"/>
          </p:cNvSpPr>
          <p:nvPr userDrawn="1">
            <p:ph type="ctrTitle" hasCustomPrompt="1"/>
          </p:nvPr>
        </p:nvSpPr>
        <p:spPr bwMode="gray">
          <a:xfrm>
            <a:off x="658800" y="2447999"/>
            <a:ext cx="5485801" cy="738000"/>
          </a:xfrm>
          <a:prstGeom prst="roundRect">
            <a:avLst>
              <a:gd name="adj" fmla="val 13861"/>
            </a:avLst>
          </a:prstGeom>
          <a:solidFill>
            <a:srgbClr val="FF6200"/>
          </a:solidFill>
        </p:spPr>
        <p:txBody>
          <a:bodyPr wrap="none" lIns="108000" tIns="108000" rIns="108000" bIns="72000" anchor="t" anchorCtr="0">
            <a:spAutoFit/>
          </a:bodyPr>
          <a:lstStyle>
            <a:lvl1pPr algn="l">
              <a:lnSpc>
                <a:spcPct val="90000"/>
              </a:lnSpc>
              <a:defRPr sz="3600">
                <a:solidFill>
                  <a:schemeClr val="bg1"/>
                </a:solidFill>
              </a:defRPr>
            </a:lvl1pPr>
          </a:lstStyle>
          <a:p>
            <a:r>
              <a:rPr lang="en-US" noProof="0"/>
              <a:t>Click to add chapter title</a:t>
            </a:r>
            <a:endParaRPr lang="en-GB" noProof="0" dirty="0"/>
          </a:p>
        </p:txBody>
      </p:sp>
      <p:sp>
        <p:nvSpPr>
          <p:cNvPr id="17" name="Text Placeholder 6">
            <a:extLst>
              <a:ext uri="{FF2B5EF4-FFF2-40B4-BE49-F238E27FC236}">
                <a16:creationId xmlns:a16="http://schemas.microsoft.com/office/drawing/2014/main" id="{BB9E4015-3A4E-46C3-A52A-4243EBED6321}"/>
              </a:ext>
            </a:extLst>
          </p:cNvPr>
          <p:cNvSpPr>
            <a:spLocks noGrp="1"/>
          </p:cNvSpPr>
          <p:nvPr>
            <p:ph type="body" sz="quarter" idx="12" hasCustomPrompt="1"/>
          </p:nvPr>
        </p:nvSpPr>
        <p:spPr bwMode="gray">
          <a:xfrm>
            <a:off x="990000" y="3265686"/>
            <a:ext cx="7814741" cy="732995"/>
          </a:xfrm>
          <a:prstGeom prst="roundRect">
            <a:avLst>
              <a:gd name="adj" fmla="val 13767"/>
            </a:avLst>
          </a:prstGeom>
          <a:solidFill>
            <a:srgbClr val="FF6200"/>
          </a:solidFill>
        </p:spPr>
        <p:txBody>
          <a:bodyPr wrap="none" lIns="108000" tIns="108000" rIns="108000" bIns="72000">
            <a:spAutoFit/>
          </a:bodyPr>
          <a:lstStyle>
            <a:lvl1pPr algn="l">
              <a:lnSpc>
                <a:spcPct val="90000"/>
              </a:lnSpc>
              <a:defRPr sz="3600" b="1">
                <a:solidFill>
                  <a:schemeClr val="bg1"/>
                </a:solidFill>
                <a:latin typeface="+mj-lt"/>
              </a:defRPr>
            </a:lvl1pPr>
          </a:lstStyle>
          <a:p>
            <a:pPr lvl="0"/>
            <a:r>
              <a:rPr lang="en-GB" noProof="0" dirty="0"/>
              <a:t>Click to add (sub)title or remove bar</a:t>
            </a:r>
          </a:p>
        </p:txBody>
      </p:sp>
    </p:spTree>
    <p:extLst>
      <p:ext uri="{BB962C8B-B14F-4D97-AF65-F5344CB8AC3E}">
        <p14:creationId xmlns:p14="http://schemas.microsoft.com/office/powerpoint/2010/main" val="189201577"/>
      </p:ext>
    </p:extLst>
  </p:cSld>
  <p:clrMapOvr>
    <a:masterClrMapping/>
  </p:clrMapOvr>
  <p:extLst>
    <p:ext uri="{DCECCB84-F9BA-43D5-87BE-67443E8EF086}">
      <p15:sldGuideLst xmlns:p15="http://schemas.microsoft.com/office/powerpoint/2012/main">
        <p15:guide id="1" orient="horz" pos="1491">
          <p15:clr>
            <a:srgbClr val="FBAE40"/>
          </p15:clr>
        </p15:guide>
        <p15:guide id="2" orient="horz" pos="1542">
          <p15:clr>
            <a:srgbClr val="FBAE40"/>
          </p15:clr>
        </p15:guide>
        <p15:guide id="3" orient="horz" pos="2006">
          <p15:clr>
            <a:srgbClr val="FBAE40"/>
          </p15:clr>
        </p15:guide>
        <p15:guide id="4" orient="horz" pos="2057">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hapter header picture">
    <p:spTree>
      <p:nvGrpSpPr>
        <p:cNvPr id="1" name=""/>
        <p:cNvGrpSpPr/>
        <p:nvPr/>
      </p:nvGrpSpPr>
      <p:grpSpPr>
        <a:xfrm>
          <a:off x="0" y="0"/>
          <a:ext cx="0" cy="0"/>
          <a:chOff x="0" y="0"/>
          <a:chExt cx="0" cy="0"/>
        </a:xfrm>
      </p:grpSpPr>
      <p:sp>
        <p:nvSpPr>
          <p:cNvPr id="7" name="Picture Placeholder 42">
            <a:extLst>
              <a:ext uri="{FF2B5EF4-FFF2-40B4-BE49-F238E27FC236}">
                <a16:creationId xmlns:a16="http://schemas.microsoft.com/office/drawing/2014/main" id="{C6F478FA-E472-48C9-BEDB-175C654577D2}"/>
              </a:ext>
            </a:extLst>
          </p:cNvPr>
          <p:cNvSpPr>
            <a:spLocks noGrp="1"/>
          </p:cNvSpPr>
          <p:nvPr>
            <p:ph type="pic" sz="quarter" idx="17"/>
          </p:nvPr>
        </p:nvSpPr>
        <p:spPr bwMode="gray">
          <a:xfrm flipH="1">
            <a:off x="0" y="0"/>
            <a:ext cx="12192000" cy="6858000"/>
          </a:xfrm>
          <a:prstGeom prst="rect">
            <a:avLst/>
          </a:prstGeom>
          <a:solidFill>
            <a:schemeClr val="accent2">
              <a:lumMod val="20000"/>
              <a:lumOff val="80000"/>
              <a:alpha val="10000"/>
            </a:schemeClr>
          </a:solidFill>
        </p:spPr>
        <p:txBody>
          <a:bodyPr wrap="square" lIns="2880000" tIns="36000" rIns="36000" bIns="36000" anchor="ctr" anchorCtr="0">
            <a:noAutofit/>
          </a:bodyPr>
          <a:lstStyle>
            <a:lvl1pPr algn="ctr">
              <a:defRPr sz="1400" b="0"/>
            </a:lvl1pPr>
          </a:lstStyle>
          <a:p>
            <a:r>
              <a:rPr lang="en-US" noProof="0"/>
              <a:t>Click icon to add picture</a:t>
            </a:r>
            <a:endParaRPr lang="en-GB" noProof="0"/>
          </a:p>
        </p:txBody>
      </p:sp>
      <p:sp>
        <p:nvSpPr>
          <p:cNvPr id="6" name="Title Placeholder 1"/>
          <p:cNvSpPr>
            <a:spLocks noGrp="1"/>
          </p:cNvSpPr>
          <p:nvPr>
            <p:ph type="title" hasCustomPrompt="1"/>
          </p:nvPr>
        </p:nvSpPr>
        <p:spPr bwMode="gray">
          <a:xfrm>
            <a:off x="658800" y="2448000"/>
            <a:ext cx="5485801" cy="739574"/>
          </a:xfrm>
          <a:prstGeom prst="roundRect">
            <a:avLst>
              <a:gd name="adj" fmla="val 13738"/>
            </a:avLst>
          </a:prstGeom>
          <a:solidFill>
            <a:srgbClr val="FF6200"/>
          </a:solidFill>
        </p:spPr>
        <p:txBody>
          <a:bodyPr vert="horz" wrap="none" lIns="108000" tIns="108000" rIns="108000" bIns="72000" rtlCol="0" anchor="t" anchorCtr="0">
            <a:spAutoFit/>
          </a:bodyPr>
          <a:lstStyle>
            <a:lvl1pPr>
              <a:lnSpc>
                <a:spcPct val="90000"/>
              </a:lnSpc>
              <a:defRPr sz="3600">
                <a:solidFill>
                  <a:schemeClr val="bg1"/>
                </a:solidFill>
              </a:defRPr>
            </a:lvl1pPr>
          </a:lstStyle>
          <a:p>
            <a:r>
              <a:rPr lang="en-GB" noProof="0" dirty="0"/>
              <a:t>Click to </a:t>
            </a:r>
            <a:r>
              <a:rPr lang="en-GB" noProof="0"/>
              <a:t>add chapter title</a:t>
            </a:r>
            <a:endParaRPr lang="en-GB" noProof="0" dirty="0"/>
          </a:p>
        </p:txBody>
      </p:sp>
      <p:sp>
        <p:nvSpPr>
          <p:cNvPr id="17" name="Text Placeholder 6">
            <a:extLst>
              <a:ext uri="{FF2B5EF4-FFF2-40B4-BE49-F238E27FC236}">
                <a16:creationId xmlns:a16="http://schemas.microsoft.com/office/drawing/2014/main" id="{34E02287-585D-40F3-A1A8-FCA73640D47A}"/>
              </a:ext>
            </a:extLst>
          </p:cNvPr>
          <p:cNvSpPr>
            <a:spLocks noGrp="1"/>
          </p:cNvSpPr>
          <p:nvPr>
            <p:ph type="body" sz="quarter" idx="12" hasCustomPrompt="1"/>
          </p:nvPr>
        </p:nvSpPr>
        <p:spPr bwMode="gray">
          <a:xfrm>
            <a:off x="990000" y="3265686"/>
            <a:ext cx="7814741" cy="732995"/>
          </a:xfrm>
          <a:prstGeom prst="roundRect">
            <a:avLst>
              <a:gd name="adj" fmla="val 13767"/>
            </a:avLst>
          </a:prstGeom>
          <a:solidFill>
            <a:srgbClr val="FF6200"/>
          </a:solidFill>
        </p:spPr>
        <p:txBody>
          <a:bodyPr wrap="none" lIns="108000" tIns="108000" rIns="108000" bIns="72000">
            <a:spAutoFit/>
          </a:bodyPr>
          <a:lstStyle>
            <a:lvl1pPr algn="l">
              <a:lnSpc>
                <a:spcPct val="90000"/>
              </a:lnSpc>
              <a:defRPr sz="3600" b="1">
                <a:solidFill>
                  <a:schemeClr val="bg1"/>
                </a:solidFill>
                <a:latin typeface="+mj-lt"/>
              </a:defRPr>
            </a:lvl1pPr>
          </a:lstStyle>
          <a:p>
            <a:pPr lvl="0"/>
            <a:r>
              <a:rPr lang="en-GB" noProof="0" dirty="0"/>
              <a:t>Click to add (sub)title or remove bar</a:t>
            </a:r>
          </a:p>
        </p:txBody>
      </p:sp>
      <p:sp>
        <p:nvSpPr>
          <p:cNvPr id="9" name="TextBox 8">
            <a:extLst>
              <a:ext uri="{FF2B5EF4-FFF2-40B4-BE49-F238E27FC236}">
                <a16:creationId xmlns:a16="http://schemas.microsoft.com/office/drawing/2014/main" id="{F8F7CF1A-99AC-42EE-A638-B3281CC1E31E}"/>
              </a:ext>
            </a:extLst>
          </p:cNvPr>
          <p:cNvSpPr txBox="1"/>
          <p:nvPr userDrawn="1"/>
        </p:nvSpPr>
        <p:spPr>
          <a:xfrm>
            <a:off x="-2261849" y="0"/>
            <a:ext cx="1826420" cy="391991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Finally, click on the new picture and choose 'Move to Back' via the right mouse button to show the heading bars again.</a:t>
            </a:r>
            <a:endParaRPr lang="en-GB" sz="1000" b="0" dirty="0" err="1">
              <a:solidFill>
                <a:srgbClr val="696969"/>
              </a:solidFill>
            </a:endParaRPr>
          </a:p>
        </p:txBody>
      </p:sp>
    </p:spTree>
    <p:extLst>
      <p:ext uri="{BB962C8B-B14F-4D97-AF65-F5344CB8AC3E}">
        <p14:creationId xmlns:p14="http://schemas.microsoft.com/office/powerpoint/2010/main" val="2534035640"/>
      </p:ext>
    </p:extLst>
  </p:cSld>
  <p:clrMapOvr>
    <a:masterClrMapping/>
  </p:clrMapOvr>
  <p:extLst>
    <p:ext uri="{DCECCB84-F9BA-43D5-87BE-67443E8EF086}">
      <p15:sldGuideLst xmlns:p15="http://schemas.microsoft.com/office/powerpoint/2012/main">
        <p15:guide id="1" pos="302">
          <p15:clr>
            <a:srgbClr val="FBAE40"/>
          </p15:clr>
        </p15:guide>
        <p15:guide id="2" orient="horz" pos="1491">
          <p15:clr>
            <a:srgbClr val="FBAE40"/>
          </p15:clr>
        </p15:guide>
        <p15:guide id="3" orient="horz" pos="1542">
          <p15:clr>
            <a:srgbClr val="FBAE40"/>
          </p15:clr>
        </p15:guide>
        <p15:guide id="4" orient="horz" pos="2006">
          <p15:clr>
            <a:srgbClr val="FBAE40"/>
          </p15:clr>
        </p15:guide>
        <p15:guide id="5" orient="horz" pos="2057">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bwMode="gray">
          <a:xfrm>
            <a:off x="6267450" y="1141198"/>
            <a:ext cx="5267158" cy="5058385"/>
          </a:xfrm>
        </p:spPr>
        <p:txBody>
          <a:bodyPr>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Text Placeholder 2"/>
          <p:cNvSpPr>
            <a:spLocks noGrp="1"/>
          </p:cNvSpPr>
          <p:nvPr>
            <p:ph idx="1" hasCustomPrompt="1"/>
          </p:nvPr>
        </p:nvSpPr>
        <p:spPr bwMode="gray">
          <a:xfrm>
            <a:off x="659007" y="1141198"/>
            <a:ext cx="5265544" cy="5058385"/>
          </a:xfrm>
          <a:prstGeom prst="rect">
            <a:avLst/>
          </a:prstGeom>
        </p:spPr>
        <p:txBody>
          <a:bodyPr vert="horz" lIns="0" tIns="0" rIns="0" bIns="0" rtlCol="0">
            <a:noAutofit/>
          </a:bodyPr>
          <a:lstStyle>
            <a:lvl1pPr>
              <a:defRPr/>
            </a:lvl1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6" name="Slide Number Placeholder 5"/>
          <p:cNvSpPr>
            <a:spLocks noGrp="1"/>
          </p:cNvSpPr>
          <p:nvPr>
            <p:ph type="sldNum" sz="quarter" idx="11"/>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A61A2D65-5C14-4E44-B39C-B546862BAB88}"/>
              </a:ext>
            </a:extLst>
          </p:cNvPr>
          <p:cNvSpPr>
            <a:spLocks noGrp="1"/>
          </p:cNvSpPr>
          <p:nvPr>
            <p:ph type="ftr" sz="quarter" idx="12"/>
          </p:nvPr>
        </p:nvSpPr>
        <p:spPr/>
        <p:txBody>
          <a:bodyPr/>
          <a:lstStyle>
            <a:lvl1pPr>
              <a:defRPr/>
            </a:lvl1pPr>
          </a:lstStyle>
          <a:p>
            <a:endParaRPr lang="en-GB" noProof="0"/>
          </a:p>
        </p:txBody>
      </p:sp>
      <p:sp>
        <p:nvSpPr>
          <p:cNvPr id="5" name="Title 4">
            <a:extLst>
              <a:ext uri="{FF2B5EF4-FFF2-40B4-BE49-F238E27FC236}">
                <a16:creationId xmlns:a16="http://schemas.microsoft.com/office/drawing/2014/main" id="{142CD367-C838-4C7E-BE7E-30CDE203A0B2}"/>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grpSp>
        <p:nvGrpSpPr>
          <p:cNvPr id="16" name="Group 15">
            <a:extLst>
              <a:ext uri="{FF2B5EF4-FFF2-40B4-BE49-F238E27FC236}">
                <a16:creationId xmlns:a16="http://schemas.microsoft.com/office/drawing/2014/main" id="{8B680561-619B-49E5-BA76-BFB7A8AB04D1}"/>
              </a:ext>
            </a:extLst>
          </p:cNvPr>
          <p:cNvGrpSpPr/>
          <p:nvPr userDrawn="1"/>
        </p:nvGrpSpPr>
        <p:grpSpPr>
          <a:xfrm>
            <a:off x="-2368800" y="0"/>
            <a:ext cx="1872000" cy="4379495"/>
            <a:chOff x="-2025698" y="0"/>
            <a:chExt cx="1872000" cy="4379495"/>
          </a:xfrm>
        </p:grpSpPr>
        <p:grpSp>
          <p:nvGrpSpPr>
            <p:cNvPr id="17" name="Group 16">
              <a:extLst>
                <a:ext uri="{FF2B5EF4-FFF2-40B4-BE49-F238E27FC236}">
                  <a16:creationId xmlns:a16="http://schemas.microsoft.com/office/drawing/2014/main" id="{B0AE2EBF-AAAC-4047-8219-154F64030295}"/>
                </a:ext>
              </a:extLst>
            </p:cNvPr>
            <p:cNvGrpSpPr/>
            <p:nvPr userDrawn="1"/>
          </p:nvGrpSpPr>
          <p:grpSpPr>
            <a:xfrm>
              <a:off x="-2025698" y="0"/>
              <a:ext cx="1872000" cy="4379495"/>
              <a:chOff x="-2025698" y="0"/>
              <a:chExt cx="1872000" cy="4379495"/>
            </a:xfrm>
          </p:grpSpPr>
          <p:grpSp>
            <p:nvGrpSpPr>
              <p:cNvPr id="19" name="Group 18">
                <a:extLst>
                  <a:ext uri="{FF2B5EF4-FFF2-40B4-BE49-F238E27FC236}">
                    <a16:creationId xmlns:a16="http://schemas.microsoft.com/office/drawing/2014/main" id="{FD9E6F5F-412C-4A8E-A9A7-3C8DD49686B7}"/>
                  </a:ext>
                </a:extLst>
              </p:cNvPr>
              <p:cNvGrpSpPr/>
              <p:nvPr userDrawn="1"/>
            </p:nvGrpSpPr>
            <p:grpSpPr>
              <a:xfrm>
                <a:off x="-2025698" y="0"/>
                <a:ext cx="1872000" cy="4379495"/>
                <a:chOff x="-2025698" y="0"/>
                <a:chExt cx="1872000" cy="4379495"/>
              </a:xfrm>
            </p:grpSpPr>
            <p:grpSp>
              <p:nvGrpSpPr>
                <p:cNvPr id="21" name="Group 20">
                  <a:extLst>
                    <a:ext uri="{FF2B5EF4-FFF2-40B4-BE49-F238E27FC236}">
                      <a16:creationId xmlns:a16="http://schemas.microsoft.com/office/drawing/2014/main" id="{40A53387-CBD3-45CB-9F0A-F7FFFF846229}"/>
                    </a:ext>
                  </a:extLst>
                </p:cNvPr>
                <p:cNvGrpSpPr/>
                <p:nvPr/>
              </p:nvGrpSpPr>
              <p:grpSpPr>
                <a:xfrm>
                  <a:off x="-2025698" y="0"/>
                  <a:ext cx="1872000" cy="4379495"/>
                  <a:chOff x="-2025698" y="0"/>
                  <a:chExt cx="1872000" cy="4379495"/>
                </a:xfrm>
              </p:grpSpPr>
              <p:sp>
                <p:nvSpPr>
                  <p:cNvPr id="32" name="Rectangle 104">
                    <a:extLst>
                      <a:ext uri="{FF2B5EF4-FFF2-40B4-BE49-F238E27FC236}">
                        <a16:creationId xmlns:a16="http://schemas.microsoft.com/office/drawing/2014/main" id="{2A4C96D1-3B8E-4C9E-8AD2-711BE632AD45}"/>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3" name="Rectangle 113">
                    <a:extLst>
                      <a:ext uri="{FF2B5EF4-FFF2-40B4-BE49-F238E27FC236}">
                        <a16:creationId xmlns:a16="http://schemas.microsoft.com/office/drawing/2014/main" id="{925C447D-F25F-4268-BA3C-03BAF30F9BE8}"/>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22" name="Rectangle 106">
                  <a:extLst>
                    <a:ext uri="{FF2B5EF4-FFF2-40B4-BE49-F238E27FC236}">
                      <a16:creationId xmlns:a16="http://schemas.microsoft.com/office/drawing/2014/main" id="{0DD6CA5F-1745-4172-B6E9-ECE15240EBEC}"/>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0" name="Picture 19">
                <a:extLst>
                  <a:ext uri="{FF2B5EF4-FFF2-40B4-BE49-F238E27FC236}">
                    <a16:creationId xmlns:a16="http://schemas.microsoft.com/office/drawing/2014/main" id="{CB0F121C-98B2-4CA8-8B7E-11F5449F52B7}"/>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18" name="Rectangle 17">
              <a:extLst>
                <a:ext uri="{FF2B5EF4-FFF2-40B4-BE49-F238E27FC236}">
                  <a16:creationId xmlns:a16="http://schemas.microsoft.com/office/drawing/2014/main" id="{B6E7437E-161D-4C12-80F8-81A292407BED}"/>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3300120013"/>
      </p:ext>
    </p:extLst>
  </p:cSld>
  <p:clrMapOvr>
    <a:masterClrMapping/>
  </p:clrMapOvr>
  <p:extLst>
    <p:ext uri="{DCECCB84-F9BA-43D5-87BE-67443E8EF086}">
      <p15:sldGuideLst xmlns:p15="http://schemas.microsoft.com/office/powerpoint/2012/main">
        <p15:guide id="1" pos="3736">
          <p15:clr>
            <a:srgbClr val="FBAE40"/>
          </p15:clr>
        </p15:guide>
        <p15:guide id="2" pos="3944">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2 column with subtitles">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bwMode="gray">
          <a:xfrm>
            <a:off x="6267808" y="1795636"/>
            <a:ext cx="5266800" cy="4403948"/>
          </a:xfrm>
        </p:spPr>
        <p:txBody>
          <a:bodyPr>
            <a:noAutofit/>
          </a:bodyPr>
          <a:lstStyle>
            <a:lvl1pPr>
              <a:defRPr sz="2000"/>
            </a:lvl1pPr>
            <a:lvl2pPr>
              <a:defRPr sz="2000"/>
            </a:lvl2pPr>
            <a:lvl3pPr>
              <a:defRPr sz="2000"/>
            </a:lvl3pPr>
            <a:lvl4pPr>
              <a:defRPr sz="2000"/>
            </a:lvl4pPr>
            <a:lvl5pPr>
              <a:defRPr sz="2000"/>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Text Placeholder 2"/>
          <p:cNvSpPr>
            <a:spLocks noGrp="1"/>
          </p:cNvSpPr>
          <p:nvPr>
            <p:ph idx="1" hasCustomPrompt="1"/>
          </p:nvPr>
        </p:nvSpPr>
        <p:spPr bwMode="gray">
          <a:xfrm>
            <a:off x="659008" y="1795636"/>
            <a:ext cx="5266800" cy="4403948"/>
          </a:xfrm>
          <a:prstGeom prst="rect">
            <a:avLst/>
          </a:prstGeom>
        </p:spPr>
        <p:txBody>
          <a:bodyPr vert="horz" lIns="0" tIns="0" rIns="0" bIns="0" rtlCol="0">
            <a:noAutofit/>
          </a:bodyPr>
          <a:lstStyle>
            <a:lvl1pPr>
              <a:defRPr sz="2000"/>
            </a:lvl1pPr>
            <a:lvl2pPr>
              <a:defRPr sz="2000"/>
            </a:lvl2pPr>
            <a:lvl3pPr>
              <a:defRPr sz="2000"/>
            </a:lvl3pPr>
            <a:lvl4pPr>
              <a:defRPr sz="2000"/>
            </a:lvl4pPr>
            <a:lvl5pPr>
              <a:defRPr sz="2000"/>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6" name="Slide Number Placeholder 5"/>
          <p:cNvSpPr>
            <a:spLocks noGrp="1"/>
          </p:cNvSpPr>
          <p:nvPr>
            <p:ph type="sldNum" sz="quarter" idx="11"/>
          </p:nvPr>
        </p:nvSpPr>
        <p:spPr/>
        <p:txBody>
          <a:bodyPr/>
          <a:lstStyle/>
          <a:p>
            <a:fld id="{DDD2A080-DA64-4F5C-9131-47EB793B4410}" type="slidenum">
              <a:rPr lang="en-GB" noProof="0" smtClean="0"/>
              <a:pPr/>
              <a:t>‹#›</a:t>
            </a:fld>
            <a:endParaRPr lang="en-GB" noProof="0" dirty="0"/>
          </a:p>
        </p:txBody>
      </p:sp>
      <p:sp>
        <p:nvSpPr>
          <p:cNvPr id="11" name="Text Placeholder 10"/>
          <p:cNvSpPr>
            <a:spLocks noGrp="1"/>
          </p:cNvSpPr>
          <p:nvPr>
            <p:ph type="body" sz="quarter" idx="12" hasCustomPrompt="1"/>
          </p:nvPr>
        </p:nvSpPr>
        <p:spPr>
          <a:xfrm>
            <a:off x="659008" y="1141199"/>
            <a:ext cx="5266800" cy="572400"/>
          </a:xfrm>
        </p:spPr>
        <p:txBody>
          <a:bodyPr>
            <a:noAutofit/>
          </a:bodyPr>
          <a:lstStyle>
            <a:lvl1pPr>
              <a:lnSpc>
                <a:spcPct val="93000"/>
              </a:lnSpc>
              <a:defRPr sz="2000" b="1">
                <a:solidFill>
                  <a:schemeClr val="bg2"/>
                </a:solidFill>
              </a:defRPr>
            </a:lvl1pPr>
          </a:lstStyle>
          <a:p>
            <a:pPr lvl="0"/>
            <a:r>
              <a:rPr lang="en-GB" noProof="0" dirty="0"/>
              <a:t>Click to add subtitle</a:t>
            </a:r>
          </a:p>
        </p:txBody>
      </p:sp>
      <p:sp>
        <p:nvSpPr>
          <p:cNvPr id="12" name="Text Placeholder 10"/>
          <p:cNvSpPr>
            <a:spLocks noGrp="1"/>
          </p:cNvSpPr>
          <p:nvPr>
            <p:ph type="body" sz="quarter" idx="13" hasCustomPrompt="1"/>
          </p:nvPr>
        </p:nvSpPr>
        <p:spPr>
          <a:xfrm>
            <a:off x="6267808" y="1141199"/>
            <a:ext cx="5266800" cy="572400"/>
          </a:xfrm>
        </p:spPr>
        <p:txBody>
          <a:bodyPr>
            <a:noAutofit/>
          </a:bodyPr>
          <a:lstStyle>
            <a:lvl1pPr>
              <a:lnSpc>
                <a:spcPct val="93000"/>
              </a:lnSpc>
              <a:defRPr sz="2000" b="1">
                <a:solidFill>
                  <a:schemeClr val="bg2"/>
                </a:solidFill>
              </a:defRPr>
            </a:lvl1pPr>
          </a:lstStyle>
          <a:p>
            <a:pPr lvl="0"/>
            <a:r>
              <a:rPr lang="en-GB" noProof="0" dirty="0"/>
              <a:t>Click to add subtitle</a:t>
            </a:r>
          </a:p>
        </p:txBody>
      </p:sp>
      <p:sp>
        <p:nvSpPr>
          <p:cNvPr id="2" name="Footer Placeholder 1">
            <a:extLst>
              <a:ext uri="{FF2B5EF4-FFF2-40B4-BE49-F238E27FC236}">
                <a16:creationId xmlns:a16="http://schemas.microsoft.com/office/drawing/2014/main" id="{6CBDDC94-5B3D-42D0-9E13-4806E2360F38}"/>
              </a:ext>
            </a:extLst>
          </p:cNvPr>
          <p:cNvSpPr>
            <a:spLocks noGrp="1"/>
          </p:cNvSpPr>
          <p:nvPr>
            <p:ph type="ftr" sz="quarter" idx="14"/>
          </p:nvPr>
        </p:nvSpPr>
        <p:spPr/>
        <p:txBody>
          <a:bodyPr/>
          <a:lstStyle>
            <a:lvl1pPr>
              <a:defRPr/>
            </a:lvl1pPr>
          </a:lstStyle>
          <a:p>
            <a:endParaRPr lang="en-GB" noProof="0"/>
          </a:p>
        </p:txBody>
      </p:sp>
      <p:sp>
        <p:nvSpPr>
          <p:cNvPr id="5" name="Title 4">
            <a:extLst>
              <a:ext uri="{FF2B5EF4-FFF2-40B4-BE49-F238E27FC236}">
                <a16:creationId xmlns:a16="http://schemas.microsoft.com/office/drawing/2014/main" id="{DD808BD7-3ABA-46AC-BB36-00B87977556E}"/>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grpSp>
        <p:nvGrpSpPr>
          <p:cNvPr id="18" name="Group 17">
            <a:extLst>
              <a:ext uri="{FF2B5EF4-FFF2-40B4-BE49-F238E27FC236}">
                <a16:creationId xmlns:a16="http://schemas.microsoft.com/office/drawing/2014/main" id="{17891330-491A-4457-8D90-3ADD7103038E}"/>
              </a:ext>
            </a:extLst>
          </p:cNvPr>
          <p:cNvGrpSpPr/>
          <p:nvPr userDrawn="1"/>
        </p:nvGrpSpPr>
        <p:grpSpPr>
          <a:xfrm>
            <a:off x="-2368598" y="0"/>
            <a:ext cx="1872000" cy="4379495"/>
            <a:chOff x="-2025698" y="0"/>
            <a:chExt cx="1872000" cy="4379495"/>
          </a:xfrm>
        </p:grpSpPr>
        <p:grpSp>
          <p:nvGrpSpPr>
            <p:cNvPr id="19" name="Group 18">
              <a:extLst>
                <a:ext uri="{FF2B5EF4-FFF2-40B4-BE49-F238E27FC236}">
                  <a16:creationId xmlns:a16="http://schemas.microsoft.com/office/drawing/2014/main" id="{C0CBDD1C-B6A8-43FD-9F39-94B65690F9B8}"/>
                </a:ext>
              </a:extLst>
            </p:cNvPr>
            <p:cNvGrpSpPr/>
            <p:nvPr userDrawn="1"/>
          </p:nvGrpSpPr>
          <p:grpSpPr>
            <a:xfrm>
              <a:off x="-2025698" y="0"/>
              <a:ext cx="1872000" cy="4379495"/>
              <a:chOff x="-2025698" y="0"/>
              <a:chExt cx="1872000" cy="4379495"/>
            </a:xfrm>
          </p:grpSpPr>
          <p:grpSp>
            <p:nvGrpSpPr>
              <p:cNvPr id="21" name="Group 20">
                <a:extLst>
                  <a:ext uri="{FF2B5EF4-FFF2-40B4-BE49-F238E27FC236}">
                    <a16:creationId xmlns:a16="http://schemas.microsoft.com/office/drawing/2014/main" id="{EA5B9797-59AC-41BB-947A-2B6C5BB7EDB9}"/>
                  </a:ext>
                </a:extLst>
              </p:cNvPr>
              <p:cNvGrpSpPr/>
              <p:nvPr userDrawn="1"/>
            </p:nvGrpSpPr>
            <p:grpSpPr>
              <a:xfrm>
                <a:off x="-2025698" y="0"/>
                <a:ext cx="1872000" cy="4379495"/>
                <a:chOff x="-2025698" y="0"/>
                <a:chExt cx="1872000" cy="4379495"/>
              </a:xfrm>
            </p:grpSpPr>
            <p:grpSp>
              <p:nvGrpSpPr>
                <p:cNvPr id="23" name="Group 22">
                  <a:extLst>
                    <a:ext uri="{FF2B5EF4-FFF2-40B4-BE49-F238E27FC236}">
                      <a16:creationId xmlns:a16="http://schemas.microsoft.com/office/drawing/2014/main" id="{CE0A786B-D00D-4CD5-8D6B-A254CBBF9B60}"/>
                    </a:ext>
                  </a:extLst>
                </p:cNvPr>
                <p:cNvGrpSpPr/>
                <p:nvPr/>
              </p:nvGrpSpPr>
              <p:grpSpPr>
                <a:xfrm>
                  <a:off x="-2025698" y="0"/>
                  <a:ext cx="1872000" cy="4379495"/>
                  <a:chOff x="-2025698" y="0"/>
                  <a:chExt cx="1872000" cy="4379495"/>
                </a:xfrm>
              </p:grpSpPr>
              <p:sp>
                <p:nvSpPr>
                  <p:cNvPr id="34" name="Rectangle 104">
                    <a:extLst>
                      <a:ext uri="{FF2B5EF4-FFF2-40B4-BE49-F238E27FC236}">
                        <a16:creationId xmlns:a16="http://schemas.microsoft.com/office/drawing/2014/main" id="{CD09DEB9-A1C6-43A0-AA88-5CF34725B0F1}"/>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5" name="Rectangle 113">
                    <a:extLst>
                      <a:ext uri="{FF2B5EF4-FFF2-40B4-BE49-F238E27FC236}">
                        <a16:creationId xmlns:a16="http://schemas.microsoft.com/office/drawing/2014/main" id="{454EDDE6-AB53-4C55-9FA5-100895043C16}"/>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24" name="Rectangle 106">
                  <a:extLst>
                    <a:ext uri="{FF2B5EF4-FFF2-40B4-BE49-F238E27FC236}">
                      <a16:creationId xmlns:a16="http://schemas.microsoft.com/office/drawing/2014/main" id="{D2F93721-6368-4D5E-93EB-94A240365DA6}"/>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2" name="Picture 21">
                <a:extLst>
                  <a:ext uri="{FF2B5EF4-FFF2-40B4-BE49-F238E27FC236}">
                    <a16:creationId xmlns:a16="http://schemas.microsoft.com/office/drawing/2014/main" id="{A0912A6C-0CA7-4339-BB58-10E291AB0D51}"/>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20" name="Rectangle 19">
              <a:extLst>
                <a:ext uri="{FF2B5EF4-FFF2-40B4-BE49-F238E27FC236}">
                  <a16:creationId xmlns:a16="http://schemas.microsoft.com/office/drawing/2014/main" id="{242343EA-8D5D-48DF-9ACF-1C5FE40859BB}"/>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3753299672"/>
      </p:ext>
    </p:extLst>
  </p:cSld>
  <p:clrMapOvr>
    <a:masterClrMapping/>
  </p:clrMapOvr>
  <p:extLst>
    <p:ext uri="{DCECCB84-F9BA-43D5-87BE-67443E8EF086}">
      <p15:sldGuideLst xmlns:p15="http://schemas.microsoft.com/office/powerpoint/2012/main">
        <p15:guide id="1" pos="3739">
          <p15:clr>
            <a:srgbClr val="FBAE40"/>
          </p15:clr>
        </p15:guide>
        <p15:guide id="2" pos="394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 column with subtitle left">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bwMode="gray">
          <a:xfrm>
            <a:off x="6267808" y="1141197"/>
            <a:ext cx="5266800" cy="5058000"/>
          </a:xfrm>
        </p:spPr>
        <p:txBody>
          <a:bodyPr>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Text Placeholder 2"/>
          <p:cNvSpPr>
            <a:spLocks noGrp="1"/>
          </p:cNvSpPr>
          <p:nvPr>
            <p:ph idx="1" hasCustomPrompt="1"/>
          </p:nvPr>
        </p:nvSpPr>
        <p:spPr bwMode="gray">
          <a:xfrm>
            <a:off x="659008" y="1795636"/>
            <a:ext cx="5266800" cy="4403948"/>
          </a:xfrm>
          <a:prstGeom prst="rect">
            <a:avLst/>
          </a:prstGeom>
        </p:spPr>
        <p:txBody>
          <a:bodyPr vert="horz" lIns="0" tIns="0" rIns="0" bIns="0" rtlCol="0">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11" name="Text Placeholder 10"/>
          <p:cNvSpPr>
            <a:spLocks noGrp="1"/>
          </p:cNvSpPr>
          <p:nvPr>
            <p:ph type="body" sz="quarter" idx="12" hasCustomPrompt="1"/>
          </p:nvPr>
        </p:nvSpPr>
        <p:spPr>
          <a:xfrm>
            <a:off x="659008" y="1141200"/>
            <a:ext cx="5266800" cy="572400"/>
          </a:xfrm>
        </p:spPr>
        <p:txBody>
          <a:bodyPr>
            <a:noAutofit/>
          </a:bodyPr>
          <a:lstStyle>
            <a:lvl1pPr>
              <a:lnSpc>
                <a:spcPct val="93000"/>
              </a:lnSpc>
              <a:defRPr sz="2000" b="1">
                <a:solidFill>
                  <a:schemeClr val="bg2"/>
                </a:solidFill>
              </a:defRPr>
            </a:lvl1pPr>
          </a:lstStyle>
          <a:p>
            <a:pPr lvl="0"/>
            <a:r>
              <a:rPr lang="en-GB" noProof="0" dirty="0"/>
              <a:t>Click to add subtitle</a:t>
            </a:r>
          </a:p>
        </p:txBody>
      </p:sp>
      <p:sp>
        <p:nvSpPr>
          <p:cNvPr id="3" name="Title 2">
            <a:extLst>
              <a:ext uri="{FF2B5EF4-FFF2-40B4-BE49-F238E27FC236}">
                <a16:creationId xmlns:a16="http://schemas.microsoft.com/office/drawing/2014/main" id="{8D10E2A6-3B9C-4CCB-9AF4-A075C9B65F4D}"/>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sp>
        <p:nvSpPr>
          <p:cNvPr id="5" name="Footer Placeholder 4">
            <a:extLst>
              <a:ext uri="{FF2B5EF4-FFF2-40B4-BE49-F238E27FC236}">
                <a16:creationId xmlns:a16="http://schemas.microsoft.com/office/drawing/2014/main" id="{B9372160-E1EA-47E5-A047-D299891EE8A8}"/>
              </a:ext>
            </a:extLst>
          </p:cNvPr>
          <p:cNvSpPr>
            <a:spLocks noGrp="1"/>
          </p:cNvSpPr>
          <p:nvPr>
            <p:ph type="ftr" sz="quarter" idx="13"/>
          </p:nvPr>
        </p:nvSpPr>
        <p:spPr/>
        <p:txBody>
          <a:bodyPr/>
          <a:lstStyle/>
          <a:p>
            <a:endParaRPr lang="en-GB" noProof="0" dirty="0"/>
          </a:p>
        </p:txBody>
      </p:sp>
      <p:sp>
        <p:nvSpPr>
          <p:cNvPr id="7" name="Slide Number Placeholder 6">
            <a:extLst>
              <a:ext uri="{FF2B5EF4-FFF2-40B4-BE49-F238E27FC236}">
                <a16:creationId xmlns:a16="http://schemas.microsoft.com/office/drawing/2014/main" id="{227B0B82-FB55-4F6A-8F74-C7F6E1DFA628}"/>
              </a:ext>
            </a:extLst>
          </p:cNvPr>
          <p:cNvSpPr>
            <a:spLocks noGrp="1"/>
          </p:cNvSpPr>
          <p:nvPr>
            <p:ph type="sldNum" sz="quarter" idx="14"/>
          </p:nvPr>
        </p:nvSpPr>
        <p:spPr/>
        <p:txBody>
          <a:bodyPr/>
          <a:lstStyle/>
          <a:p>
            <a:fld id="{DDD2A080-DA64-4F5C-9131-47EB793B4410}" type="slidenum">
              <a:rPr lang="en-GB" smtClean="0"/>
              <a:pPr/>
              <a:t>‹#›</a:t>
            </a:fld>
            <a:endParaRPr lang="en-GB" dirty="0"/>
          </a:p>
        </p:txBody>
      </p:sp>
      <p:grpSp>
        <p:nvGrpSpPr>
          <p:cNvPr id="17" name="Group 16">
            <a:extLst>
              <a:ext uri="{FF2B5EF4-FFF2-40B4-BE49-F238E27FC236}">
                <a16:creationId xmlns:a16="http://schemas.microsoft.com/office/drawing/2014/main" id="{FB92A929-A1DA-4E5E-B6EB-D47F365E7B1C}"/>
              </a:ext>
            </a:extLst>
          </p:cNvPr>
          <p:cNvGrpSpPr/>
          <p:nvPr userDrawn="1"/>
        </p:nvGrpSpPr>
        <p:grpSpPr>
          <a:xfrm>
            <a:off x="-2368598" y="0"/>
            <a:ext cx="1872000" cy="4379495"/>
            <a:chOff x="-2025698" y="0"/>
            <a:chExt cx="1872000" cy="4379495"/>
          </a:xfrm>
        </p:grpSpPr>
        <p:grpSp>
          <p:nvGrpSpPr>
            <p:cNvPr id="18" name="Group 17">
              <a:extLst>
                <a:ext uri="{FF2B5EF4-FFF2-40B4-BE49-F238E27FC236}">
                  <a16:creationId xmlns:a16="http://schemas.microsoft.com/office/drawing/2014/main" id="{8683DD30-E16E-4BDF-8CD2-0B73F84294D1}"/>
                </a:ext>
              </a:extLst>
            </p:cNvPr>
            <p:cNvGrpSpPr/>
            <p:nvPr userDrawn="1"/>
          </p:nvGrpSpPr>
          <p:grpSpPr>
            <a:xfrm>
              <a:off x="-2025698" y="0"/>
              <a:ext cx="1872000" cy="4379495"/>
              <a:chOff x="-2025698" y="0"/>
              <a:chExt cx="1872000" cy="4379495"/>
            </a:xfrm>
          </p:grpSpPr>
          <p:grpSp>
            <p:nvGrpSpPr>
              <p:cNvPr id="20" name="Group 19">
                <a:extLst>
                  <a:ext uri="{FF2B5EF4-FFF2-40B4-BE49-F238E27FC236}">
                    <a16:creationId xmlns:a16="http://schemas.microsoft.com/office/drawing/2014/main" id="{66AB43A1-9FF4-4D46-8761-35BB5BD0108B}"/>
                  </a:ext>
                </a:extLst>
              </p:cNvPr>
              <p:cNvGrpSpPr/>
              <p:nvPr userDrawn="1"/>
            </p:nvGrpSpPr>
            <p:grpSpPr>
              <a:xfrm>
                <a:off x="-2025698" y="0"/>
                <a:ext cx="1872000" cy="4379495"/>
                <a:chOff x="-2025698" y="0"/>
                <a:chExt cx="1872000" cy="4379495"/>
              </a:xfrm>
            </p:grpSpPr>
            <p:grpSp>
              <p:nvGrpSpPr>
                <p:cNvPr id="22" name="Group 21">
                  <a:extLst>
                    <a:ext uri="{FF2B5EF4-FFF2-40B4-BE49-F238E27FC236}">
                      <a16:creationId xmlns:a16="http://schemas.microsoft.com/office/drawing/2014/main" id="{713A1FFD-F3FE-492E-B509-84FE86BB6FAD}"/>
                    </a:ext>
                  </a:extLst>
                </p:cNvPr>
                <p:cNvGrpSpPr/>
                <p:nvPr/>
              </p:nvGrpSpPr>
              <p:grpSpPr>
                <a:xfrm>
                  <a:off x="-2025698" y="0"/>
                  <a:ext cx="1872000" cy="4379495"/>
                  <a:chOff x="-2025698" y="0"/>
                  <a:chExt cx="1872000" cy="4379495"/>
                </a:xfrm>
              </p:grpSpPr>
              <p:sp>
                <p:nvSpPr>
                  <p:cNvPr id="33" name="Rectangle 104">
                    <a:extLst>
                      <a:ext uri="{FF2B5EF4-FFF2-40B4-BE49-F238E27FC236}">
                        <a16:creationId xmlns:a16="http://schemas.microsoft.com/office/drawing/2014/main" id="{62B21EBD-2E7F-4B3B-8040-E6D45F657C4F}"/>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4" name="Rectangle 113">
                    <a:extLst>
                      <a:ext uri="{FF2B5EF4-FFF2-40B4-BE49-F238E27FC236}">
                        <a16:creationId xmlns:a16="http://schemas.microsoft.com/office/drawing/2014/main" id="{DDF75901-C9E5-48BE-A943-AE18C3D5AB26}"/>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23" name="Rectangle 106">
                  <a:extLst>
                    <a:ext uri="{FF2B5EF4-FFF2-40B4-BE49-F238E27FC236}">
                      <a16:creationId xmlns:a16="http://schemas.microsoft.com/office/drawing/2014/main" id="{7BCF099C-1F9B-4D46-9B7C-79AD24D63D7D}"/>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1" name="Picture 20">
                <a:extLst>
                  <a:ext uri="{FF2B5EF4-FFF2-40B4-BE49-F238E27FC236}">
                    <a16:creationId xmlns:a16="http://schemas.microsoft.com/office/drawing/2014/main" id="{B68FBB24-F345-494F-947A-BA22547F8F12}"/>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19" name="Rectangle 18">
              <a:extLst>
                <a:ext uri="{FF2B5EF4-FFF2-40B4-BE49-F238E27FC236}">
                  <a16:creationId xmlns:a16="http://schemas.microsoft.com/office/drawing/2014/main" id="{E162D96A-CF7F-4B41-9D6C-EF67222919EF}"/>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3524968767"/>
      </p:ext>
    </p:extLst>
  </p:cSld>
  <p:clrMapOvr>
    <a:masterClrMapping/>
  </p:clrMapOvr>
  <p:extLst>
    <p:ext uri="{DCECCB84-F9BA-43D5-87BE-67443E8EF086}">
      <p15:sldGuideLst xmlns:p15="http://schemas.microsoft.com/office/powerpoint/2012/main">
        <p15:guide id="1" pos="3739">
          <p15:clr>
            <a:srgbClr val="FBAE40"/>
          </p15:clr>
        </p15:guide>
        <p15:guide id="2" pos="3941">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 column with subtitle right">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bwMode="gray">
          <a:xfrm>
            <a:off x="6267808" y="1795636"/>
            <a:ext cx="5266800" cy="4403948"/>
          </a:xfrm>
        </p:spPr>
        <p:txBody>
          <a:bodyPr>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Text Placeholder 2"/>
          <p:cNvSpPr>
            <a:spLocks noGrp="1"/>
          </p:cNvSpPr>
          <p:nvPr>
            <p:ph idx="1" hasCustomPrompt="1"/>
          </p:nvPr>
        </p:nvSpPr>
        <p:spPr bwMode="gray">
          <a:xfrm>
            <a:off x="659008" y="1141197"/>
            <a:ext cx="5266800" cy="5058000"/>
          </a:xfrm>
          <a:prstGeom prst="rect">
            <a:avLst/>
          </a:prstGeom>
        </p:spPr>
        <p:txBody>
          <a:bodyPr vert="horz" lIns="0" tIns="0" rIns="0" bIns="0" rtlCol="0">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6" name="Slide Number Placeholder 5"/>
          <p:cNvSpPr>
            <a:spLocks noGrp="1"/>
          </p:cNvSpPr>
          <p:nvPr>
            <p:ph type="sldNum" sz="quarter" idx="11"/>
          </p:nvPr>
        </p:nvSpPr>
        <p:spPr/>
        <p:txBody>
          <a:bodyPr/>
          <a:lstStyle/>
          <a:p>
            <a:fld id="{DDD2A080-DA64-4F5C-9131-47EB793B4410}" type="slidenum">
              <a:rPr lang="en-GB" noProof="0" smtClean="0"/>
              <a:pPr/>
              <a:t>‹#›</a:t>
            </a:fld>
            <a:endParaRPr lang="en-GB" noProof="0" dirty="0"/>
          </a:p>
        </p:txBody>
      </p:sp>
      <p:sp>
        <p:nvSpPr>
          <p:cNvPr id="12" name="Text Placeholder 10"/>
          <p:cNvSpPr>
            <a:spLocks noGrp="1"/>
          </p:cNvSpPr>
          <p:nvPr>
            <p:ph type="body" sz="quarter" idx="13" hasCustomPrompt="1"/>
          </p:nvPr>
        </p:nvSpPr>
        <p:spPr>
          <a:xfrm>
            <a:off x="6267808" y="1141200"/>
            <a:ext cx="5266800" cy="572400"/>
          </a:xfrm>
        </p:spPr>
        <p:txBody>
          <a:bodyPr>
            <a:noAutofit/>
          </a:bodyPr>
          <a:lstStyle>
            <a:lvl1pPr>
              <a:lnSpc>
                <a:spcPct val="93000"/>
              </a:lnSpc>
              <a:defRPr sz="2000" b="1">
                <a:solidFill>
                  <a:schemeClr val="bg2"/>
                </a:solidFill>
              </a:defRPr>
            </a:lvl1pPr>
          </a:lstStyle>
          <a:p>
            <a:pPr lvl="0"/>
            <a:r>
              <a:rPr lang="en-GB" noProof="0" dirty="0"/>
              <a:t>Click to add subtitle</a:t>
            </a:r>
          </a:p>
        </p:txBody>
      </p:sp>
      <p:sp>
        <p:nvSpPr>
          <p:cNvPr id="2" name="Footer Placeholder 1">
            <a:extLst>
              <a:ext uri="{FF2B5EF4-FFF2-40B4-BE49-F238E27FC236}">
                <a16:creationId xmlns:a16="http://schemas.microsoft.com/office/drawing/2014/main" id="{6354F0FD-4827-40E7-BA87-8FF76878B97F}"/>
              </a:ext>
            </a:extLst>
          </p:cNvPr>
          <p:cNvSpPr>
            <a:spLocks noGrp="1"/>
          </p:cNvSpPr>
          <p:nvPr>
            <p:ph type="ftr" sz="quarter" idx="14"/>
          </p:nvPr>
        </p:nvSpPr>
        <p:spPr/>
        <p:txBody>
          <a:bodyPr/>
          <a:lstStyle>
            <a:lvl1pPr>
              <a:defRPr/>
            </a:lvl1pPr>
          </a:lstStyle>
          <a:p>
            <a:endParaRPr lang="en-GB" dirty="0"/>
          </a:p>
        </p:txBody>
      </p:sp>
      <p:sp>
        <p:nvSpPr>
          <p:cNvPr id="3" name="Title 2">
            <a:extLst>
              <a:ext uri="{FF2B5EF4-FFF2-40B4-BE49-F238E27FC236}">
                <a16:creationId xmlns:a16="http://schemas.microsoft.com/office/drawing/2014/main" id="{94D0CD75-F01F-45DE-B90E-313E96F7CA37}"/>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grpSp>
        <p:nvGrpSpPr>
          <p:cNvPr id="17" name="Group 16">
            <a:extLst>
              <a:ext uri="{FF2B5EF4-FFF2-40B4-BE49-F238E27FC236}">
                <a16:creationId xmlns:a16="http://schemas.microsoft.com/office/drawing/2014/main" id="{31AC473C-A6C1-441E-9BFA-27C2B3ADCBF8}"/>
              </a:ext>
            </a:extLst>
          </p:cNvPr>
          <p:cNvGrpSpPr/>
          <p:nvPr userDrawn="1"/>
        </p:nvGrpSpPr>
        <p:grpSpPr>
          <a:xfrm>
            <a:off x="-2368598" y="0"/>
            <a:ext cx="1872000" cy="4379495"/>
            <a:chOff x="-2025698" y="0"/>
            <a:chExt cx="1872000" cy="4379495"/>
          </a:xfrm>
        </p:grpSpPr>
        <p:grpSp>
          <p:nvGrpSpPr>
            <p:cNvPr id="18" name="Group 17">
              <a:extLst>
                <a:ext uri="{FF2B5EF4-FFF2-40B4-BE49-F238E27FC236}">
                  <a16:creationId xmlns:a16="http://schemas.microsoft.com/office/drawing/2014/main" id="{066E69C8-EF33-465D-8A26-29969D28E49F}"/>
                </a:ext>
              </a:extLst>
            </p:cNvPr>
            <p:cNvGrpSpPr/>
            <p:nvPr userDrawn="1"/>
          </p:nvGrpSpPr>
          <p:grpSpPr>
            <a:xfrm>
              <a:off x="-2025698" y="0"/>
              <a:ext cx="1872000" cy="4379495"/>
              <a:chOff x="-2025698" y="0"/>
              <a:chExt cx="1872000" cy="4379495"/>
            </a:xfrm>
          </p:grpSpPr>
          <p:grpSp>
            <p:nvGrpSpPr>
              <p:cNvPr id="20" name="Group 19">
                <a:extLst>
                  <a:ext uri="{FF2B5EF4-FFF2-40B4-BE49-F238E27FC236}">
                    <a16:creationId xmlns:a16="http://schemas.microsoft.com/office/drawing/2014/main" id="{41B916F9-78F4-4A8B-BC63-C55C3684B862}"/>
                  </a:ext>
                </a:extLst>
              </p:cNvPr>
              <p:cNvGrpSpPr/>
              <p:nvPr userDrawn="1"/>
            </p:nvGrpSpPr>
            <p:grpSpPr>
              <a:xfrm>
                <a:off x="-2025698" y="0"/>
                <a:ext cx="1872000" cy="4379495"/>
                <a:chOff x="-2025698" y="0"/>
                <a:chExt cx="1872000" cy="4379495"/>
              </a:xfrm>
            </p:grpSpPr>
            <p:grpSp>
              <p:nvGrpSpPr>
                <p:cNvPr id="22" name="Group 21">
                  <a:extLst>
                    <a:ext uri="{FF2B5EF4-FFF2-40B4-BE49-F238E27FC236}">
                      <a16:creationId xmlns:a16="http://schemas.microsoft.com/office/drawing/2014/main" id="{F5CC4694-699A-4A4E-B361-DB9E9225CD6F}"/>
                    </a:ext>
                  </a:extLst>
                </p:cNvPr>
                <p:cNvGrpSpPr/>
                <p:nvPr/>
              </p:nvGrpSpPr>
              <p:grpSpPr>
                <a:xfrm>
                  <a:off x="-2025698" y="0"/>
                  <a:ext cx="1872000" cy="4379495"/>
                  <a:chOff x="-2025698" y="0"/>
                  <a:chExt cx="1872000" cy="4379495"/>
                </a:xfrm>
              </p:grpSpPr>
              <p:sp>
                <p:nvSpPr>
                  <p:cNvPr id="33" name="Rectangle 104">
                    <a:extLst>
                      <a:ext uri="{FF2B5EF4-FFF2-40B4-BE49-F238E27FC236}">
                        <a16:creationId xmlns:a16="http://schemas.microsoft.com/office/drawing/2014/main" id="{05416BCD-A5D4-4FEE-A730-BBF133461664}"/>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4" name="Rectangle 113">
                    <a:extLst>
                      <a:ext uri="{FF2B5EF4-FFF2-40B4-BE49-F238E27FC236}">
                        <a16:creationId xmlns:a16="http://schemas.microsoft.com/office/drawing/2014/main" id="{80E16C94-B39B-4551-B204-2E9EC7127715}"/>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23" name="Rectangle 106">
                  <a:extLst>
                    <a:ext uri="{FF2B5EF4-FFF2-40B4-BE49-F238E27FC236}">
                      <a16:creationId xmlns:a16="http://schemas.microsoft.com/office/drawing/2014/main" id="{EFF825D0-FAD8-46C9-AB5B-437B5F363014}"/>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1" name="Picture 20">
                <a:extLst>
                  <a:ext uri="{FF2B5EF4-FFF2-40B4-BE49-F238E27FC236}">
                    <a16:creationId xmlns:a16="http://schemas.microsoft.com/office/drawing/2014/main" id="{7EAA0503-B5E7-46D7-A51B-A6AF36893BAB}"/>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19" name="Rectangle 18">
              <a:extLst>
                <a:ext uri="{FF2B5EF4-FFF2-40B4-BE49-F238E27FC236}">
                  <a16:creationId xmlns:a16="http://schemas.microsoft.com/office/drawing/2014/main" id="{490203CF-ED78-4305-8ED7-105B7E9D8906}"/>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2424895094"/>
      </p:ext>
    </p:extLst>
  </p:cSld>
  <p:clrMapOvr>
    <a:masterClrMapping/>
  </p:clrMapOvr>
  <p:extLst>
    <p:ext uri="{DCECCB84-F9BA-43D5-87BE-67443E8EF086}">
      <p15:sldGuideLst xmlns:p15="http://schemas.microsoft.com/office/powerpoint/2012/main">
        <p15:guide id="1" pos="3739">
          <p15:clr>
            <a:srgbClr val="FBAE40"/>
          </p15:clr>
        </p15:guide>
        <p15:guide id="2" pos="394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4 split">
    <p:bg bwMode="gray">
      <p:bgRef idx="1001">
        <a:schemeClr val="bg1"/>
      </p:bgRef>
    </p:bg>
    <p:spTree>
      <p:nvGrpSpPr>
        <p:cNvPr id="1" name=""/>
        <p:cNvGrpSpPr/>
        <p:nvPr/>
      </p:nvGrpSpPr>
      <p:grpSpPr>
        <a:xfrm>
          <a:off x="0" y="0"/>
          <a:ext cx="0" cy="0"/>
          <a:chOff x="0" y="0"/>
          <a:chExt cx="0" cy="0"/>
        </a:xfrm>
      </p:grpSpPr>
      <p:sp>
        <p:nvSpPr>
          <p:cNvPr id="12" name="Slide Number Placeholder 11"/>
          <p:cNvSpPr>
            <a:spLocks noGrp="1"/>
          </p:cNvSpPr>
          <p:nvPr>
            <p:ph type="sldNum" sz="quarter" idx="27"/>
          </p:nvPr>
        </p:nvSpPr>
        <p:spPr/>
        <p:txBody>
          <a:bodyPr/>
          <a:lstStyle/>
          <a:p>
            <a:fld id="{DDD2A080-DA64-4F5C-9131-47EB793B4410}" type="slidenum">
              <a:rPr lang="en-GB" noProof="0" smtClean="0"/>
              <a:pPr/>
              <a:t>‹#›</a:t>
            </a:fld>
            <a:endParaRPr lang="en-GB" noProof="0" dirty="0"/>
          </a:p>
        </p:txBody>
      </p:sp>
      <p:sp>
        <p:nvSpPr>
          <p:cNvPr id="23" name="Content Placeholder 3"/>
          <p:cNvSpPr>
            <a:spLocks noGrp="1"/>
          </p:cNvSpPr>
          <p:nvPr>
            <p:ph sz="half" idx="2" hasCustomPrompt="1"/>
          </p:nvPr>
        </p:nvSpPr>
        <p:spPr bwMode="gray">
          <a:xfrm>
            <a:off x="6267808" y="1141986"/>
            <a:ext cx="5266800" cy="2397600"/>
          </a:xfrm>
        </p:spPr>
        <p:txBody>
          <a:bodyPr>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4" name="Text Placeholder 2"/>
          <p:cNvSpPr>
            <a:spLocks noGrp="1"/>
          </p:cNvSpPr>
          <p:nvPr>
            <p:ph idx="28" hasCustomPrompt="1"/>
          </p:nvPr>
        </p:nvSpPr>
        <p:spPr bwMode="gray">
          <a:xfrm>
            <a:off x="659008" y="1141986"/>
            <a:ext cx="5266800" cy="2397600"/>
          </a:xfrm>
          <a:prstGeom prst="rect">
            <a:avLst/>
          </a:prstGeom>
        </p:spPr>
        <p:txBody>
          <a:bodyPr vert="horz" lIns="0" tIns="0" rIns="0" bIns="0" rtlCol="0">
            <a:noAutofit/>
          </a:bodyPr>
          <a:lstStyle>
            <a:lvl1pPr>
              <a:defRPr/>
            </a:lvl1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5" name="Content Placeholder 3"/>
          <p:cNvSpPr>
            <a:spLocks noGrp="1"/>
          </p:cNvSpPr>
          <p:nvPr>
            <p:ph sz="half" idx="29" hasCustomPrompt="1"/>
          </p:nvPr>
        </p:nvSpPr>
        <p:spPr bwMode="gray">
          <a:xfrm>
            <a:off x="6267808" y="3802197"/>
            <a:ext cx="5266800" cy="2397789"/>
          </a:xfrm>
        </p:spPr>
        <p:txBody>
          <a:bodyPr>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6" name="Text Placeholder 2"/>
          <p:cNvSpPr>
            <a:spLocks noGrp="1"/>
          </p:cNvSpPr>
          <p:nvPr>
            <p:ph idx="30" hasCustomPrompt="1"/>
          </p:nvPr>
        </p:nvSpPr>
        <p:spPr bwMode="gray">
          <a:xfrm>
            <a:off x="659008" y="3802197"/>
            <a:ext cx="5266800" cy="2397789"/>
          </a:xfrm>
          <a:prstGeom prst="rect">
            <a:avLst/>
          </a:prstGeom>
        </p:spPr>
        <p:txBody>
          <a:bodyPr vert="horz" lIns="0" tIns="0" rIns="0" bIns="0" rtlCol="0">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 name="Footer Placeholder 1">
            <a:extLst>
              <a:ext uri="{FF2B5EF4-FFF2-40B4-BE49-F238E27FC236}">
                <a16:creationId xmlns:a16="http://schemas.microsoft.com/office/drawing/2014/main" id="{4EDD62BA-FC45-408F-BEDB-6A95B524438F}"/>
              </a:ext>
            </a:extLst>
          </p:cNvPr>
          <p:cNvSpPr>
            <a:spLocks noGrp="1"/>
          </p:cNvSpPr>
          <p:nvPr>
            <p:ph type="ftr" sz="quarter" idx="31"/>
          </p:nvPr>
        </p:nvSpPr>
        <p:spPr/>
        <p:txBody>
          <a:bodyPr/>
          <a:lstStyle>
            <a:lvl1pPr>
              <a:defRPr/>
            </a:lvl1pPr>
          </a:lstStyle>
          <a:p>
            <a:endParaRPr lang="en-GB" noProof="0" dirty="0"/>
          </a:p>
        </p:txBody>
      </p:sp>
      <p:sp>
        <p:nvSpPr>
          <p:cNvPr id="5" name="Title 4">
            <a:extLst>
              <a:ext uri="{FF2B5EF4-FFF2-40B4-BE49-F238E27FC236}">
                <a16:creationId xmlns:a16="http://schemas.microsoft.com/office/drawing/2014/main" id="{C5165C57-A39C-4702-9224-E9AB0A554CC4}"/>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grpSp>
        <p:nvGrpSpPr>
          <p:cNvPr id="18" name="Group 17">
            <a:extLst>
              <a:ext uri="{FF2B5EF4-FFF2-40B4-BE49-F238E27FC236}">
                <a16:creationId xmlns:a16="http://schemas.microsoft.com/office/drawing/2014/main" id="{D81180ED-7705-41B1-A517-5D9E1F2ABC2E}"/>
              </a:ext>
            </a:extLst>
          </p:cNvPr>
          <p:cNvGrpSpPr/>
          <p:nvPr userDrawn="1"/>
        </p:nvGrpSpPr>
        <p:grpSpPr>
          <a:xfrm>
            <a:off x="-2368598" y="0"/>
            <a:ext cx="1872000" cy="4379495"/>
            <a:chOff x="-2025698" y="0"/>
            <a:chExt cx="1872000" cy="4379495"/>
          </a:xfrm>
        </p:grpSpPr>
        <p:grpSp>
          <p:nvGrpSpPr>
            <p:cNvPr id="19" name="Group 18">
              <a:extLst>
                <a:ext uri="{FF2B5EF4-FFF2-40B4-BE49-F238E27FC236}">
                  <a16:creationId xmlns:a16="http://schemas.microsoft.com/office/drawing/2014/main" id="{FA5FD254-8911-4CEB-9003-1252ED1C49EB}"/>
                </a:ext>
              </a:extLst>
            </p:cNvPr>
            <p:cNvGrpSpPr/>
            <p:nvPr userDrawn="1"/>
          </p:nvGrpSpPr>
          <p:grpSpPr>
            <a:xfrm>
              <a:off x="-2025698" y="0"/>
              <a:ext cx="1872000" cy="4379495"/>
              <a:chOff x="-2025698" y="0"/>
              <a:chExt cx="1872000" cy="4379495"/>
            </a:xfrm>
          </p:grpSpPr>
          <p:grpSp>
            <p:nvGrpSpPr>
              <p:cNvPr id="21" name="Group 20">
                <a:extLst>
                  <a:ext uri="{FF2B5EF4-FFF2-40B4-BE49-F238E27FC236}">
                    <a16:creationId xmlns:a16="http://schemas.microsoft.com/office/drawing/2014/main" id="{E344E630-11BB-42F6-949D-9F1A7294849B}"/>
                  </a:ext>
                </a:extLst>
              </p:cNvPr>
              <p:cNvGrpSpPr/>
              <p:nvPr userDrawn="1"/>
            </p:nvGrpSpPr>
            <p:grpSpPr>
              <a:xfrm>
                <a:off x="-2025698" y="0"/>
                <a:ext cx="1872000" cy="4379495"/>
                <a:chOff x="-2025698" y="0"/>
                <a:chExt cx="1872000" cy="4379495"/>
              </a:xfrm>
            </p:grpSpPr>
            <p:grpSp>
              <p:nvGrpSpPr>
                <p:cNvPr id="27" name="Group 26">
                  <a:extLst>
                    <a:ext uri="{FF2B5EF4-FFF2-40B4-BE49-F238E27FC236}">
                      <a16:creationId xmlns:a16="http://schemas.microsoft.com/office/drawing/2014/main" id="{68B8A680-F835-4D93-AC44-54894E1B405C}"/>
                    </a:ext>
                  </a:extLst>
                </p:cNvPr>
                <p:cNvGrpSpPr/>
                <p:nvPr/>
              </p:nvGrpSpPr>
              <p:grpSpPr>
                <a:xfrm>
                  <a:off x="-2025698" y="0"/>
                  <a:ext cx="1872000" cy="4379495"/>
                  <a:chOff x="-2025698" y="0"/>
                  <a:chExt cx="1872000" cy="4379495"/>
                </a:xfrm>
              </p:grpSpPr>
              <p:sp>
                <p:nvSpPr>
                  <p:cNvPr id="38" name="Rectangle 104">
                    <a:extLst>
                      <a:ext uri="{FF2B5EF4-FFF2-40B4-BE49-F238E27FC236}">
                        <a16:creationId xmlns:a16="http://schemas.microsoft.com/office/drawing/2014/main" id="{FE9A71FF-815E-4804-9920-7572BA814154}"/>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9" name="Rectangle 113">
                    <a:extLst>
                      <a:ext uri="{FF2B5EF4-FFF2-40B4-BE49-F238E27FC236}">
                        <a16:creationId xmlns:a16="http://schemas.microsoft.com/office/drawing/2014/main" id="{CA8D94AF-AD7E-4619-AD5C-859FC5413F57}"/>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28" name="Rectangle 106">
                  <a:extLst>
                    <a:ext uri="{FF2B5EF4-FFF2-40B4-BE49-F238E27FC236}">
                      <a16:creationId xmlns:a16="http://schemas.microsoft.com/office/drawing/2014/main" id="{B2229489-4F13-4E1A-A058-D1FC4B564928}"/>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2" name="Picture 21">
                <a:extLst>
                  <a:ext uri="{FF2B5EF4-FFF2-40B4-BE49-F238E27FC236}">
                    <a16:creationId xmlns:a16="http://schemas.microsoft.com/office/drawing/2014/main" id="{CAAE9F0D-1CCF-480F-A4F7-1FD0463919C9}"/>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20" name="Rectangle 19">
              <a:extLst>
                <a:ext uri="{FF2B5EF4-FFF2-40B4-BE49-F238E27FC236}">
                  <a16:creationId xmlns:a16="http://schemas.microsoft.com/office/drawing/2014/main" id="{0B03B54B-F436-43A4-876F-E6CC07584BF5}"/>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3950429142"/>
      </p:ext>
    </p:extLst>
  </p:cSld>
  <p:clrMapOvr>
    <a:masterClrMapping/>
  </p:clrMapOvr>
  <p:extLst>
    <p:ext uri="{DCECCB84-F9BA-43D5-87BE-67443E8EF086}">
      <p15:sldGuideLst xmlns:p15="http://schemas.microsoft.com/office/powerpoint/2012/main">
        <p15:guide id="0" pos="3941">
          <p15:clr>
            <a:srgbClr val="FBAE40"/>
          </p15:clr>
        </p15:guide>
        <p15:guide id="1" pos="3739">
          <p15:clr>
            <a:srgbClr val="FBAE40"/>
          </p15:clr>
        </p15:guide>
        <p15:guide id="2" orient="horz" pos="2240">
          <p15:clr>
            <a:srgbClr val="FBAE40"/>
          </p15:clr>
        </p15:guide>
        <p15:guide id="3" orient="horz" pos="2392">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6 spli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bwMode="gray">
          <a:xfrm>
            <a:off x="659008" y="1141986"/>
            <a:ext cx="3401817" cy="2397600"/>
          </a:xfrm>
        </p:spPr>
        <p:txBody>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7" name="Content Placeholder 2"/>
          <p:cNvSpPr>
            <a:spLocks noGrp="1"/>
          </p:cNvSpPr>
          <p:nvPr>
            <p:ph idx="13" hasCustomPrompt="1"/>
          </p:nvPr>
        </p:nvSpPr>
        <p:spPr bwMode="gray">
          <a:xfrm>
            <a:off x="4395716" y="1141986"/>
            <a:ext cx="3402000" cy="2397600"/>
          </a:xfrm>
        </p:spPr>
        <p:txBody>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8" name="Content Placeholder 2"/>
          <p:cNvSpPr>
            <a:spLocks noGrp="1"/>
          </p:cNvSpPr>
          <p:nvPr>
            <p:ph idx="14" hasCustomPrompt="1"/>
          </p:nvPr>
        </p:nvSpPr>
        <p:spPr bwMode="gray">
          <a:xfrm>
            <a:off x="8132608" y="1141986"/>
            <a:ext cx="3402000" cy="2397600"/>
          </a:xfrm>
        </p:spPr>
        <p:txBody>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Slide Number Placeholder 8"/>
          <p:cNvSpPr>
            <a:spLocks noGrp="1"/>
          </p:cNvSpPr>
          <p:nvPr>
            <p:ph type="sldNum" sz="quarter" idx="19"/>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8FFC834C-A34C-444A-96B2-193DA5760128}"/>
              </a:ext>
            </a:extLst>
          </p:cNvPr>
          <p:cNvSpPr>
            <a:spLocks noGrp="1"/>
          </p:cNvSpPr>
          <p:nvPr>
            <p:ph type="ftr" sz="quarter" idx="20"/>
          </p:nvPr>
        </p:nvSpPr>
        <p:spPr/>
        <p:txBody>
          <a:bodyPr/>
          <a:lstStyle>
            <a:lvl1pPr>
              <a:defRPr/>
            </a:lvl1pPr>
          </a:lstStyle>
          <a:p>
            <a:endParaRPr lang="en-GB" noProof="0"/>
          </a:p>
        </p:txBody>
      </p:sp>
      <p:sp>
        <p:nvSpPr>
          <p:cNvPr id="6" name="Title 5">
            <a:extLst>
              <a:ext uri="{FF2B5EF4-FFF2-40B4-BE49-F238E27FC236}">
                <a16:creationId xmlns:a16="http://schemas.microsoft.com/office/drawing/2014/main" id="{C4EBA273-56DA-4043-8B43-48A7F2D5882A}"/>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sp>
        <p:nvSpPr>
          <p:cNvPr id="20" name="Text Placeholder 19">
            <a:extLst>
              <a:ext uri="{FF2B5EF4-FFF2-40B4-BE49-F238E27FC236}">
                <a16:creationId xmlns:a16="http://schemas.microsoft.com/office/drawing/2014/main" id="{21A61B2F-042C-45F8-A0F3-A805A4CC3426}"/>
              </a:ext>
            </a:extLst>
          </p:cNvPr>
          <p:cNvSpPr>
            <a:spLocks noGrp="1"/>
          </p:cNvSpPr>
          <p:nvPr>
            <p:ph type="body" sz="quarter" idx="25" hasCustomPrompt="1"/>
          </p:nvPr>
        </p:nvSpPr>
        <p:spPr bwMode="auto">
          <a:xfrm>
            <a:off x="8132608" y="3802386"/>
            <a:ext cx="3402000" cy="2397600"/>
          </a:xfrm>
          <a:custGeom>
            <a:avLst/>
            <a:gdLst>
              <a:gd name="connsiteX0" fmla="*/ 0 w 3265200"/>
              <a:gd name="connsiteY0" fmla="*/ 0 h 2329200"/>
              <a:gd name="connsiteX1" fmla="*/ 3265200 w 3265200"/>
              <a:gd name="connsiteY1" fmla="*/ 0 h 2329200"/>
              <a:gd name="connsiteX2" fmla="*/ 3265200 w 3265200"/>
              <a:gd name="connsiteY2" fmla="*/ 2329200 h 2329200"/>
              <a:gd name="connsiteX3" fmla="*/ 0 w 3265200"/>
              <a:gd name="connsiteY3" fmla="*/ 2329200 h 2329200"/>
            </a:gdLst>
            <a:ahLst/>
            <a:cxnLst>
              <a:cxn ang="0">
                <a:pos x="connsiteX0" y="connsiteY0"/>
              </a:cxn>
              <a:cxn ang="0">
                <a:pos x="connsiteX1" y="connsiteY1"/>
              </a:cxn>
              <a:cxn ang="0">
                <a:pos x="connsiteX2" y="connsiteY2"/>
              </a:cxn>
              <a:cxn ang="0">
                <a:pos x="connsiteX3" y="connsiteY3"/>
              </a:cxn>
            </a:cxnLst>
            <a:rect l="l" t="t" r="r" b="b"/>
            <a:pathLst>
              <a:path w="3265200" h="2329200">
                <a:moveTo>
                  <a:pt x="0" y="0"/>
                </a:moveTo>
                <a:lnTo>
                  <a:pt x="3265200" y="0"/>
                </a:lnTo>
                <a:lnTo>
                  <a:pt x="3265200" y="2329200"/>
                </a:lnTo>
                <a:lnTo>
                  <a:pt x="0" y="2329200"/>
                </a:lnTo>
                <a:close/>
              </a:path>
            </a:pathLst>
          </a:custGeom>
        </p:spPr>
        <p:txBody>
          <a:bodyPr wrap="square">
            <a:noAutofit/>
          </a:bodyPr>
          <a:lstStyle>
            <a:lvl1pPr>
              <a:defRPr/>
            </a:lvl1pPr>
            <a:lvl2pPr>
              <a:defRPr/>
            </a:lvl2pPr>
          </a:lstStyle>
          <a:p>
            <a:pPr lvl="0"/>
            <a:r>
              <a:rPr lang="en-GB" noProof="0" dirty="0"/>
              <a:t>Click to add text</a:t>
            </a:r>
          </a:p>
          <a:p>
            <a:pPr lvl="1"/>
            <a:r>
              <a:rPr lang="en-GB" noProof="0" dirty="0"/>
              <a:t>Second level</a:t>
            </a:r>
          </a:p>
        </p:txBody>
      </p:sp>
      <p:sp>
        <p:nvSpPr>
          <p:cNvPr id="18" name="Text Placeholder 17">
            <a:extLst>
              <a:ext uri="{FF2B5EF4-FFF2-40B4-BE49-F238E27FC236}">
                <a16:creationId xmlns:a16="http://schemas.microsoft.com/office/drawing/2014/main" id="{303AD663-BDF9-41B1-932D-882CB2D05686}"/>
              </a:ext>
            </a:extLst>
          </p:cNvPr>
          <p:cNvSpPr>
            <a:spLocks noGrp="1"/>
          </p:cNvSpPr>
          <p:nvPr>
            <p:ph type="body" sz="quarter" idx="26" hasCustomPrompt="1"/>
          </p:nvPr>
        </p:nvSpPr>
        <p:spPr bwMode="auto">
          <a:xfrm>
            <a:off x="4395716" y="3802386"/>
            <a:ext cx="3402000" cy="2397600"/>
          </a:xfrm>
          <a:custGeom>
            <a:avLst/>
            <a:gdLst>
              <a:gd name="connsiteX0" fmla="*/ 0 w 3265200"/>
              <a:gd name="connsiteY0" fmla="*/ 0 h 2329200"/>
              <a:gd name="connsiteX1" fmla="*/ 3265200 w 3265200"/>
              <a:gd name="connsiteY1" fmla="*/ 0 h 2329200"/>
              <a:gd name="connsiteX2" fmla="*/ 3265200 w 3265200"/>
              <a:gd name="connsiteY2" fmla="*/ 2329200 h 2329200"/>
              <a:gd name="connsiteX3" fmla="*/ 0 w 3265200"/>
              <a:gd name="connsiteY3" fmla="*/ 2329200 h 2329200"/>
            </a:gdLst>
            <a:ahLst/>
            <a:cxnLst>
              <a:cxn ang="0">
                <a:pos x="connsiteX0" y="connsiteY0"/>
              </a:cxn>
              <a:cxn ang="0">
                <a:pos x="connsiteX1" y="connsiteY1"/>
              </a:cxn>
              <a:cxn ang="0">
                <a:pos x="connsiteX2" y="connsiteY2"/>
              </a:cxn>
              <a:cxn ang="0">
                <a:pos x="connsiteX3" y="connsiteY3"/>
              </a:cxn>
            </a:cxnLst>
            <a:rect l="l" t="t" r="r" b="b"/>
            <a:pathLst>
              <a:path w="3265200" h="2329200">
                <a:moveTo>
                  <a:pt x="0" y="0"/>
                </a:moveTo>
                <a:lnTo>
                  <a:pt x="3265200" y="0"/>
                </a:lnTo>
                <a:lnTo>
                  <a:pt x="3265200" y="2329200"/>
                </a:lnTo>
                <a:lnTo>
                  <a:pt x="0" y="2329200"/>
                </a:lnTo>
                <a:close/>
              </a:path>
            </a:pathLst>
          </a:custGeom>
        </p:spPr>
        <p:txBody>
          <a:bodyPr wrap="square">
            <a:noAutofit/>
          </a:bodyPr>
          <a:lstStyle>
            <a:lvl1pPr>
              <a:defRPr/>
            </a:lvl1pPr>
            <a:lvl2pPr>
              <a:defRPr/>
            </a:lvl2pPr>
          </a:lstStyle>
          <a:p>
            <a:pPr lvl="0"/>
            <a:r>
              <a:rPr lang="en-GB" noProof="0" dirty="0"/>
              <a:t>Click to add text</a:t>
            </a:r>
          </a:p>
          <a:p>
            <a:pPr lvl="1"/>
            <a:r>
              <a:rPr lang="en-GB" noProof="0" dirty="0"/>
              <a:t>Second level</a:t>
            </a:r>
          </a:p>
        </p:txBody>
      </p:sp>
      <p:sp>
        <p:nvSpPr>
          <p:cNvPr id="17" name="Text Placeholder 16">
            <a:extLst>
              <a:ext uri="{FF2B5EF4-FFF2-40B4-BE49-F238E27FC236}">
                <a16:creationId xmlns:a16="http://schemas.microsoft.com/office/drawing/2014/main" id="{5C8C9853-D80D-461C-A5C1-7A244490EF01}"/>
              </a:ext>
            </a:extLst>
          </p:cNvPr>
          <p:cNvSpPr>
            <a:spLocks noGrp="1"/>
          </p:cNvSpPr>
          <p:nvPr>
            <p:ph type="body" sz="quarter" idx="27" hasCustomPrompt="1"/>
          </p:nvPr>
        </p:nvSpPr>
        <p:spPr bwMode="auto">
          <a:xfrm>
            <a:off x="659008" y="3802386"/>
            <a:ext cx="3401817" cy="2397600"/>
          </a:xfrm>
          <a:custGeom>
            <a:avLst/>
            <a:gdLst>
              <a:gd name="connsiteX0" fmla="*/ 0 w 3265200"/>
              <a:gd name="connsiteY0" fmla="*/ 0 h 2329200"/>
              <a:gd name="connsiteX1" fmla="*/ 3265200 w 3265200"/>
              <a:gd name="connsiteY1" fmla="*/ 0 h 2329200"/>
              <a:gd name="connsiteX2" fmla="*/ 3265200 w 3265200"/>
              <a:gd name="connsiteY2" fmla="*/ 2329200 h 2329200"/>
              <a:gd name="connsiteX3" fmla="*/ 0 w 3265200"/>
              <a:gd name="connsiteY3" fmla="*/ 2329200 h 2329200"/>
            </a:gdLst>
            <a:ahLst/>
            <a:cxnLst>
              <a:cxn ang="0">
                <a:pos x="connsiteX0" y="connsiteY0"/>
              </a:cxn>
              <a:cxn ang="0">
                <a:pos x="connsiteX1" y="connsiteY1"/>
              </a:cxn>
              <a:cxn ang="0">
                <a:pos x="connsiteX2" y="connsiteY2"/>
              </a:cxn>
              <a:cxn ang="0">
                <a:pos x="connsiteX3" y="connsiteY3"/>
              </a:cxn>
            </a:cxnLst>
            <a:rect l="l" t="t" r="r" b="b"/>
            <a:pathLst>
              <a:path w="3265200" h="2329200">
                <a:moveTo>
                  <a:pt x="0" y="0"/>
                </a:moveTo>
                <a:lnTo>
                  <a:pt x="3265200" y="0"/>
                </a:lnTo>
                <a:lnTo>
                  <a:pt x="3265200" y="2329200"/>
                </a:lnTo>
                <a:lnTo>
                  <a:pt x="0" y="2329200"/>
                </a:lnTo>
                <a:close/>
              </a:path>
            </a:pathLst>
          </a:custGeom>
        </p:spPr>
        <p:txBody>
          <a:bodyPr wrap="square">
            <a:noAutofit/>
          </a:bodyPr>
          <a:lstStyle>
            <a:lvl1pPr>
              <a:defRPr/>
            </a:lvl1pPr>
            <a:lvl2pPr>
              <a:defRPr/>
            </a:lvl2pPr>
          </a:lstStyle>
          <a:p>
            <a:pPr lvl="0"/>
            <a:r>
              <a:rPr lang="en-GB" noProof="0" dirty="0"/>
              <a:t>Click to add text</a:t>
            </a:r>
          </a:p>
          <a:p>
            <a:pPr lvl="1"/>
            <a:r>
              <a:rPr lang="en-GB" noProof="0" dirty="0"/>
              <a:t>Second level</a:t>
            </a:r>
          </a:p>
        </p:txBody>
      </p:sp>
      <p:grpSp>
        <p:nvGrpSpPr>
          <p:cNvPr id="39" name="Group 38">
            <a:extLst>
              <a:ext uri="{FF2B5EF4-FFF2-40B4-BE49-F238E27FC236}">
                <a16:creationId xmlns:a16="http://schemas.microsoft.com/office/drawing/2014/main" id="{9AF6D44A-0294-48EC-8B01-EA74305500DC}"/>
              </a:ext>
            </a:extLst>
          </p:cNvPr>
          <p:cNvGrpSpPr/>
          <p:nvPr userDrawn="1"/>
        </p:nvGrpSpPr>
        <p:grpSpPr>
          <a:xfrm>
            <a:off x="-2368598" y="0"/>
            <a:ext cx="1872000" cy="4379495"/>
            <a:chOff x="-2025698" y="0"/>
            <a:chExt cx="1872000" cy="4379495"/>
          </a:xfrm>
        </p:grpSpPr>
        <p:grpSp>
          <p:nvGrpSpPr>
            <p:cNvPr id="40" name="Group 39">
              <a:extLst>
                <a:ext uri="{FF2B5EF4-FFF2-40B4-BE49-F238E27FC236}">
                  <a16:creationId xmlns:a16="http://schemas.microsoft.com/office/drawing/2014/main" id="{64C5CFFD-F0C8-4A93-B89E-FB68A48F3825}"/>
                </a:ext>
              </a:extLst>
            </p:cNvPr>
            <p:cNvGrpSpPr/>
            <p:nvPr userDrawn="1"/>
          </p:nvGrpSpPr>
          <p:grpSpPr>
            <a:xfrm>
              <a:off x="-2025698" y="0"/>
              <a:ext cx="1872000" cy="4379495"/>
              <a:chOff x="-2025698" y="0"/>
              <a:chExt cx="1872000" cy="4379495"/>
            </a:xfrm>
          </p:grpSpPr>
          <p:grpSp>
            <p:nvGrpSpPr>
              <p:cNvPr id="42" name="Group 41">
                <a:extLst>
                  <a:ext uri="{FF2B5EF4-FFF2-40B4-BE49-F238E27FC236}">
                    <a16:creationId xmlns:a16="http://schemas.microsoft.com/office/drawing/2014/main" id="{E57FA918-40CA-44E1-B636-4EFDEF52933A}"/>
                  </a:ext>
                </a:extLst>
              </p:cNvPr>
              <p:cNvGrpSpPr/>
              <p:nvPr userDrawn="1"/>
            </p:nvGrpSpPr>
            <p:grpSpPr>
              <a:xfrm>
                <a:off x="-2025698" y="0"/>
                <a:ext cx="1872000" cy="4379495"/>
                <a:chOff x="-2025698" y="0"/>
                <a:chExt cx="1872000" cy="4379495"/>
              </a:xfrm>
            </p:grpSpPr>
            <p:grpSp>
              <p:nvGrpSpPr>
                <p:cNvPr id="44" name="Group 43">
                  <a:extLst>
                    <a:ext uri="{FF2B5EF4-FFF2-40B4-BE49-F238E27FC236}">
                      <a16:creationId xmlns:a16="http://schemas.microsoft.com/office/drawing/2014/main" id="{AE03D839-457C-4C20-BBFC-54D7BA6EDA83}"/>
                    </a:ext>
                  </a:extLst>
                </p:cNvPr>
                <p:cNvGrpSpPr/>
                <p:nvPr/>
              </p:nvGrpSpPr>
              <p:grpSpPr>
                <a:xfrm>
                  <a:off x="-2025698" y="0"/>
                  <a:ext cx="1872000" cy="4379495"/>
                  <a:chOff x="-2025698" y="0"/>
                  <a:chExt cx="1872000" cy="4379495"/>
                </a:xfrm>
              </p:grpSpPr>
              <p:sp>
                <p:nvSpPr>
                  <p:cNvPr id="46" name="Rectangle 104">
                    <a:extLst>
                      <a:ext uri="{FF2B5EF4-FFF2-40B4-BE49-F238E27FC236}">
                        <a16:creationId xmlns:a16="http://schemas.microsoft.com/office/drawing/2014/main" id="{E3F01C10-0FD6-49DE-9290-CC484C79E93A}"/>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47" name="Rectangle 113">
                    <a:extLst>
                      <a:ext uri="{FF2B5EF4-FFF2-40B4-BE49-F238E27FC236}">
                        <a16:creationId xmlns:a16="http://schemas.microsoft.com/office/drawing/2014/main" id="{55FF9082-9A8A-45AD-AA5A-65C6622A4B25}"/>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45" name="Rectangle 106">
                  <a:extLst>
                    <a:ext uri="{FF2B5EF4-FFF2-40B4-BE49-F238E27FC236}">
                      <a16:creationId xmlns:a16="http://schemas.microsoft.com/office/drawing/2014/main" id="{E9D5ED91-05AF-4DEC-929C-8DE1EF08461C}"/>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43" name="Picture 42">
                <a:extLst>
                  <a:ext uri="{FF2B5EF4-FFF2-40B4-BE49-F238E27FC236}">
                    <a16:creationId xmlns:a16="http://schemas.microsoft.com/office/drawing/2014/main" id="{28AADD23-D330-4589-8B81-8B8CEAA82A60}"/>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41" name="Rectangle 40">
              <a:extLst>
                <a:ext uri="{FF2B5EF4-FFF2-40B4-BE49-F238E27FC236}">
                  <a16:creationId xmlns:a16="http://schemas.microsoft.com/office/drawing/2014/main" id="{A9FFDADA-1ECF-47A4-AB70-A5A3A174B857}"/>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2030646275"/>
      </p:ext>
    </p:extLst>
  </p:cSld>
  <p:clrMapOvr>
    <a:masterClrMapping/>
  </p:clrMapOvr>
  <p:extLst>
    <p:ext uri="{DCECCB84-F9BA-43D5-87BE-67443E8EF086}">
      <p15:sldGuideLst xmlns:p15="http://schemas.microsoft.com/office/powerpoint/2012/main">
        <p15:guide id="1" pos="2558">
          <p15:clr>
            <a:srgbClr val="FBAE40"/>
          </p15:clr>
        </p15:guide>
        <p15:guide id="2" pos="2770">
          <p15:clr>
            <a:srgbClr val="FBAE40"/>
          </p15:clr>
        </p15:guide>
        <p15:guide id="3" pos="4910">
          <p15:clr>
            <a:srgbClr val="FBAE40"/>
          </p15:clr>
        </p15:guide>
        <p15:guide id="4" pos="5122">
          <p15:clr>
            <a:srgbClr val="FBAE40"/>
          </p15:clr>
        </p15:guide>
        <p15:guide id="5" orient="horz" pos="2240">
          <p15:clr>
            <a:srgbClr val="FBAE40"/>
          </p15:clr>
        </p15:guide>
        <p15:guide id="6" orient="horz" pos="2392">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6 split graphic">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bwMode="gray">
          <a:xfrm>
            <a:off x="659008" y="1795637"/>
            <a:ext cx="3402000" cy="2696988"/>
          </a:xfrm>
        </p:spPr>
        <p:txBody>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7" name="Content Placeholder 2"/>
          <p:cNvSpPr>
            <a:spLocks noGrp="1"/>
          </p:cNvSpPr>
          <p:nvPr>
            <p:ph idx="13" hasCustomPrompt="1"/>
          </p:nvPr>
        </p:nvSpPr>
        <p:spPr bwMode="gray">
          <a:xfrm>
            <a:off x="4395716" y="1795637"/>
            <a:ext cx="3402000" cy="2696988"/>
          </a:xfrm>
        </p:spPr>
        <p:txBody>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8" name="Content Placeholder 2"/>
          <p:cNvSpPr>
            <a:spLocks noGrp="1"/>
          </p:cNvSpPr>
          <p:nvPr>
            <p:ph idx="14" hasCustomPrompt="1"/>
          </p:nvPr>
        </p:nvSpPr>
        <p:spPr bwMode="gray">
          <a:xfrm>
            <a:off x="8132608" y="1795637"/>
            <a:ext cx="3402000" cy="2696988"/>
          </a:xfrm>
        </p:spPr>
        <p:txBody>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Slide Number Placeholder 8"/>
          <p:cNvSpPr>
            <a:spLocks noGrp="1"/>
          </p:cNvSpPr>
          <p:nvPr>
            <p:ph type="sldNum" sz="quarter" idx="19"/>
          </p:nvPr>
        </p:nvSpPr>
        <p:spPr/>
        <p:txBody>
          <a:bodyPr/>
          <a:lstStyle/>
          <a:p>
            <a:fld id="{DDD2A080-DA64-4F5C-9131-47EB793B4410}" type="slidenum">
              <a:rPr lang="en-GB" noProof="0" smtClean="0"/>
              <a:pPr/>
              <a:t>‹#›</a:t>
            </a:fld>
            <a:endParaRPr lang="en-GB" noProof="0" dirty="0"/>
          </a:p>
        </p:txBody>
      </p:sp>
      <p:sp>
        <p:nvSpPr>
          <p:cNvPr id="10" name="Text Placeholder 10"/>
          <p:cNvSpPr>
            <a:spLocks noGrp="1"/>
          </p:cNvSpPr>
          <p:nvPr>
            <p:ph type="body" sz="quarter" idx="12" hasCustomPrompt="1"/>
          </p:nvPr>
        </p:nvSpPr>
        <p:spPr>
          <a:xfrm>
            <a:off x="659008" y="1141200"/>
            <a:ext cx="3402000" cy="572400"/>
          </a:xfrm>
        </p:spPr>
        <p:txBody>
          <a:bodyPr>
            <a:noAutofit/>
          </a:bodyPr>
          <a:lstStyle>
            <a:lvl1pPr>
              <a:lnSpc>
                <a:spcPct val="93000"/>
              </a:lnSpc>
              <a:defRPr sz="2000" b="1">
                <a:solidFill>
                  <a:schemeClr val="bg2"/>
                </a:solidFill>
              </a:defRPr>
            </a:lvl1pPr>
          </a:lstStyle>
          <a:p>
            <a:pPr lvl="0"/>
            <a:r>
              <a:rPr lang="en-GB" noProof="0" dirty="0"/>
              <a:t>Click to add subtitle</a:t>
            </a:r>
          </a:p>
        </p:txBody>
      </p:sp>
      <p:sp>
        <p:nvSpPr>
          <p:cNvPr id="16" name="Text Placeholder 10"/>
          <p:cNvSpPr>
            <a:spLocks noGrp="1"/>
          </p:cNvSpPr>
          <p:nvPr>
            <p:ph type="body" sz="quarter" idx="20" hasCustomPrompt="1"/>
          </p:nvPr>
        </p:nvSpPr>
        <p:spPr>
          <a:xfrm>
            <a:off x="4395716" y="1141200"/>
            <a:ext cx="3402000" cy="572400"/>
          </a:xfrm>
        </p:spPr>
        <p:txBody>
          <a:bodyPr/>
          <a:lstStyle>
            <a:lvl1pPr>
              <a:lnSpc>
                <a:spcPct val="93000"/>
              </a:lnSpc>
              <a:defRPr sz="2000" b="1">
                <a:solidFill>
                  <a:schemeClr val="bg2"/>
                </a:solidFill>
              </a:defRPr>
            </a:lvl1pPr>
          </a:lstStyle>
          <a:p>
            <a:pPr lvl="0"/>
            <a:r>
              <a:rPr lang="en-GB" noProof="0" dirty="0"/>
              <a:t>Click to add subtitle</a:t>
            </a:r>
          </a:p>
        </p:txBody>
      </p:sp>
      <p:sp>
        <p:nvSpPr>
          <p:cNvPr id="17" name="Text Placeholder 10"/>
          <p:cNvSpPr>
            <a:spLocks noGrp="1"/>
          </p:cNvSpPr>
          <p:nvPr>
            <p:ph type="body" sz="quarter" idx="21" hasCustomPrompt="1"/>
          </p:nvPr>
        </p:nvSpPr>
        <p:spPr>
          <a:xfrm>
            <a:off x="8132608" y="1141200"/>
            <a:ext cx="3402000" cy="572400"/>
          </a:xfrm>
        </p:spPr>
        <p:txBody>
          <a:bodyPr/>
          <a:lstStyle>
            <a:lvl1pPr>
              <a:lnSpc>
                <a:spcPct val="93000"/>
              </a:lnSpc>
              <a:defRPr sz="2000" b="1">
                <a:solidFill>
                  <a:schemeClr val="bg2"/>
                </a:solidFill>
              </a:defRPr>
            </a:lvl1pPr>
          </a:lstStyle>
          <a:p>
            <a:pPr lvl="0"/>
            <a:r>
              <a:rPr lang="en-GB" noProof="0" dirty="0"/>
              <a:t>Click to add subtitle</a:t>
            </a:r>
          </a:p>
        </p:txBody>
      </p:sp>
      <p:sp>
        <p:nvSpPr>
          <p:cNvPr id="2" name="Footer Placeholder 1">
            <a:extLst>
              <a:ext uri="{FF2B5EF4-FFF2-40B4-BE49-F238E27FC236}">
                <a16:creationId xmlns:a16="http://schemas.microsoft.com/office/drawing/2014/main" id="{9A6698A2-A39B-41B3-9275-CB9AF2EB4D82}"/>
              </a:ext>
            </a:extLst>
          </p:cNvPr>
          <p:cNvSpPr>
            <a:spLocks noGrp="1"/>
          </p:cNvSpPr>
          <p:nvPr>
            <p:ph type="ftr" sz="quarter" idx="22"/>
          </p:nvPr>
        </p:nvSpPr>
        <p:spPr/>
        <p:txBody>
          <a:bodyPr/>
          <a:lstStyle>
            <a:lvl1pPr>
              <a:defRPr/>
            </a:lvl1pPr>
          </a:lstStyle>
          <a:p>
            <a:endParaRPr lang="en-GB" noProof="0"/>
          </a:p>
        </p:txBody>
      </p:sp>
      <p:sp>
        <p:nvSpPr>
          <p:cNvPr id="6" name="Title 5">
            <a:extLst>
              <a:ext uri="{FF2B5EF4-FFF2-40B4-BE49-F238E27FC236}">
                <a16:creationId xmlns:a16="http://schemas.microsoft.com/office/drawing/2014/main" id="{7461088F-78BF-40B2-9347-3DDF04997BA2}"/>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sp>
        <p:nvSpPr>
          <p:cNvPr id="20" name="Text Placeholder 19">
            <a:extLst>
              <a:ext uri="{FF2B5EF4-FFF2-40B4-BE49-F238E27FC236}">
                <a16:creationId xmlns:a16="http://schemas.microsoft.com/office/drawing/2014/main" id="{CEFF65E3-281C-42C3-B17B-E3FBBBFCC311}"/>
              </a:ext>
            </a:extLst>
          </p:cNvPr>
          <p:cNvSpPr>
            <a:spLocks noGrp="1"/>
          </p:cNvSpPr>
          <p:nvPr>
            <p:ph type="body" sz="quarter" idx="23" hasCustomPrompt="1"/>
          </p:nvPr>
        </p:nvSpPr>
        <p:spPr bwMode="auto">
          <a:xfrm>
            <a:off x="659008" y="4760733"/>
            <a:ext cx="3402000" cy="1440042"/>
          </a:xfrm>
          <a:custGeom>
            <a:avLst/>
            <a:gdLst>
              <a:gd name="connsiteX0" fmla="*/ 0 w 3265200"/>
              <a:gd name="connsiteY0" fmla="*/ 0 h 1440042"/>
              <a:gd name="connsiteX1" fmla="*/ 3265200 w 3265200"/>
              <a:gd name="connsiteY1" fmla="*/ 0 h 1440042"/>
              <a:gd name="connsiteX2" fmla="*/ 3265200 w 3265200"/>
              <a:gd name="connsiteY2" fmla="*/ 1440042 h 1440042"/>
              <a:gd name="connsiteX3" fmla="*/ 0 w 3265200"/>
              <a:gd name="connsiteY3" fmla="*/ 1440042 h 1440042"/>
            </a:gdLst>
            <a:ahLst/>
            <a:cxnLst>
              <a:cxn ang="0">
                <a:pos x="connsiteX0" y="connsiteY0"/>
              </a:cxn>
              <a:cxn ang="0">
                <a:pos x="connsiteX1" y="connsiteY1"/>
              </a:cxn>
              <a:cxn ang="0">
                <a:pos x="connsiteX2" y="connsiteY2"/>
              </a:cxn>
              <a:cxn ang="0">
                <a:pos x="connsiteX3" y="connsiteY3"/>
              </a:cxn>
            </a:cxnLst>
            <a:rect l="l" t="t" r="r" b="b"/>
            <a:pathLst>
              <a:path w="3265200" h="1440042">
                <a:moveTo>
                  <a:pt x="0" y="0"/>
                </a:moveTo>
                <a:lnTo>
                  <a:pt x="3265200" y="0"/>
                </a:lnTo>
                <a:lnTo>
                  <a:pt x="3265200" y="1440042"/>
                </a:lnTo>
                <a:lnTo>
                  <a:pt x="0" y="1440042"/>
                </a:lnTo>
                <a:close/>
              </a:path>
            </a:pathLst>
          </a:custGeom>
        </p:spPr>
        <p:txBody>
          <a:bodyPr wrap="square">
            <a:noAutofit/>
          </a:bodyPr>
          <a:lstStyle>
            <a:lvl1pPr>
              <a:defRPr/>
            </a:lvl1pPr>
            <a:lvl2pPr>
              <a:defRPr/>
            </a:lvl2pPr>
          </a:lstStyle>
          <a:p>
            <a:pPr lvl="0"/>
            <a:r>
              <a:rPr lang="en-GB" noProof="0" dirty="0"/>
              <a:t>Click to add text</a:t>
            </a:r>
          </a:p>
          <a:p>
            <a:pPr lvl="1"/>
            <a:r>
              <a:rPr lang="en-GB" noProof="0" dirty="0"/>
              <a:t>Second level</a:t>
            </a:r>
          </a:p>
        </p:txBody>
      </p:sp>
      <p:sp>
        <p:nvSpPr>
          <p:cNvPr id="21" name="Text Placeholder 20">
            <a:extLst>
              <a:ext uri="{FF2B5EF4-FFF2-40B4-BE49-F238E27FC236}">
                <a16:creationId xmlns:a16="http://schemas.microsoft.com/office/drawing/2014/main" id="{4EB20EA5-1BDF-4774-85AE-3707EE79E838}"/>
              </a:ext>
            </a:extLst>
          </p:cNvPr>
          <p:cNvSpPr>
            <a:spLocks noGrp="1"/>
          </p:cNvSpPr>
          <p:nvPr>
            <p:ph type="body" sz="quarter" idx="24" hasCustomPrompt="1"/>
          </p:nvPr>
        </p:nvSpPr>
        <p:spPr bwMode="auto">
          <a:xfrm>
            <a:off x="4395716" y="4760733"/>
            <a:ext cx="3402000" cy="1440042"/>
          </a:xfrm>
          <a:custGeom>
            <a:avLst/>
            <a:gdLst>
              <a:gd name="connsiteX0" fmla="*/ 0 w 3265200"/>
              <a:gd name="connsiteY0" fmla="*/ 0 h 1440042"/>
              <a:gd name="connsiteX1" fmla="*/ 3265200 w 3265200"/>
              <a:gd name="connsiteY1" fmla="*/ 0 h 1440042"/>
              <a:gd name="connsiteX2" fmla="*/ 3265200 w 3265200"/>
              <a:gd name="connsiteY2" fmla="*/ 1440042 h 1440042"/>
              <a:gd name="connsiteX3" fmla="*/ 0 w 3265200"/>
              <a:gd name="connsiteY3" fmla="*/ 1440042 h 1440042"/>
            </a:gdLst>
            <a:ahLst/>
            <a:cxnLst>
              <a:cxn ang="0">
                <a:pos x="connsiteX0" y="connsiteY0"/>
              </a:cxn>
              <a:cxn ang="0">
                <a:pos x="connsiteX1" y="connsiteY1"/>
              </a:cxn>
              <a:cxn ang="0">
                <a:pos x="connsiteX2" y="connsiteY2"/>
              </a:cxn>
              <a:cxn ang="0">
                <a:pos x="connsiteX3" y="connsiteY3"/>
              </a:cxn>
            </a:cxnLst>
            <a:rect l="l" t="t" r="r" b="b"/>
            <a:pathLst>
              <a:path w="3265200" h="1440042">
                <a:moveTo>
                  <a:pt x="0" y="0"/>
                </a:moveTo>
                <a:lnTo>
                  <a:pt x="3265200" y="0"/>
                </a:lnTo>
                <a:lnTo>
                  <a:pt x="3265200" y="1440042"/>
                </a:lnTo>
                <a:lnTo>
                  <a:pt x="0" y="1440042"/>
                </a:lnTo>
                <a:close/>
              </a:path>
            </a:pathLst>
          </a:custGeom>
        </p:spPr>
        <p:txBody>
          <a:bodyPr wrap="square">
            <a:noAutofit/>
          </a:bodyPr>
          <a:lstStyle>
            <a:lvl1pPr>
              <a:defRPr/>
            </a:lvl1pPr>
            <a:lvl2pPr>
              <a:defRPr/>
            </a:lvl2pPr>
          </a:lstStyle>
          <a:p>
            <a:pPr lvl="0"/>
            <a:r>
              <a:rPr lang="en-GB" noProof="0" dirty="0"/>
              <a:t>Click to add text</a:t>
            </a:r>
          </a:p>
          <a:p>
            <a:pPr lvl="1"/>
            <a:r>
              <a:rPr lang="en-GB" noProof="0" dirty="0"/>
              <a:t>Second level</a:t>
            </a:r>
          </a:p>
        </p:txBody>
      </p:sp>
      <p:sp>
        <p:nvSpPr>
          <p:cNvPr id="22" name="Text Placeholder 21">
            <a:extLst>
              <a:ext uri="{FF2B5EF4-FFF2-40B4-BE49-F238E27FC236}">
                <a16:creationId xmlns:a16="http://schemas.microsoft.com/office/drawing/2014/main" id="{47ABD35C-80D6-4CEF-A7D8-B8167BA43E06}"/>
              </a:ext>
            </a:extLst>
          </p:cNvPr>
          <p:cNvSpPr>
            <a:spLocks noGrp="1"/>
          </p:cNvSpPr>
          <p:nvPr>
            <p:ph type="body" sz="quarter" idx="25" hasCustomPrompt="1"/>
          </p:nvPr>
        </p:nvSpPr>
        <p:spPr bwMode="auto">
          <a:xfrm>
            <a:off x="8132608" y="4760733"/>
            <a:ext cx="3402000" cy="1440042"/>
          </a:xfrm>
          <a:custGeom>
            <a:avLst/>
            <a:gdLst>
              <a:gd name="connsiteX0" fmla="*/ 0 w 3265200"/>
              <a:gd name="connsiteY0" fmla="*/ 0 h 1440042"/>
              <a:gd name="connsiteX1" fmla="*/ 3265200 w 3265200"/>
              <a:gd name="connsiteY1" fmla="*/ 0 h 1440042"/>
              <a:gd name="connsiteX2" fmla="*/ 3265200 w 3265200"/>
              <a:gd name="connsiteY2" fmla="*/ 1440042 h 1440042"/>
              <a:gd name="connsiteX3" fmla="*/ 0 w 3265200"/>
              <a:gd name="connsiteY3" fmla="*/ 1440042 h 1440042"/>
            </a:gdLst>
            <a:ahLst/>
            <a:cxnLst>
              <a:cxn ang="0">
                <a:pos x="connsiteX0" y="connsiteY0"/>
              </a:cxn>
              <a:cxn ang="0">
                <a:pos x="connsiteX1" y="connsiteY1"/>
              </a:cxn>
              <a:cxn ang="0">
                <a:pos x="connsiteX2" y="connsiteY2"/>
              </a:cxn>
              <a:cxn ang="0">
                <a:pos x="connsiteX3" y="connsiteY3"/>
              </a:cxn>
            </a:cxnLst>
            <a:rect l="l" t="t" r="r" b="b"/>
            <a:pathLst>
              <a:path w="3265200" h="1440042">
                <a:moveTo>
                  <a:pt x="0" y="0"/>
                </a:moveTo>
                <a:lnTo>
                  <a:pt x="3265200" y="0"/>
                </a:lnTo>
                <a:lnTo>
                  <a:pt x="3265200" y="1440042"/>
                </a:lnTo>
                <a:lnTo>
                  <a:pt x="0" y="1440042"/>
                </a:lnTo>
                <a:close/>
              </a:path>
            </a:pathLst>
          </a:custGeom>
        </p:spPr>
        <p:txBody>
          <a:bodyPr wrap="square">
            <a:noAutofit/>
          </a:bodyPr>
          <a:lstStyle>
            <a:lvl1pPr>
              <a:defRPr/>
            </a:lvl1pPr>
            <a:lvl2pPr>
              <a:defRPr/>
            </a:lvl2pPr>
          </a:lstStyle>
          <a:p>
            <a:pPr lvl="0"/>
            <a:r>
              <a:rPr lang="en-GB" noProof="0" dirty="0"/>
              <a:t>Click to add text</a:t>
            </a:r>
          </a:p>
          <a:p>
            <a:pPr lvl="1"/>
            <a:r>
              <a:rPr lang="en-GB" noProof="0" dirty="0"/>
              <a:t>Second level</a:t>
            </a:r>
          </a:p>
        </p:txBody>
      </p:sp>
      <p:grpSp>
        <p:nvGrpSpPr>
          <p:cNvPr id="23" name="Group 22">
            <a:extLst>
              <a:ext uri="{FF2B5EF4-FFF2-40B4-BE49-F238E27FC236}">
                <a16:creationId xmlns:a16="http://schemas.microsoft.com/office/drawing/2014/main" id="{5837A4F1-813B-4E08-9ED0-69735471A037}"/>
              </a:ext>
            </a:extLst>
          </p:cNvPr>
          <p:cNvGrpSpPr/>
          <p:nvPr userDrawn="1"/>
        </p:nvGrpSpPr>
        <p:grpSpPr>
          <a:xfrm>
            <a:off x="-2368598" y="0"/>
            <a:ext cx="1872000" cy="4379495"/>
            <a:chOff x="-2025698" y="0"/>
            <a:chExt cx="1872000" cy="4379495"/>
          </a:xfrm>
        </p:grpSpPr>
        <p:grpSp>
          <p:nvGrpSpPr>
            <p:cNvPr id="24" name="Group 23">
              <a:extLst>
                <a:ext uri="{FF2B5EF4-FFF2-40B4-BE49-F238E27FC236}">
                  <a16:creationId xmlns:a16="http://schemas.microsoft.com/office/drawing/2014/main" id="{55440F9C-887D-4F39-AF0E-29E9DD0B1166}"/>
                </a:ext>
              </a:extLst>
            </p:cNvPr>
            <p:cNvGrpSpPr/>
            <p:nvPr userDrawn="1"/>
          </p:nvGrpSpPr>
          <p:grpSpPr>
            <a:xfrm>
              <a:off x="-2025698" y="0"/>
              <a:ext cx="1872000" cy="4379495"/>
              <a:chOff x="-2025698" y="0"/>
              <a:chExt cx="1872000" cy="4379495"/>
            </a:xfrm>
          </p:grpSpPr>
          <p:grpSp>
            <p:nvGrpSpPr>
              <p:cNvPr id="26" name="Group 25">
                <a:extLst>
                  <a:ext uri="{FF2B5EF4-FFF2-40B4-BE49-F238E27FC236}">
                    <a16:creationId xmlns:a16="http://schemas.microsoft.com/office/drawing/2014/main" id="{3AE6EB06-797B-485F-A2DD-ED177C516635}"/>
                  </a:ext>
                </a:extLst>
              </p:cNvPr>
              <p:cNvGrpSpPr/>
              <p:nvPr userDrawn="1"/>
            </p:nvGrpSpPr>
            <p:grpSpPr>
              <a:xfrm>
                <a:off x="-2025698" y="0"/>
                <a:ext cx="1872000" cy="4379495"/>
                <a:chOff x="-2025698" y="0"/>
                <a:chExt cx="1872000" cy="4379495"/>
              </a:xfrm>
            </p:grpSpPr>
            <p:grpSp>
              <p:nvGrpSpPr>
                <p:cNvPr id="28" name="Group 27">
                  <a:extLst>
                    <a:ext uri="{FF2B5EF4-FFF2-40B4-BE49-F238E27FC236}">
                      <a16:creationId xmlns:a16="http://schemas.microsoft.com/office/drawing/2014/main" id="{2B48A556-2CC1-405E-B7DD-8422C79FF47D}"/>
                    </a:ext>
                  </a:extLst>
                </p:cNvPr>
                <p:cNvGrpSpPr/>
                <p:nvPr/>
              </p:nvGrpSpPr>
              <p:grpSpPr>
                <a:xfrm>
                  <a:off x="-2025698" y="0"/>
                  <a:ext cx="1872000" cy="4379495"/>
                  <a:chOff x="-2025698" y="0"/>
                  <a:chExt cx="1872000" cy="4379495"/>
                </a:xfrm>
              </p:grpSpPr>
              <p:sp>
                <p:nvSpPr>
                  <p:cNvPr id="30" name="Rectangle 104">
                    <a:extLst>
                      <a:ext uri="{FF2B5EF4-FFF2-40B4-BE49-F238E27FC236}">
                        <a16:creationId xmlns:a16="http://schemas.microsoft.com/office/drawing/2014/main" id="{184BE141-3152-4EEA-8393-0EEF51DA0B79}"/>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1" name="Rectangle 113">
                    <a:extLst>
                      <a:ext uri="{FF2B5EF4-FFF2-40B4-BE49-F238E27FC236}">
                        <a16:creationId xmlns:a16="http://schemas.microsoft.com/office/drawing/2014/main" id="{CF52034F-CE32-4091-8163-CD7282C61E90}"/>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29" name="Rectangle 106">
                  <a:extLst>
                    <a:ext uri="{FF2B5EF4-FFF2-40B4-BE49-F238E27FC236}">
                      <a16:creationId xmlns:a16="http://schemas.microsoft.com/office/drawing/2014/main" id="{6E95BDBF-AC8B-42DE-9F35-62D0FB7884DB}"/>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7" name="Picture 26">
                <a:extLst>
                  <a:ext uri="{FF2B5EF4-FFF2-40B4-BE49-F238E27FC236}">
                    <a16:creationId xmlns:a16="http://schemas.microsoft.com/office/drawing/2014/main" id="{CFBD03D0-C21F-4DB5-ACE6-45B38290F545}"/>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25" name="Rectangle 24">
              <a:extLst>
                <a:ext uri="{FF2B5EF4-FFF2-40B4-BE49-F238E27FC236}">
                  <a16:creationId xmlns:a16="http://schemas.microsoft.com/office/drawing/2014/main" id="{F459B91F-8FB6-4CBF-9522-E614B9536C64}"/>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469535059"/>
      </p:ext>
    </p:extLst>
  </p:cSld>
  <p:clrMapOvr>
    <a:masterClrMapping/>
  </p:clrMapOvr>
  <p:extLst>
    <p:ext uri="{DCECCB84-F9BA-43D5-87BE-67443E8EF086}">
      <p15:sldGuideLst xmlns:p15="http://schemas.microsoft.com/office/powerpoint/2012/main">
        <p15:guide id="2" pos="2768">
          <p15:clr>
            <a:srgbClr val="FBAE40"/>
          </p15:clr>
        </p15:guide>
        <p15:guide id="3" pos="4912">
          <p15:clr>
            <a:srgbClr val="FBAE40"/>
          </p15:clr>
        </p15:guide>
        <p15:guide id="4" pos="5120">
          <p15:clr>
            <a:srgbClr val="FBAE40"/>
          </p15:clr>
        </p15:guide>
        <p15:guide id="5" orient="horz" pos="2830">
          <p15:clr>
            <a:srgbClr val="FBAE40"/>
          </p15:clr>
        </p15:guide>
        <p15:guide id="6" orient="horz" pos="2998">
          <p15:clr>
            <a:srgbClr val="FBAE40"/>
          </p15:clr>
        </p15:guide>
        <p15:guide id="7" pos="256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4 split with subtitles">
    <p:bg bwMode="gray">
      <p:bgRef idx="1001">
        <a:schemeClr val="bg1"/>
      </p:bgRef>
    </p:bg>
    <p:spTree>
      <p:nvGrpSpPr>
        <p:cNvPr id="1" name=""/>
        <p:cNvGrpSpPr/>
        <p:nvPr/>
      </p:nvGrpSpPr>
      <p:grpSpPr>
        <a:xfrm>
          <a:off x="0" y="0"/>
          <a:ext cx="0" cy="0"/>
          <a:chOff x="0" y="0"/>
          <a:chExt cx="0" cy="0"/>
        </a:xfrm>
      </p:grpSpPr>
      <p:sp>
        <p:nvSpPr>
          <p:cNvPr id="6" name="Content Placeholder 2"/>
          <p:cNvSpPr>
            <a:spLocks noGrp="1"/>
          </p:cNvSpPr>
          <p:nvPr>
            <p:ph idx="13" hasCustomPrompt="1"/>
          </p:nvPr>
        </p:nvSpPr>
        <p:spPr bwMode="gray">
          <a:xfrm>
            <a:off x="659008" y="1754561"/>
            <a:ext cx="5266800" cy="1854000"/>
          </a:xfrm>
        </p:spPr>
        <p:txBody>
          <a:bodyPr/>
          <a:lstStyle>
            <a:lvl3pPr>
              <a:lnSpc>
                <a:spcPct val="93000"/>
              </a:lnSpc>
              <a:defRPr sz="2000"/>
            </a:lvl3pPr>
          </a:lstStyle>
          <a:p>
            <a:pPr lvl="1"/>
            <a:r>
              <a:rPr lang="en-GB" noProof="0"/>
              <a:t>Click </a:t>
            </a:r>
            <a:r>
              <a:rPr lang="en-GB" noProof="0" dirty="0"/>
              <a:t>to add text</a:t>
            </a:r>
          </a:p>
        </p:txBody>
      </p:sp>
      <p:sp>
        <p:nvSpPr>
          <p:cNvPr id="8" name="Content Placeholder 2"/>
          <p:cNvSpPr>
            <a:spLocks noGrp="1"/>
          </p:cNvSpPr>
          <p:nvPr>
            <p:ph idx="21" hasCustomPrompt="1"/>
          </p:nvPr>
        </p:nvSpPr>
        <p:spPr bwMode="gray">
          <a:xfrm>
            <a:off x="659008" y="4346775"/>
            <a:ext cx="5266800" cy="1854000"/>
          </a:xfrm>
        </p:spPr>
        <p:txBody>
          <a:bodyPr/>
          <a:lstStyle>
            <a:lvl3pPr>
              <a:lnSpc>
                <a:spcPct val="93000"/>
              </a:lnSpc>
              <a:defRPr sz="2000"/>
            </a:lvl3pPr>
          </a:lstStyle>
          <a:p>
            <a:pPr lvl="1"/>
            <a:r>
              <a:rPr lang="en-GB" noProof="0" dirty="0"/>
              <a:t>Click to add text</a:t>
            </a:r>
          </a:p>
        </p:txBody>
      </p:sp>
      <p:cxnSp>
        <p:nvCxnSpPr>
          <p:cNvPr id="9" name="Straight Connector 8"/>
          <p:cNvCxnSpPr/>
          <p:nvPr userDrawn="1"/>
        </p:nvCxnSpPr>
        <p:spPr bwMode="gray">
          <a:xfrm>
            <a:off x="659008" y="1682898"/>
            <a:ext cx="5266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userDrawn="1"/>
        </p:nvCxnSpPr>
        <p:spPr bwMode="gray">
          <a:xfrm>
            <a:off x="659008" y="4278810"/>
            <a:ext cx="5266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Content Placeholder 2"/>
          <p:cNvSpPr>
            <a:spLocks noGrp="1"/>
          </p:cNvSpPr>
          <p:nvPr>
            <p:ph idx="23" hasCustomPrompt="1"/>
          </p:nvPr>
        </p:nvSpPr>
        <p:spPr bwMode="gray">
          <a:xfrm>
            <a:off x="6267808" y="1754561"/>
            <a:ext cx="5266800" cy="1854000"/>
          </a:xfrm>
        </p:spPr>
        <p:txBody>
          <a:bodyPr/>
          <a:lstStyle>
            <a:lvl3pPr>
              <a:lnSpc>
                <a:spcPct val="93000"/>
              </a:lnSpc>
              <a:defRPr sz="2000"/>
            </a:lvl3pPr>
          </a:lstStyle>
          <a:p>
            <a:pPr lvl="1"/>
            <a:r>
              <a:rPr lang="en-GB" noProof="0" dirty="0"/>
              <a:t>Click to add text</a:t>
            </a:r>
          </a:p>
        </p:txBody>
      </p:sp>
      <p:sp>
        <p:nvSpPr>
          <p:cNvPr id="18" name="Content Placeholder 2"/>
          <p:cNvSpPr>
            <a:spLocks noGrp="1"/>
          </p:cNvSpPr>
          <p:nvPr>
            <p:ph idx="25" hasCustomPrompt="1"/>
          </p:nvPr>
        </p:nvSpPr>
        <p:spPr bwMode="gray">
          <a:xfrm>
            <a:off x="6267808" y="4346775"/>
            <a:ext cx="5266800" cy="1854000"/>
          </a:xfrm>
        </p:spPr>
        <p:txBody>
          <a:bodyPr/>
          <a:lstStyle>
            <a:lvl3pPr>
              <a:lnSpc>
                <a:spcPct val="93000"/>
              </a:lnSpc>
              <a:defRPr sz="2000"/>
            </a:lvl3pPr>
          </a:lstStyle>
          <a:p>
            <a:pPr lvl="1"/>
            <a:r>
              <a:rPr lang="en-GB" noProof="0"/>
              <a:t>Click </a:t>
            </a:r>
            <a:r>
              <a:rPr lang="en-GB" noProof="0" dirty="0"/>
              <a:t>to add text</a:t>
            </a:r>
          </a:p>
        </p:txBody>
      </p:sp>
      <p:cxnSp>
        <p:nvCxnSpPr>
          <p:cNvPr id="19" name="Straight Connector 18"/>
          <p:cNvCxnSpPr/>
          <p:nvPr userDrawn="1"/>
        </p:nvCxnSpPr>
        <p:spPr bwMode="gray">
          <a:xfrm>
            <a:off x="6267808" y="1682898"/>
            <a:ext cx="5266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bwMode="gray">
          <a:xfrm>
            <a:off x="6267808" y="4278810"/>
            <a:ext cx="5266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Slide Number Placeholder 11"/>
          <p:cNvSpPr>
            <a:spLocks noGrp="1"/>
          </p:cNvSpPr>
          <p:nvPr>
            <p:ph type="sldNum" sz="quarter" idx="27"/>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B93A5B4B-0671-49BC-8204-148282CCCD85}"/>
              </a:ext>
            </a:extLst>
          </p:cNvPr>
          <p:cNvSpPr>
            <a:spLocks noGrp="1"/>
          </p:cNvSpPr>
          <p:nvPr>
            <p:ph type="ftr" sz="quarter" idx="28"/>
          </p:nvPr>
        </p:nvSpPr>
        <p:spPr/>
        <p:txBody>
          <a:bodyPr/>
          <a:lstStyle>
            <a:lvl1pPr>
              <a:defRPr/>
            </a:lvl1pPr>
          </a:lstStyle>
          <a:p>
            <a:endParaRPr lang="en-GB" noProof="0"/>
          </a:p>
        </p:txBody>
      </p:sp>
      <p:sp>
        <p:nvSpPr>
          <p:cNvPr id="11" name="Title 10">
            <a:extLst>
              <a:ext uri="{FF2B5EF4-FFF2-40B4-BE49-F238E27FC236}">
                <a16:creationId xmlns:a16="http://schemas.microsoft.com/office/drawing/2014/main" id="{20FBD913-9040-4AE9-AC53-764A04CD6981}"/>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sp>
        <p:nvSpPr>
          <p:cNvPr id="26" name="Text Placeholder 25">
            <a:extLst>
              <a:ext uri="{FF2B5EF4-FFF2-40B4-BE49-F238E27FC236}">
                <a16:creationId xmlns:a16="http://schemas.microsoft.com/office/drawing/2014/main" id="{CBE08C37-B308-4095-A1E0-4F6A9285A4B8}"/>
              </a:ext>
            </a:extLst>
          </p:cNvPr>
          <p:cNvSpPr>
            <a:spLocks noGrp="1"/>
          </p:cNvSpPr>
          <p:nvPr>
            <p:ph type="body" sz="quarter" idx="38" hasCustomPrompt="1"/>
          </p:nvPr>
        </p:nvSpPr>
        <p:spPr bwMode="auto">
          <a:xfrm>
            <a:off x="659008" y="1141199"/>
            <a:ext cx="5266800" cy="572400"/>
          </a:xfrm>
          <a:custGeom>
            <a:avLst/>
            <a:gdLst>
              <a:gd name="connsiteX0" fmla="*/ 0 w 5058000"/>
              <a:gd name="connsiteY0" fmla="*/ 0 h 572400"/>
              <a:gd name="connsiteX1" fmla="*/ 5058000 w 5058000"/>
              <a:gd name="connsiteY1" fmla="*/ 0 h 572400"/>
              <a:gd name="connsiteX2" fmla="*/ 5058000 w 5058000"/>
              <a:gd name="connsiteY2" fmla="*/ 572400 h 572400"/>
              <a:gd name="connsiteX3" fmla="*/ 0 w 5058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5058000" h="572400">
                <a:moveTo>
                  <a:pt x="0" y="0"/>
                </a:moveTo>
                <a:lnTo>
                  <a:pt x="5058000" y="0"/>
                </a:lnTo>
                <a:lnTo>
                  <a:pt x="50580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28" name="Text Placeholder 27">
            <a:extLst>
              <a:ext uri="{FF2B5EF4-FFF2-40B4-BE49-F238E27FC236}">
                <a16:creationId xmlns:a16="http://schemas.microsoft.com/office/drawing/2014/main" id="{7B6B260B-AEFF-45D7-A63C-7181FC204B9E}"/>
              </a:ext>
            </a:extLst>
          </p:cNvPr>
          <p:cNvSpPr>
            <a:spLocks noGrp="1"/>
          </p:cNvSpPr>
          <p:nvPr>
            <p:ph type="body" sz="quarter" idx="42" hasCustomPrompt="1"/>
          </p:nvPr>
        </p:nvSpPr>
        <p:spPr bwMode="auto">
          <a:xfrm>
            <a:off x="659008" y="3733413"/>
            <a:ext cx="5266800" cy="572400"/>
          </a:xfrm>
          <a:custGeom>
            <a:avLst/>
            <a:gdLst>
              <a:gd name="connsiteX0" fmla="*/ 0 w 5058000"/>
              <a:gd name="connsiteY0" fmla="*/ 0 h 324000"/>
              <a:gd name="connsiteX1" fmla="*/ 5058000 w 5058000"/>
              <a:gd name="connsiteY1" fmla="*/ 0 h 324000"/>
              <a:gd name="connsiteX2" fmla="*/ 5058000 w 5058000"/>
              <a:gd name="connsiteY2" fmla="*/ 324000 h 324000"/>
              <a:gd name="connsiteX3" fmla="*/ 0 w 5058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5058000" h="324000">
                <a:moveTo>
                  <a:pt x="0" y="0"/>
                </a:moveTo>
                <a:lnTo>
                  <a:pt x="5058000" y="0"/>
                </a:lnTo>
                <a:lnTo>
                  <a:pt x="50580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27" name="Text Placeholder 26">
            <a:extLst>
              <a:ext uri="{FF2B5EF4-FFF2-40B4-BE49-F238E27FC236}">
                <a16:creationId xmlns:a16="http://schemas.microsoft.com/office/drawing/2014/main" id="{E1ED5493-9DF4-4D9B-AA23-320F230497BF}"/>
              </a:ext>
            </a:extLst>
          </p:cNvPr>
          <p:cNvSpPr>
            <a:spLocks noGrp="1"/>
          </p:cNvSpPr>
          <p:nvPr>
            <p:ph type="body" sz="quarter" idx="43" hasCustomPrompt="1"/>
          </p:nvPr>
        </p:nvSpPr>
        <p:spPr bwMode="auto">
          <a:xfrm>
            <a:off x="6267808" y="1141199"/>
            <a:ext cx="5266800" cy="572400"/>
          </a:xfrm>
          <a:custGeom>
            <a:avLst/>
            <a:gdLst>
              <a:gd name="connsiteX0" fmla="*/ 0 w 5058000"/>
              <a:gd name="connsiteY0" fmla="*/ 0 h 572400"/>
              <a:gd name="connsiteX1" fmla="*/ 5058000 w 5058000"/>
              <a:gd name="connsiteY1" fmla="*/ 0 h 572400"/>
              <a:gd name="connsiteX2" fmla="*/ 5058000 w 5058000"/>
              <a:gd name="connsiteY2" fmla="*/ 572400 h 572400"/>
              <a:gd name="connsiteX3" fmla="*/ 0 w 5058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5058000" h="572400">
                <a:moveTo>
                  <a:pt x="0" y="0"/>
                </a:moveTo>
                <a:lnTo>
                  <a:pt x="5058000" y="0"/>
                </a:lnTo>
                <a:lnTo>
                  <a:pt x="50580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29" name="Text Placeholder 28">
            <a:extLst>
              <a:ext uri="{FF2B5EF4-FFF2-40B4-BE49-F238E27FC236}">
                <a16:creationId xmlns:a16="http://schemas.microsoft.com/office/drawing/2014/main" id="{F0CF9846-3CEC-46AC-9920-CB26942D3B06}"/>
              </a:ext>
            </a:extLst>
          </p:cNvPr>
          <p:cNvSpPr>
            <a:spLocks noGrp="1"/>
          </p:cNvSpPr>
          <p:nvPr>
            <p:ph type="body" sz="quarter" idx="44" hasCustomPrompt="1"/>
          </p:nvPr>
        </p:nvSpPr>
        <p:spPr bwMode="auto">
          <a:xfrm>
            <a:off x="6267808" y="3733413"/>
            <a:ext cx="5266800" cy="572400"/>
          </a:xfrm>
          <a:custGeom>
            <a:avLst/>
            <a:gdLst>
              <a:gd name="connsiteX0" fmla="*/ 0 w 5058000"/>
              <a:gd name="connsiteY0" fmla="*/ 0 h 324000"/>
              <a:gd name="connsiteX1" fmla="*/ 5058000 w 5058000"/>
              <a:gd name="connsiteY1" fmla="*/ 0 h 324000"/>
              <a:gd name="connsiteX2" fmla="*/ 5058000 w 5058000"/>
              <a:gd name="connsiteY2" fmla="*/ 324000 h 324000"/>
              <a:gd name="connsiteX3" fmla="*/ 0 w 5058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5058000" h="324000">
                <a:moveTo>
                  <a:pt x="0" y="0"/>
                </a:moveTo>
                <a:lnTo>
                  <a:pt x="5058000" y="0"/>
                </a:lnTo>
                <a:lnTo>
                  <a:pt x="50580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grpSp>
        <p:nvGrpSpPr>
          <p:cNvPr id="30" name="Group 29">
            <a:extLst>
              <a:ext uri="{FF2B5EF4-FFF2-40B4-BE49-F238E27FC236}">
                <a16:creationId xmlns:a16="http://schemas.microsoft.com/office/drawing/2014/main" id="{C8DD7138-7E1A-4558-BDF5-88DA9333D584}"/>
              </a:ext>
            </a:extLst>
          </p:cNvPr>
          <p:cNvGrpSpPr/>
          <p:nvPr userDrawn="1"/>
        </p:nvGrpSpPr>
        <p:grpSpPr>
          <a:xfrm>
            <a:off x="-2368598" y="0"/>
            <a:ext cx="1872000" cy="4379495"/>
            <a:chOff x="-2025698" y="0"/>
            <a:chExt cx="1872000" cy="4379495"/>
          </a:xfrm>
        </p:grpSpPr>
        <p:grpSp>
          <p:nvGrpSpPr>
            <p:cNvPr id="31" name="Group 30">
              <a:extLst>
                <a:ext uri="{FF2B5EF4-FFF2-40B4-BE49-F238E27FC236}">
                  <a16:creationId xmlns:a16="http://schemas.microsoft.com/office/drawing/2014/main" id="{EFB145EF-3494-41B7-A308-3513680B0EFC}"/>
                </a:ext>
              </a:extLst>
            </p:cNvPr>
            <p:cNvGrpSpPr/>
            <p:nvPr userDrawn="1"/>
          </p:nvGrpSpPr>
          <p:grpSpPr>
            <a:xfrm>
              <a:off x="-2025698" y="0"/>
              <a:ext cx="1872000" cy="4379495"/>
              <a:chOff x="-2025698" y="0"/>
              <a:chExt cx="1872000" cy="4379495"/>
            </a:xfrm>
          </p:grpSpPr>
          <p:grpSp>
            <p:nvGrpSpPr>
              <p:cNvPr id="33" name="Group 32">
                <a:extLst>
                  <a:ext uri="{FF2B5EF4-FFF2-40B4-BE49-F238E27FC236}">
                    <a16:creationId xmlns:a16="http://schemas.microsoft.com/office/drawing/2014/main" id="{0371EB9D-BFFF-4E5E-9B8B-758BF9945B83}"/>
                  </a:ext>
                </a:extLst>
              </p:cNvPr>
              <p:cNvGrpSpPr/>
              <p:nvPr userDrawn="1"/>
            </p:nvGrpSpPr>
            <p:grpSpPr>
              <a:xfrm>
                <a:off x="-2025698" y="0"/>
                <a:ext cx="1872000" cy="4379495"/>
                <a:chOff x="-2025698" y="0"/>
                <a:chExt cx="1872000" cy="4379495"/>
              </a:xfrm>
            </p:grpSpPr>
            <p:grpSp>
              <p:nvGrpSpPr>
                <p:cNvPr id="35" name="Group 34">
                  <a:extLst>
                    <a:ext uri="{FF2B5EF4-FFF2-40B4-BE49-F238E27FC236}">
                      <a16:creationId xmlns:a16="http://schemas.microsoft.com/office/drawing/2014/main" id="{EC5CDC9E-02CE-413A-AF0C-7DED02087354}"/>
                    </a:ext>
                  </a:extLst>
                </p:cNvPr>
                <p:cNvGrpSpPr/>
                <p:nvPr/>
              </p:nvGrpSpPr>
              <p:grpSpPr>
                <a:xfrm>
                  <a:off x="-2025698" y="0"/>
                  <a:ext cx="1872000" cy="4379495"/>
                  <a:chOff x="-2025698" y="0"/>
                  <a:chExt cx="1872000" cy="4379495"/>
                </a:xfrm>
              </p:grpSpPr>
              <p:sp>
                <p:nvSpPr>
                  <p:cNvPr id="46" name="Rectangle 104">
                    <a:extLst>
                      <a:ext uri="{FF2B5EF4-FFF2-40B4-BE49-F238E27FC236}">
                        <a16:creationId xmlns:a16="http://schemas.microsoft.com/office/drawing/2014/main" id="{F7D83AC5-ED1B-4729-A64C-7B7A765ED2F5}"/>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47" name="Rectangle 113">
                    <a:extLst>
                      <a:ext uri="{FF2B5EF4-FFF2-40B4-BE49-F238E27FC236}">
                        <a16:creationId xmlns:a16="http://schemas.microsoft.com/office/drawing/2014/main" id="{C1489E30-784E-466C-9DCB-A7C94C88642B}"/>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36" name="Rectangle 106">
                  <a:extLst>
                    <a:ext uri="{FF2B5EF4-FFF2-40B4-BE49-F238E27FC236}">
                      <a16:creationId xmlns:a16="http://schemas.microsoft.com/office/drawing/2014/main" id="{BE81ED68-F4B7-455F-84CC-E385AD4838E8}"/>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34" name="Picture 33">
                <a:extLst>
                  <a:ext uri="{FF2B5EF4-FFF2-40B4-BE49-F238E27FC236}">
                    <a16:creationId xmlns:a16="http://schemas.microsoft.com/office/drawing/2014/main" id="{CEBAAC2B-D283-4967-89EC-8CA16E2769D1}"/>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32" name="Rectangle 31">
              <a:extLst>
                <a:ext uri="{FF2B5EF4-FFF2-40B4-BE49-F238E27FC236}">
                  <a16:creationId xmlns:a16="http://schemas.microsoft.com/office/drawing/2014/main" id="{BCA8162F-F884-4C45-B0A8-906ACC7BEA03}"/>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3407903036"/>
      </p:ext>
    </p:extLst>
  </p:cSld>
  <p:clrMapOvr>
    <a:masterClrMapping/>
  </p:clrMapOvr>
  <p:extLst>
    <p:ext uri="{DCECCB84-F9BA-43D5-87BE-67443E8EF086}">
      <p15:sldGuideLst xmlns:p15="http://schemas.microsoft.com/office/powerpoint/2012/main">
        <p15:guide id="2" pos="3736">
          <p15:clr>
            <a:srgbClr val="FBAE40"/>
          </p15:clr>
        </p15:guide>
        <p15:guide id="3" pos="3944">
          <p15:clr>
            <a:srgbClr val="FBAE40"/>
          </p15:clr>
        </p15:guide>
        <p15:guide id="4" orient="horz" pos="2274">
          <p15:clr>
            <a:srgbClr val="FBAE40"/>
          </p15:clr>
        </p15:guide>
        <p15:guide id="5" orient="horz" pos="2442">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6 split with subtitles">
    <p:spTree>
      <p:nvGrpSpPr>
        <p:cNvPr id="1" name=""/>
        <p:cNvGrpSpPr/>
        <p:nvPr/>
      </p:nvGrpSpPr>
      <p:grpSpPr>
        <a:xfrm>
          <a:off x="0" y="0"/>
          <a:ext cx="0" cy="0"/>
          <a:chOff x="0" y="0"/>
          <a:chExt cx="0" cy="0"/>
        </a:xfrm>
      </p:grpSpPr>
      <p:sp>
        <p:nvSpPr>
          <p:cNvPr id="6" name="Content Placeholder 2"/>
          <p:cNvSpPr>
            <a:spLocks noGrp="1"/>
          </p:cNvSpPr>
          <p:nvPr>
            <p:ph idx="13" hasCustomPrompt="1"/>
          </p:nvPr>
        </p:nvSpPr>
        <p:spPr bwMode="gray">
          <a:xfrm>
            <a:off x="659008" y="1757278"/>
            <a:ext cx="3402000" cy="1850305"/>
          </a:xfrm>
        </p:spPr>
        <p:txBody>
          <a:bodyPr/>
          <a:lstStyle>
            <a:lvl3pPr>
              <a:lnSpc>
                <a:spcPct val="93000"/>
              </a:lnSpc>
              <a:defRPr sz="2000"/>
            </a:lvl3pPr>
          </a:lstStyle>
          <a:p>
            <a:pPr lvl="1"/>
            <a:r>
              <a:rPr lang="en-GB" noProof="0" dirty="0"/>
              <a:t>Click to add text</a:t>
            </a:r>
          </a:p>
        </p:txBody>
      </p:sp>
      <p:sp>
        <p:nvSpPr>
          <p:cNvPr id="8" name="Content Placeholder 2"/>
          <p:cNvSpPr>
            <a:spLocks noGrp="1"/>
          </p:cNvSpPr>
          <p:nvPr>
            <p:ph idx="21" hasCustomPrompt="1"/>
          </p:nvPr>
        </p:nvSpPr>
        <p:spPr bwMode="gray">
          <a:xfrm>
            <a:off x="659008" y="4346776"/>
            <a:ext cx="3402000" cy="1850400"/>
          </a:xfrm>
        </p:spPr>
        <p:txBody>
          <a:bodyPr/>
          <a:lstStyle>
            <a:lvl3pPr>
              <a:lnSpc>
                <a:spcPct val="93000"/>
              </a:lnSpc>
              <a:defRPr sz="2000"/>
            </a:lvl3pPr>
          </a:lstStyle>
          <a:p>
            <a:pPr lvl="1"/>
            <a:r>
              <a:rPr lang="en-GB" noProof="0" dirty="0"/>
              <a:t>Click to add text</a:t>
            </a:r>
          </a:p>
        </p:txBody>
      </p:sp>
      <p:cxnSp>
        <p:nvCxnSpPr>
          <p:cNvPr id="9" name="Straight Connector 8"/>
          <p:cNvCxnSpPr>
            <a:cxnSpLocks/>
          </p:cNvCxnSpPr>
          <p:nvPr userDrawn="1"/>
        </p:nvCxnSpPr>
        <p:spPr bwMode="gray">
          <a:xfrm>
            <a:off x="659008" y="1685616"/>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cxnSpLocks/>
          </p:cNvCxnSpPr>
          <p:nvPr userDrawn="1"/>
        </p:nvCxnSpPr>
        <p:spPr bwMode="gray">
          <a:xfrm>
            <a:off x="659008" y="4278810"/>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41" name="Content Placeholder 2"/>
          <p:cNvSpPr>
            <a:spLocks noGrp="1"/>
          </p:cNvSpPr>
          <p:nvPr>
            <p:ph idx="23" hasCustomPrompt="1"/>
          </p:nvPr>
        </p:nvSpPr>
        <p:spPr bwMode="gray">
          <a:xfrm>
            <a:off x="8132608" y="1757278"/>
            <a:ext cx="3402000" cy="1850305"/>
          </a:xfrm>
        </p:spPr>
        <p:txBody>
          <a:bodyPr/>
          <a:lstStyle>
            <a:lvl3pPr>
              <a:lnSpc>
                <a:spcPct val="93000"/>
              </a:lnSpc>
              <a:defRPr sz="2000"/>
            </a:lvl3pPr>
          </a:lstStyle>
          <a:p>
            <a:pPr lvl="1"/>
            <a:r>
              <a:rPr lang="en-GB" noProof="0" dirty="0"/>
              <a:t>Click to add text</a:t>
            </a:r>
          </a:p>
        </p:txBody>
      </p:sp>
      <p:sp>
        <p:nvSpPr>
          <p:cNvPr id="43" name="Content Placeholder 2"/>
          <p:cNvSpPr>
            <a:spLocks noGrp="1"/>
          </p:cNvSpPr>
          <p:nvPr>
            <p:ph idx="25" hasCustomPrompt="1"/>
          </p:nvPr>
        </p:nvSpPr>
        <p:spPr bwMode="gray">
          <a:xfrm>
            <a:off x="8132608" y="4346776"/>
            <a:ext cx="3402000" cy="1850400"/>
          </a:xfrm>
        </p:spPr>
        <p:txBody>
          <a:bodyPr/>
          <a:lstStyle>
            <a:lvl3pPr>
              <a:lnSpc>
                <a:spcPct val="93000"/>
              </a:lnSpc>
              <a:defRPr sz="2000"/>
            </a:lvl3pPr>
          </a:lstStyle>
          <a:p>
            <a:pPr lvl="1"/>
            <a:r>
              <a:rPr lang="en-GB" noProof="0" dirty="0"/>
              <a:t>Click to add text</a:t>
            </a:r>
          </a:p>
        </p:txBody>
      </p:sp>
      <p:cxnSp>
        <p:nvCxnSpPr>
          <p:cNvPr id="44" name="Straight Connector 43"/>
          <p:cNvCxnSpPr>
            <a:cxnSpLocks/>
          </p:cNvCxnSpPr>
          <p:nvPr userDrawn="1"/>
        </p:nvCxnSpPr>
        <p:spPr bwMode="gray">
          <a:xfrm>
            <a:off x="8132608" y="1685616"/>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a:cxnSpLocks/>
          </p:cNvCxnSpPr>
          <p:nvPr userDrawn="1"/>
        </p:nvCxnSpPr>
        <p:spPr bwMode="gray">
          <a:xfrm>
            <a:off x="8132608" y="4278810"/>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47" name="Content Placeholder 2"/>
          <p:cNvSpPr>
            <a:spLocks noGrp="1"/>
          </p:cNvSpPr>
          <p:nvPr>
            <p:ph idx="27" hasCustomPrompt="1"/>
          </p:nvPr>
        </p:nvSpPr>
        <p:spPr bwMode="gray">
          <a:xfrm>
            <a:off x="4395000" y="1757278"/>
            <a:ext cx="3402000" cy="1850305"/>
          </a:xfrm>
        </p:spPr>
        <p:txBody>
          <a:bodyPr/>
          <a:lstStyle>
            <a:lvl3pPr>
              <a:lnSpc>
                <a:spcPct val="93000"/>
              </a:lnSpc>
              <a:defRPr sz="2000"/>
            </a:lvl3pPr>
          </a:lstStyle>
          <a:p>
            <a:pPr lvl="1"/>
            <a:r>
              <a:rPr lang="en-GB" noProof="0" dirty="0"/>
              <a:t>Click to add text</a:t>
            </a:r>
          </a:p>
        </p:txBody>
      </p:sp>
      <p:sp>
        <p:nvSpPr>
          <p:cNvPr id="49" name="Content Placeholder 2"/>
          <p:cNvSpPr>
            <a:spLocks noGrp="1"/>
          </p:cNvSpPr>
          <p:nvPr>
            <p:ph idx="29" hasCustomPrompt="1"/>
          </p:nvPr>
        </p:nvSpPr>
        <p:spPr bwMode="gray">
          <a:xfrm>
            <a:off x="4395000" y="4346776"/>
            <a:ext cx="3402000" cy="1850400"/>
          </a:xfrm>
        </p:spPr>
        <p:txBody>
          <a:bodyPr/>
          <a:lstStyle>
            <a:lvl3pPr>
              <a:lnSpc>
                <a:spcPct val="93000"/>
              </a:lnSpc>
              <a:defRPr sz="2000"/>
            </a:lvl3pPr>
          </a:lstStyle>
          <a:p>
            <a:pPr lvl="1"/>
            <a:r>
              <a:rPr lang="en-GB" noProof="0" dirty="0"/>
              <a:t>Click to add text</a:t>
            </a:r>
          </a:p>
        </p:txBody>
      </p:sp>
      <p:cxnSp>
        <p:nvCxnSpPr>
          <p:cNvPr id="50" name="Straight Connector 49"/>
          <p:cNvCxnSpPr>
            <a:cxnSpLocks/>
          </p:cNvCxnSpPr>
          <p:nvPr userDrawn="1"/>
        </p:nvCxnSpPr>
        <p:spPr bwMode="gray">
          <a:xfrm>
            <a:off x="4395000" y="1685616"/>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cxnSpLocks/>
          </p:cNvCxnSpPr>
          <p:nvPr userDrawn="1"/>
        </p:nvCxnSpPr>
        <p:spPr bwMode="gray">
          <a:xfrm>
            <a:off x="4395000" y="4278810"/>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3" name="Slide Number Placeholder 12"/>
          <p:cNvSpPr>
            <a:spLocks noGrp="1"/>
          </p:cNvSpPr>
          <p:nvPr>
            <p:ph type="sldNum" sz="quarter" idx="31"/>
          </p:nvPr>
        </p:nvSpPr>
        <p:spPr/>
        <p:txBody>
          <a:bodyPr/>
          <a:lstStyle/>
          <a:p>
            <a:fld id="{DDD2A080-DA64-4F5C-9131-47EB793B4410}" type="slidenum">
              <a:rPr lang="en-GB" noProof="0" smtClean="0"/>
              <a:pPr/>
              <a:t>‹#›</a:t>
            </a:fld>
            <a:endParaRPr lang="en-GB" noProof="0" dirty="0"/>
          </a:p>
        </p:txBody>
      </p:sp>
      <p:sp>
        <p:nvSpPr>
          <p:cNvPr id="3" name="Footer Placeholder 2">
            <a:extLst>
              <a:ext uri="{FF2B5EF4-FFF2-40B4-BE49-F238E27FC236}">
                <a16:creationId xmlns:a16="http://schemas.microsoft.com/office/drawing/2014/main" id="{7B2AE73F-F541-436A-B59E-B7BA48843A64}"/>
              </a:ext>
            </a:extLst>
          </p:cNvPr>
          <p:cNvSpPr>
            <a:spLocks noGrp="1"/>
          </p:cNvSpPr>
          <p:nvPr>
            <p:ph type="ftr" sz="quarter" idx="32"/>
          </p:nvPr>
        </p:nvSpPr>
        <p:spPr/>
        <p:txBody>
          <a:bodyPr/>
          <a:lstStyle>
            <a:lvl1pPr>
              <a:defRPr/>
            </a:lvl1pPr>
          </a:lstStyle>
          <a:p>
            <a:endParaRPr lang="en-GB" noProof="0"/>
          </a:p>
        </p:txBody>
      </p:sp>
      <p:sp>
        <p:nvSpPr>
          <p:cNvPr id="11" name="Title 10">
            <a:extLst>
              <a:ext uri="{FF2B5EF4-FFF2-40B4-BE49-F238E27FC236}">
                <a16:creationId xmlns:a16="http://schemas.microsoft.com/office/drawing/2014/main" id="{F01FA91F-1347-4A68-B4E4-CB1FEB2F249B}"/>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sp>
        <p:nvSpPr>
          <p:cNvPr id="30" name="Text Placeholder 29">
            <a:extLst>
              <a:ext uri="{FF2B5EF4-FFF2-40B4-BE49-F238E27FC236}">
                <a16:creationId xmlns:a16="http://schemas.microsoft.com/office/drawing/2014/main" id="{71AA57DF-8FA7-4F3A-9EEB-C3E87ACBC8B8}"/>
              </a:ext>
            </a:extLst>
          </p:cNvPr>
          <p:cNvSpPr>
            <a:spLocks noGrp="1"/>
          </p:cNvSpPr>
          <p:nvPr>
            <p:ph type="body" sz="quarter" idx="38" hasCustomPrompt="1"/>
          </p:nvPr>
        </p:nvSpPr>
        <p:spPr bwMode="auto">
          <a:xfrm>
            <a:off x="659008" y="1141199"/>
            <a:ext cx="3402000" cy="572400"/>
          </a:xfrm>
          <a:custGeom>
            <a:avLst/>
            <a:gdLst>
              <a:gd name="connsiteX0" fmla="*/ 0 w 3265200"/>
              <a:gd name="connsiteY0" fmla="*/ 0 h 572400"/>
              <a:gd name="connsiteX1" fmla="*/ 3265200 w 3265200"/>
              <a:gd name="connsiteY1" fmla="*/ 0 h 572400"/>
              <a:gd name="connsiteX2" fmla="*/ 3265200 w 3265200"/>
              <a:gd name="connsiteY2" fmla="*/ 572400 h 572400"/>
              <a:gd name="connsiteX3" fmla="*/ 0 w 32652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3265200" h="572400">
                <a:moveTo>
                  <a:pt x="0" y="0"/>
                </a:moveTo>
                <a:lnTo>
                  <a:pt x="3265200" y="0"/>
                </a:lnTo>
                <a:lnTo>
                  <a:pt x="32652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35" name="Text Placeholder 34">
            <a:extLst>
              <a:ext uri="{FF2B5EF4-FFF2-40B4-BE49-F238E27FC236}">
                <a16:creationId xmlns:a16="http://schemas.microsoft.com/office/drawing/2014/main" id="{E7718391-B7F7-4E37-8AFB-E3B2F541D1CE}"/>
              </a:ext>
            </a:extLst>
          </p:cNvPr>
          <p:cNvSpPr>
            <a:spLocks noGrp="1"/>
          </p:cNvSpPr>
          <p:nvPr>
            <p:ph type="body" sz="quarter" idx="42" hasCustomPrompt="1"/>
          </p:nvPr>
        </p:nvSpPr>
        <p:spPr bwMode="auto">
          <a:xfrm>
            <a:off x="659008" y="3733413"/>
            <a:ext cx="3402000" cy="572400"/>
          </a:xfrm>
          <a:custGeom>
            <a:avLst/>
            <a:gdLst>
              <a:gd name="connsiteX0" fmla="*/ 0 w 3265200"/>
              <a:gd name="connsiteY0" fmla="*/ 0 h 324000"/>
              <a:gd name="connsiteX1" fmla="*/ 3265200 w 3265200"/>
              <a:gd name="connsiteY1" fmla="*/ 0 h 324000"/>
              <a:gd name="connsiteX2" fmla="*/ 3265200 w 3265200"/>
              <a:gd name="connsiteY2" fmla="*/ 324000 h 324000"/>
              <a:gd name="connsiteX3" fmla="*/ 0 w 32652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3265200" h="324000">
                <a:moveTo>
                  <a:pt x="0" y="0"/>
                </a:moveTo>
                <a:lnTo>
                  <a:pt x="3265200" y="0"/>
                </a:lnTo>
                <a:lnTo>
                  <a:pt x="32652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31" name="Text Placeholder 30">
            <a:extLst>
              <a:ext uri="{FF2B5EF4-FFF2-40B4-BE49-F238E27FC236}">
                <a16:creationId xmlns:a16="http://schemas.microsoft.com/office/drawing/2014/main" id="{388B2075-FA24-44D3-A933-88A394B5D12A}"/>
              </a:ext>
            </a:extLst>
          </p:cNvPr>
          <p:cNvSpPr>
            <a:spLocks noGrp="1"/>
          </p:cNvSpPr>
          <p:nvPr>
            <p:ph type="body" sz="quarter" idx="43" hasCustomPrompt="1"/>
          </p:nvPr>
        </p:nvSpPr>
        <p:spPr bwMode="auto">
          <a:xfrm>
            <a:off x="4395000" y="1141199"/>
            <a:ext cx="3402000" cy="572400"/>
          </a:xfrm>
          <a:custGeom>
            <a:avLst/>
            <a:gdLst>
              <a:gd name="connsiteX0" fmla="*/ 0 w 3265200"/>
              <a:gd name="connsiteY0" fmla="*/ 0 h 572400"/>
              <a:gd name="connsiteX1" fmla="*/ 3265200 w 3265200"/>
              <a:gd name="connsiteY1" fmla="*/ 0 h 572400"/>
              <a:gd name="connsiteX2" fmla="*/ 3265200 w 3265200"/>
              <a:gd name="connsiteY2" fmla="*/ 572400 h 572400"/>
              <a:gd name="connsiteX3" fmla="*/ 0 w 32652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3265200" h="572400">
                <a:moveTo>
                  <a:pt x="0" y="0"/>
                </a:moveTo>
                <a:lnTo>
                  <a:pt x="3265200" y="0"/>
                </a:lnTo>
                <a:lnTo>
                  <a:pt x="32652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34" name="Text Placeholder 33">
            <a:extLst>
              <a:ext uri="{FF2B5EF4-FFF2-40B4-BE49-F238E27FC236}">
                <a16:creationId xmlns:a16="http://schemas.microsoft.com/office/drawing/2014/main" id="{5F8D34A5-43EB-460D-B7F1-C4498910281E}"/>
              </a:ext>
            </a:extLst>
          </p:cNvPr>
          <p:cNvSpPr>
            <a:spLocks noGrp="1"/>
          </p:cNvSpPr>
          <p:nvPr>
            <p:ph type="body" sz="quarter" idx="44" hasCustomPrompt="1"/>
          </p:nvPr>
        </p:nvSpPr>
        <p:spPr bwMode="auto">
          <a:xfrm>
            <a:off x="4395000" y="3733413"/>
            <a:ext cx="3402000" cy="572400"/>
          </a:xfrm>
          <a:custGeom>
            <a:avLst/>
            <a:gdLst>
              <a:gd name="connsiteX0" fmla="*/ 0 w 3265200"/>
              <a:gd name="connsiteY0" fmla="*/ 0 h 324000"/>
              <a:gd name="connsiteX1" fmla="*/ 3265200 w 3265200"/>
              <a:gd name="connsiteY1" fmla="*/ 0 h 324000"/>
              <a:gd name="connsiteX2" fmla="*/ 3265200 w 3265200"/>
              <a:gd name="connsiteY2" fmla="*/ 324000 h 324000"/>
              <a:gd name="connsiteX3" fmla="*/ 0 w 32652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3265200" h="324000">
                <a:moveTo>
                  <a:pt x="0" y="0"/>
                </a:moveTo>
                <a:lnTo>
                  <a:pt x="3265200" y="0"/>
                </a:lnTo>
                <a:lnTo>
                  <a:pt x="32652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32" name="Text Placeholder 31">
            <a:extLst>
              <a:ext uri="{FF2B5EF4-FFF2-40B4-BE49-F238E27FC236}">
                <a16:creationId xmlns:a16="http://schemas.microsoft.com/office/drawing/2014/main" id="{AF9A0912-E3DD-4B25-9638-CA6C2E92CA63}"/>
              </a:ext>
            </a:extLst>
          </p:cNvPr>
          <p:cNvSpPr>
            <a:spLocks noGrp="1"/>
          </p:cNvSpPr>
          <p:nvPr>
            <p:ph type="body" sz="quarter" idx="45" hasCustomPrompt="1"/>
          </p:nvPr>
        </p:nvSpPr>
        <p:spPr bwMode="auto">
          <a:xfrm>
            <a:off x="8132608" y="1141199"/>
            <a:ext cx="3402000" cy="572400"/>
          </a:xfrm>
          <a:custGeom>
            <a:avLst/>
            <a:gdLst>
              <a:gd name="connsiteX0" fmla="*/ 0 w 3265200"/>
              <a:gd name="connsiteY0" fmla="*/ 0 h 572400"/>
              <a:gd name="connsiteX1" fmla="*/ 3265200 w 3265200"/>
              <a:gd name="connsiteY1" fmla="*/ 0 h 572400"/>
              <a:gd name="connsiteX2" fmla="*/ 3265200 w 3265200"/>
              <a:gd name="connsiteY2" fmla="*/ 572400 h 572400"/>
              <a:gd name="connsiteX3" fmla="*/ 0 w 32652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3265200" h="572400">
                <a:moveTo>
                  <a:pt x="0" y="0"/>
                </a:moveTo>
                <a:lnTo>
                  <a:pt x="3265200" y="0"/>
                </a:lnTo>
                <a:lnTo>
                  <a:pt x="32652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33" name="Text Placeholder 32">
            <a:extLst>
              <a:ext uri="{FF2B5EF4-FFF2-40B4-BE49-F238E27FC236}">
                <a16:creationId xmlns:a16="http://schemas.microsoft.com/office/drawing/2014/main" id="{81546869-C142-4E9A-B49F-4C54E614E44C}"/>
              </a:ext>
            </a:extLst>
          </p:cNvPr>
          <p:cNvSpPr>
            <a:spLocks noGrp="1"/>
          </p:cNvSpPr>
          <p:nvPr>
            <p:ph type="body" sz="quarter" idx="46" hasCustomPrompt="1"/>
          </p:nvPr>
        </p:nvSpPr>
        <p:spPr bwMode="auto">
          <a:xfrm>
            <a:off x="8132608" y="3733413"/>
            <a:ext cx="3402000" cy="572400"/>
          </a:xfrm>
          <a:custGeom>
            <a:avLst/>
            <a:gdLst>
              <a:gd name="connsiteX0" fmla="*/ 0 w 3265200"/>
              <a:gd name="connsiteY0" fmla="*/ 0 h 324000"/>
              <a:gd name="connsiteX1" fmla="*/ 3265200 w 3265200"/>
              <a:gd name="connsiteY1" fmla="*/ 0 h 324000"/>
              <a:gd name="connsiteX2" fmla="*/ 3265200 w 3265200"/>
              <a:gd name="connsiteY2" fmla="*/ 324000 h 324000"/>
              <a:gd name="connsiteX3" fmla="*/ 0 w 32652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3265200" h="324000">
                <a:moveTo>
                  <a:pt x="0" y="0"/>
                </a:moveTo>
                <a:lnTo>
                  <a:pt x="3265200" y="0"/>
                </a:lnTo>
                <a:lnTo>
                  <a:pt x="32652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grpSp>
        <p:nvGrpSpPr>
          <p:cNvPr id="36" name="Group 35">
            <a:extLst>
              <a:ext uri="{FF2B5EF4-FFF2-40B4-BE49-F238E27FC236}">
                <a16:creationId xmlns:a16="http://schemas.microsoft.com/office/drawing/2014/main" id="{C5F4D262-BE74-44A8-9713-982829562E8C}"/>
              </a:ext>
            </a:extLst>
          </p:cNvPr>
          <p:cNvGrpSpPr/>
          <p:nvPr userDrawn="1"/>
        </p:nvGrpSpPr>
        <p:grpSpPr>
          <a:xfrm>
            <a:off x="-2368598" y="0"/>
            <a:ext cx="1872000" cy="4379495"/>
            <a:chOff x="-2025698" y="0"/>
            <a:chExt cx="1872000" cy="4379495"/>
          </a:xfrm>
        </p:grpSpPr>
        <p:grpSp>
          <p:nvGrpSpPr>
            <p:cNvPr id="37" name="Group 36">
              <a:extLst>
                <a:ext uri="{FF2B5EF4-FFF2-40B4-BE49-F238E27FC236}">
                  <a16:creationId xmlns:a16="http://schemas.microsoft.com/office/drawing/2014/main" id="{51FDA5C2-7453-4C2B-9537-F0AE97278AA2}"/>
                </a:ext>
              </a:extLst>
            </p:cNvPr>
            <p:cNvGrpSpPr/>
            <p:nvPr userDrawn="1"/>
          </p:nvGrpSpPr>
          <p:grpSpPr>
            <a:xfrm>
              <a:off x="-2025698" y="0"/>
              <a:ext cx="1872000" cy="4379495"/>
              <a:chOff x="-2025698" y="0"/>
              <a:chExt cx="1872000" cy="4379495"/>
            </a:xfrm>
          </p:grpSpPr>
          <p:grpSp>
            <p:nvGrpSpPr>
              <p:cNvPr id="39" name="Group 38">
                <a:extLst>
                  <a:ext uri="{FF2B5EF4-FFF2-40B4-BE49-F238E27FC236}">
                    <a16:creationId xmlns:a16="http://schemas.microsoft.com/office/drawing/2014/main" id="{71407AED-8354-4C45-BDB0-AD483AD5064D}"/>
                  </a:ext>
                </a:extLst>
              </p:cNvPr>
              <p:cNvGrpSpPr/>
              <p:nvPr userDrawn="1"/>
            </p:nvGrpSpPr>
            <p:grpSpPr>
              <a:xfrm>
                <a:off x="-2025698" y="0"/>
                <a:ext cx="1872000" cy="4379495"/>
                <a:chOff x="-2025698" y="0"/>
                <a:chExt cx="1872000" cy="4379495"/>
              </a:xfrm>
            </p:grpSpPr>
            <p:grpSp>
              <p:nvGrpSpPr>
                <p:cNvPr id="42" name="Group 41">
                  <a:extLst>
                    <a:ext uri="{FF2B5EF4-FFF2-40B4-BE49-F238E27FC236}">
                      <a16:creationId xmlns:a16="http://schemas.microsoft.com/office/drawing/2014/main" id="{B8624C95-4CF3-48B9-AFC1-22D9BEB93BA8}"/>
                    </a:ext>
                  </a:extLst>
                </p:cNvPr>
                <p:cNvGrpSpPr/>
                <p:nvPr/>
              </p:nvGrpSpPr>
              <p:grpSpPr>
                <a:xfrm>
                  <a:off x="-2025698" y="0"/>
                  <a:ext cx="1872000" cy="4379495"/>
                  <a:chOff x="-2025698" y="0"/>
                  <a:chExt cx="1872000" cy="4379495"/>
                </a:xfrm>
              </p:grpSpPr>
              <p:sp>
                <p:nvSpPr>
                  <p:cNvPr id="48" name="Rectangle 104">
                    <a:extLst>
                      <a:ext uri="{FF2B5EF4-FFF2-40B4-BE49-F238E27FC236}">
                        <a16:creationId xmlns:a16="http://schemas.microsoft.com/office/drawing/2014/main" id="{A74BEA27-198E-41D1-B3E2-966739BFFDB7}"/>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52" name="Rectangle 113">
                    <a:extLst>
                      <a:ext uri="{FF2B5EF4-FFF2-40B4-BE49-F238E27FC236}">
                        <a16:creationId xmlns:a16="http://schemas.microsoft.com/office/drawing/2014/main" id="{B3960D3D-80F9-48FE-8A72-3377E5079B2F}"/>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46" name="Rectangle 106">
                  <a:extLst>
                    <a:ext uri="{FF2B5EF4-FFF2-40B4-BE49-F238E27FC236}">
                      <a16:creationId xmlns:a16="http://schemas.microsoft.com/office/drawing/2014/main" id="{C6071CEB-B712-4D26-9746-BA2B76DF2325}"/>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40" name="Picture 39">
                <a:extLst>
                  <a:ext uri="{FF2B5EF4-FFF2-40B4-BE49-F238E27FC236}">
                    <a16:creationId xmlns:a16="http://schemas.microsoft.com/office/drawing/2014/main" id="{5A6FBD9F-4B7A-48B2-8826-BC4054DC6A8E}"/>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38" name="Rectangle 37">
              <a:extLst>
                <a:ext uri="{FF2B5EF4-FFF2-40B4-BE49-F238E27FC236}">
                  <a16:creationId xmlns:a16="http://schemas.microsoft.com/office/drawing/2014/main" id="{86CA13DC-E600-4A64-AC8A-4E2D36E41B55}"/>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2404768792"/>
      </p:ext>
    </p:extLst>
  </p:cSld>
  <p:clrMapOvr>
    <a:masterClrMapping/>
  </p:clrMapOvr>
  <p:extLst>
    <p:ext uri="{DCECCB84-F9BA-43D5-87BE-67443E8EF086}">
      <p15:sldGuideLst xmlns:p15="http://schemas.microsoft.com/office/powerpoint/2012/main">
        <p15:guide id="2" pos="2556">
          <p15:clr>
            <a:srgbClr val="FBAE40"/>
          </p15:clr>
        </p15:guide>
        <p15:guide id="3" pos="5120">
          <p15:clr>
            <a:srgbClr val="FBAE40"/>
          </p15:clr>
        </p15:guide>
        <p15:guide id="4" pos="2768">
          <p15:clr>
            <a:srgbClr val="FBAE40"/>
          </p15:clr>
        </p15:guide>
        <p15:guide id="5" pos="4912">
          <p15:clr>
            <a:srgbClr val="FBAE40"/>
          </p15:clr>
        </p15:guide>
        <p15:guide id="6" orient="horz" pos="2288">
          <p15:clr>
            <a:srgbClr val="FBAE40"/>
          </p15:clr>
        </p15:guide>
        <p15:guide id="7" orient="horz" pos="2344">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8 split with subtitles">
    <p:spTree>
      <p:nvGrpSpPr>
        <p:cNvPr id="1" name=""/>
        <p:cNvGrpSpPr/>
        <p:nvPr/>
      </p:nvGrpSpPr>
      <p:grpSpPr>
        <a:xfrm>
          <a:off x="0" y="0"/>
          <a:ext cx="0" cy="0"/>
          <a:chOff x="0" y="0"/>
          <a:chExt cx="0" cy="0"/>
        </a:xfrm>
      </p:grpSpPr>
      <p:sp>
        <p:nvSpPr>
          <p:cNvPr id="6" name="Content Placeholder 2"/>
          <p:cNvSpPr>
            <a:spLocks noGrp="1"/>
          </p:cNvSpPr>
          <p:nvPr>
            <p:ph idx="13" hasCustomPrompt="1"/>
          </p:nvPr>
        </p:nvSpPr>
        <p:spPr bwMode="gray">
          <a:xfrm>
            <a:off x="659008" y="1757279"/>
            <a:ext cx="2595600" cy="1850400"/>
          </a:xfrm>
        </p:spPr>
        <p:txBody>
          <a:bodyPr/>
          <a:lstStyle>
            <a:lvl3pPr>
              <a:lnSpc>
                <a:spcPct val="93000"/>
              </a:lnSpc>
              <a:defRPr sz="2000"/>
            </a:lvl3pPr>
          </a:lstStyle>
          <a:p>
            <a:pPr lvl="1"/>
            <a:r>
              <a:rPr lang="en-GB" noProof="0" dirty="0"/>
              <a:t>Click to add text</a:t>
            </a:r>
          </a:p>
        </p:txBody>
      </p:sp>
      <p:sp>
        <p:nvSpPr>
          <p:cNvPr id="8" name="Content Placeholder 2"/>
          <p:cNvSpPr>
            <a:spLocks noGrp="1"/>
          </p:cNvSpPr>
          <p:nvPr>
            <p:ph idx="21" hasCustomPrompt="1"/>
          </p:nvPr>
        </p:nvSpPr>
        <p:spPr bwMode="gray">
          <a:xfrm>
            <a:off x="659008" y="4346776"/>
            <a:ext cx="2595600" cy="1850400"/>
          </a:xfrm>
        </p:spPr>
        <p:txBody>
          <a:bodyPr/>
          <a:lstStyle>
            <a:lvl3pPr>
              <a:lnSpc>
                <a:spcPct val="93000"/>
              </a:lnSpc>
              <a:defRPr sz="2000"/>
            </a:lvl3pPr>
          </a:lstStyle>
          <a:p>
            <a:pPr lvl="1"/>
            <a:r>
              <a:rPr lang="en-GB" noProof="0" dirty="0"/>
              <a:t>Click to add text</a:t>
            </a:r>
          </a:p>
        </p:txBody>
      </p:sp>
      <p:cxnSp>
        <p:nvCxnSpPr>
          <p:cNvPr id="9" name="Straight Connector 8"/>
          <p:cNvCxnSpPr>
            <a:cxnSpLocks/>
          </p:cNvCxnSpPr>
          <p:nvPr userDrawn="1"/>
        </p:nvCxnSpPr>
        <p:spPr bwMode="gray">
          <a:xfrm>
            <a:off x="659008" y="1685616"/>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cxnSpLocks/>
          </p:cNvCxnSpPr>
          <p:nvPr userDrawn="1"/>
        </p:nvCxnSpPr>
        <p:spPr bwMode="gray">
          <a:xfrm>
            <a:off x="659008" y="4278810"/>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54" name="Content Placeholder 2"/>
          <p:cNvSpPr>
            <a:spLocks noGrp="1"/>
          </p:cNvSpPr>
          <p:nvPr>
            <p:ph idx="25" hasCustomPrompt="1"/>
          </p:nvPr>
        </p:nvSpPr>
        <p:spPr bwMode="gray">
          <a:xfrm>
            <a:off x="3419008" y="4346776"/>
            <a:ext cx="2595600" cy="1850400"/>
          </a:xfrm>
        </p:spPr>
        <p:txBody>
          <a:bodyPr/>
          <a:lstStyle>
            <a:lvl3pPr>
              <a:lnSpc>
                <a:spcPct val="93000"/>
              </a:lnSpc>
              <a:defRPr sz="2000"/>
            </a:lvl3pPr>
          </a:lstStyle>
          <a:p>
            <a:pPr lvl="1"/>
            <a:r>
              <a:rPr lang="en-GB" noProof="0" dirty="0"/>
              <a:t>Click to add text</a:t>
            </a:r>
          </a:p>
        </p:txBody>
      </p:sp>
      <p:cxnSp>
        <p:nvCxnSpPr>
          <p:cNvPr id="55" name="Straight Connector 54"/>
          <p:cNvCxnSpPr>
            <a:cxnSpLocks/>
          </p:cNvCxnSpPr>
          <p:nvPr userDrawn="1"/>
        </p:nvCxnSpPr>
        <p:spPr bwMode="gray">
          <a:xfrm>
            <a:off x="3419008" y="1685616"/>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a:cxnSpLocks/>
          </p:cNvCxnSpPr>
          <p:nvPr userDrawn="1"/>
        </p:nvCxnSpPr>
        <p:spPr bwMode="gray">
          <a:xfrm>
            <a:off x="3419008" y="4278810"/>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58" name="Content Placeholder 2"/>
          <p:cNvSpPr>
            <a:spLocks noGrp="1"/>
          </p:cNvSpPr>
          <p:nvPr>
            <p:ph idx="27" hasCustomPrompt="1"/>
          </p:nvPr>
        </p:nvSpPr>
        <p:spPr bwMode="gray">
          <a:xfrm>
            <a:off x="6179008" y="1757279"/>
            <a:ext cx="2595600" cy="1850400"/>
          </a:xfrm>
        </p:spPr>
        <p:txBody>
          <a:bodyPr/>
          <a:lstStyle>
            <a:lvl3pPr>
              <a:lnSpc>
                <a:spcPct val="93000"/>
              </a:lnSpc>
              <a:defRPr sz="2000"/>
            </a:lvl3pPr>
          </a:lstStyle>
          <a:p>
            <a:pPr lvl="1"/>
            <a:r>
              <a:rPr lang="en-GB" noProof="0" dirty="0"/>
              <a:t>Click to add text</a:t>
            </a:r>
          </a:p>
        </p:txBody>
      </p:sp>
      <p:sp>
        <p:nvSpPr>
          <p:cNvPr id="60" name="Content Placeholder 2"/>
          <p:cNvSpPr>
            <a:spLocks noGrp="1"/>
          </p:cNvSpPr>
          <p:nvPr>
            <p:ph idx="29" hasCustomPrompt="1"/>
          </p:nvPr>
        </p:nvSpPr>
        <p:spPr bwMode="gray">
          <a:xfrm>
            <a:off x="6179008" y="4346776"/>
            <a:ext cx="2595600" cy="1850400"/>
          </a:xfrm>
        </p:spPr>
        <p:txBody>
          <a:bodyPr/>
          <a:lstStyle>
            <a:lvl3pPr>
              <a:lnSpc>
                <a:spcPct val="93000"/>
              </a:lnSpc>
              <a:defRPr sz="2000"/>
            </a:lvl3pPr>
          </a:lstStyle>
          <a:p>
            <a:pPr lvl="1"/>
            <a:r>
              <a:rPr lang="en-GB" noProof="0" dirty="0"/>
              <a:t>Click to add text</a:t>
            </a:r>
          </a:p>
        </p:txBody>
      </p:sp>
      <p:cxnSp>
        <p:nvCxnSpPr>
          <p:cNvPr id="61" name="Straight Connector 60"/>
          <p:cNvCxnSpPr>
            <a:cxnSpLocks/>
          </p:cNvCxnSpPr>
          <p:nvPr userDrawn="1"/>
        </p:nvCxnSpPr>
        <p:spPr bwMode="gray">
          <a:xfrm>
            <a:off x="6179008" y="1685616"/>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a:cxnSpLocks/>
          </p:cNvCxnSpPr>
          <p:nvPr userDrawn="1"/>
        </p:nvCxnSpPr>
        <p:spPr bwMode="gray">
          <a:xfrm>
            <a:off x="6179008" y="4278810"/>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64" name="Content Placeholder 2"/>
          <p:cNvSpPr>
            <a:spLocks noGrp="1"/>
          </p:cNvSpPr>
          <p:nvPr>
            <p:ph idx="31" hasCustomPrompt="1"/>
          </p:nvPr>
        </p:nvSpPr>
        <p:spPr bwMode="gray">
          <a:xfrm>
            <a:off x="8939008" y="1757279"/>
            <a:ext cx="2595600" cy="1850400"/>
          </a:xfrm>
        </p:spPr>
        <p:txBody>
          <a:bodyPr/>
          <a:lstStyle>
            <a:lvl3pPr>
              <a:lnSpc>
                <a:spcPct val="93000"/>
              </a:lnSpc>
              <a:defRPr sz="2000"/>
            </a:lvl3pPr>
          </a:lstStyle>
          <a:p>
            <a:pPr lvl="1"/>
            <a:r>
              <a:rPr lang="en-GB" noProof="0" dirty="0"/>
              <a:t>Click to add text</a:t>
            </a:r>
          </a:p>
        </p:txBody>
      </p:sp>
      <p:sp>
        <p:nvSpPr>
          <p:cNvPr id="66" name="Content Placeholder 2"/>
          <p:cNvSpPr>
            <a:spLocks noGrp="1"/>
          </p:cNvSpPr>
          <p:nvPr>
            <p:ph idx="33" hasCustomPrompt="1"/>
          </p:nvPr>
        </p:nvSpPr>
        <p:spPr bwMode="gray">
          <a:xfrm>
            <a:off x="8939008" y="4346776"/>
            <a:ext cx="2595600" cy="1850400"/>
          </a:xfrm>
        </p:spPr>
        <p:txBody>
          <a:bodyPr/>
          <a:lstStyle>
            <a:lvl3pPr>
              <a:lnSpc>
                <a:spcPct val="93000"/>
              </a:lnSpc>
              <a:defRPr sz="2000"/>
            </a:lvl3pPr>
          </a:lstStyle>
          <a:p>
            <a:pPr lvl="1"/>
            <a:r>
              <a:rPr lang="en-GB" noProof="0" dirty="0"/>
              <a:t>Click to add text</a:t>
            </a:r>
          </a:p>
        </p:txBody>
      </p:sp>
      <p:cxnSp>
        <p:nvCxnSpPr>
          <p:cNvPr id="67" name="Straight Connector 66"/>
          <p:cNvCxnSpPr>
            <a:cxnSpLocks/>
          </p:cNvCxnSpPr>
          <p:nvPr userDrawn="1"/>
        </p:nvCxnSpPr>
        <p:spPr bwMode="gray">
          <a:xfrm>
            <a:off x="8939008" y="1685616"/>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a:cxnSpLocks/>
          </p:cNvCxnSpPr>
          <p:nvPr userDrawn="1"/>
        </p:nvCxnSpPr>
        <p:spPr bwMode="gray">
          <a:xfrm>
            <a:off x="8939008" y="4278810"/>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Slide Number Placeholder 11"/>
          <p:cNvSpPr>
            <a:spLocks noGrp="1"/>
          </p:cNvSpPr>
          <p:nvPr>
            <p:ph type="sldNum" sz="quarter" idx="35"/>
          </p:nvPr>
        </p:nvSpPr>
        <p:spPr/>
        <p:txBody>
          <a:bodyPr/>
          <a:lstStyle/>
          <a:p>
            <a:fld id="{DDD2A080-DA64-4F5C-9131-47EB793B4410}" type="slidenum">
              <a:rPr lang="en-GB" noProof="0" smtClean="0"/>
              <a:pPr/>
              <a:t>‹#›</a:t>
            </a:fld>
            <a:endParaRPr lang="en-GB" noProof="0" dirty="0"/>
          </a:p>
        </p:txBody>
      </p:sp>
      <p:sp>
        <p:nvSpPr>
          <p:cNvPr id="3" name="Footer Placeholder 2">
            <a:extLst>
              <a:ext uri="{FF2B5EF4-FFF2-40B4-BE49-F238E27FC236}">
                <a16:creationId xmlns:a16="http://schemas.microsoft.com/office/drawing/2014/main" id="{1B454FB8-4E07-44C0-BE34-38DF9804AF97}"/>
              </a:ext>
            </a:extLst>
          </p:cNvPr>
          <p:cNvSpPr>
            <a:spLocks noGrp="1"/>
          </p:cNvSpPr>
          <p:nvPr>
            <p:ph type="ftr" sz="quarter" idx="36"/>
          </p:nvPr>
        </p:nvSpPr>
        <p:spPr/>
        <p:txBody>
          <a:bodyPr/>
          <a:lstStyle>
            <a:lvl1pPr>
              <a:defRPr/>
            </a:lvl1pPr>
          </a:lstStyle>
          <a:p>
            <a:endParaRPr lang="en-GB" noProof="0"/>
          </a:p>
        </p:txBody>
      </p:sp>
      <p:sp>
        <p:nvSpPr>
          <p:cNvPr id="11" name="Title 10">
            <a:extLst>
              <a:ext uri="{FF2B5EF4-FFF2-40B4-BE49-F238E27FC236}">
                <a16:creationId xmlns:a16="http://schemas.microsoft.com/office/drawing/2014/main" id="{4D232792-6D79-4486-8E98-62F78FA268D5}"/>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sp>
        <p:nvSpPr>
          <p:cNvPr id="30" name="Content Placeholder 2">
            <a:extLst>
              <a:ext uri="{FF2B5EF4-FFF2-40B4-BE49-F238E27FC236}">
                <a16:creationId xmlns:a16="http://schemas.microsoft.com/office/drawing/2014/main" id="{FA008AD3-EEEE-4C37-9E2F-0052AAA9F58E}"/>
              </a:ext>
            </a:extLst>
          </p:cNvPr>
          <p:cNvSpPr>
            <a:spLocks noGrp="1"/>
          </p:cNvSpPr>
          <p:nvPr>
            <p:ph idx="37" hasCustomPrompt="1"/>
          </p:nvPr>
        </p:nvSpPr>
        <p:spPr bwMode="gray">
          <a:xfrm>
            <a:off x="3419008" y="1757279"/>
            <a:ext cx="2595600" cy="1850400"/>
          </a:xfrm>
        </p:spPr>
        <p:txBody>
          <a:bodyPr/>
          <a:lstStyle>
            <a:lvl3pPr>
              <a:lnSpc>
                <a:spcPct val="93000"/>
              </a:lnSpc>
              <a:defRPr sz="2000"/>
            </a:lvl3pPr>
          </a:lstStyle>
          <a:p>
            <a:pPr lvl="1"/>
            <a:r>
              <a:rPr lang="en-GB" noProof="0"/>
              <a:t>Click to </a:t>
            </a:r>
            <a:r>
              <a:rPr lang="en-GB" noProof="0" dirty="0"/>
              <a:t>add text</a:t>
            </a:r>
          </a:p>
        </p:txBody>
      </p:sp>
      <p:sp>
        <p:nvSpPr>
          <p:cNvPr id="41" name="Text Placeholder 40">
            <a:extLst>
              <a:ext uri="{FF2B5EF4-FFF2-40B4-BE49-F238E27FC236}">
                <a16:creationId xmlns:a16="http://schemas.microsoft.com/office/drawing/2014/main" id="{2374A518-3CFE-403E-8757-65866F7F06F4}"/>
              </a:ext>
            </a:extLst>
          </p:cNvPr>
          <p:cNvSpPr>
            <a:spLocks noGrp="1"/>
          </p:cNvSpPr>
          <p:nvPr>
            <p:ph type="body" sz="quarter" idx="38" hasCustomPrompt="1"/>
          </p:nvPr>
        </p:nvSpPr>
        <p:spPr bwMode="auto">
          <a:xfrm>
            <a:off x="659008" y="1141199"/>
            <a:ext cx="2595600" cy="572400"/>
          </a:xfrm>
          <a:custGeom>
            <a:avLst/>
            <a:gdLst>
              <a:gd name="connsiteX0" fmla="*/ 0 w 2556000"/>
              <a:gd name="connsiteY0" fmla="*/ 0 h 572400"/>
              <a:gd name="connsiteX1" fmla="*/ 2556000 w 2556000"/>
              <a:gd name="connsiteY1" fmla="*/ 0 h 572400"/>
              <a:gd name="connsiteX2" fmla="*/ 2556000 w 2556000"/>
              <a:gd name="connsiteY2" fmla="*/ 572400 h 572400"/>
              <a:gd name="connsiteX3" fmla="*/ 0 w 2556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2556000" h="572400">
                <a:moveTo>
                  <a:pt x="0" y="0"/>
                </a:moveTo>
                <a:lnTo>
                  <a:pt x="2556000" y="0"/>
                </a:lnTo>
                <a:lnTo>
                  <a:pt x="25560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3" name="Text Placeholder 42">
            <a:extLst>
              <a:ext uri="{FF2B5EF4-FFF2-40B4-BE49-F238E27FC236}">
                <a16:creationId xmlns:a16="http://schemas.microsoft.com/office/drawing/2014/main" id="{E2D6F2AC-3548-4A63-AD15-AC2461290B66}"/>
              </a:ext>
            </a:extLst>
          </p:cNvPr>
          <p:cNvSpPr>
            <a:spLocks noGrp="1"/>
          </p:cNvSpPr>
          <p:nvPr>
            <p:ph type="body" sz="quarter" idx="39" hasCustomPrompt="1"/>
          </p:nvPr>
        </p:nvSpPr>
        <p:spPr bwMode="auto">
          <a:xfrm>
            <a:off x="3419008" y="1141199"/>
            <a:ext cx="2595600" cy="572400"/>
          </a:xfrm>
          <a:custGeom>
            <a:avLst/>
            <a:gdLst>
              <a:gd name="connsiteX0" fmla="*/ 0 w 2556000"/>
              <a:gd name="connsiteY0" fmla="*/ 0 h 572400"/>
              <a:gd name="connsiteX1" fmla="*/ 2556000 w 2556000"/>
              <a:gd name="connsiteY1" fmla="*/ 0 h 572400"/>
              <a:gd name="connsiteX2" fmla="*/ 2556000 w 2556000"/>
              <a:gd name="connsiteY2" fmla="*/ 572400 h 572400"/>
              <a:gd name="connsiteX3" fmla="*/ 0 w 2556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2556000" h="572400">
                <a:moveTo>
                  <a:pt x="0" y="0"/>
                </a:moveTo>
                <a:lnTo>
                  <a:pt x="2556000" y="0"/>
                </a:lnTo>
                <a:lnTo>
                  <a:pt x="25560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4" name="Text Placeholder 43">
            <a:extLst>
              <a:ext uri="{FF2B5EF4-FFF2-40B4-BE49-F238E27FC236}">
                <a16:creationId xmlns:a16="http://schemas.microsoft.com/office/drawing/2014/main" id="{DB547CC5-46DB-4BAF-B4F1-7DDE8AD9140D}"/>
              </a:ext>
            </a:extLst>
          </p:cNvPr>
          <p:cNvSpPr>
            <a:spLocks noGrp="1"/>
          </p:cNvSpPr>
          <p:nvPr>
            <p:ph type="body" sz="quarter" idx="40" hasCustomPrompt="1"/>
          </p:nvPr>
        </p:nvSpPr>
        <p:spPr bwMode="auto">
          <a:xfrm>
            <a:off x="6179008" y="1141199"/>
            <a:ext cx="2595600" cy="572400"/>
          </a:xfrm>
          <a:custGeom>
            <a:avLst/>
            <a:gdLst>
              <a:gd name="connsiteX0" fmla="*/ 0 w 2556000"/>
              <a:gd name="connsiteY0" fmla="*/ 0 h 572400"/>
              <a:gd name="connsiteX1" fmla="*/ 2556000 w 2556000"/>
              <a:gd name="connsiteY1" fmla="*/ 0 h 572400"/>
              <a:gd name="connsiteX2" fmla="*/ 2556000 w 2556000"/>
              <a:gd name="connsiteY2" fmla="*/ 572400 h 572400"/>
              <a:gd name="connsiteX3" fmla="*/ 0 w 2556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2556000" h="572400">
                <a:moveTo>
                  <a:pt x="0" y="0"/>
                </a:moveTo>
                <a:lnTo>
                  <a:pt x="2556000" y="0"/>
                </a:lnTo>
                <a:lnTo>
                  <a:pt x="25560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5" name="Text Placeholder 44">
            <a:extLst>
              <a:ext uri="{FF2B5EF4-FFF2-40B4-BE49-F238E27FC236}">
                <a16:creationId xmlns:a16="http://schemas.microsoft.com/office/drawing/2014/main" id="{E346AFA3-0D72-4528-82A5-83901F39792B}"/>
              </a:ext>
            </a:extLst>
          </p:cNvPr>
          <p:cNvSpPr>
            <a:spLocks noGrp="1"/>
          </p:cNvSpPr>
          <p:nvPr>
            <p:ph type="body" sz="quarter" idx="41" hasCustomPrompt="1"/>
          </p:nvPr>
        </p:nvSpPr>
        <p:spPr bwMode="auto">
          <a:xfrm>
            <a:off x="8939008" y="1141199"/>
            <a:ext cx="2595600" cy="572400"/>
          </a:xfrm>
          <a:custGeom>
            <a:avLst/>
            <a:gdLst>
              <a:gd name="connsiteX0" fmla="*/ 0 w 2556000"/>
              <a:gd name="connsiteY0" fmla="*/ 0 h 572400"/>
              <a:gd name="connsiteX1" fmla="*/ 2556000 w 2556000"/>
              <a:gd name="connsiteY1" fmla="*/ 0 h 572400"/>
              <a:gd name="connsiteX2" fmla="*/ 2556000 w 2556000"/>
              <a:gd name="connsiteY2" fmla="*/ 572400 h 572400"/>
              <a:gd name="connsiteX3" fmla="*/ 0 w 2556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2556000" h="572400">
                <a:moveTo>
                  <a:pt x="0" y="0"/>
                </a:moveTo>
                <a:lnTo>
                  <a:pt x="2556000" y="0"/>
                </a:lnTo>
                <a:lnTo>
                  <a:pt x="25560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9" name="Text Placeholder 48">
            <a:extLst>
              <a:ext uri="{FF2B5EF4-FFF2-40B4-BE49-F238E27FC236}">
                <a16:creationId xmlns:a16="http://schemas.microsoft.com/office/drawing/2014/main" id="{1BC9C923-5254-4E6C-A703-623F5EBB1A16}"/>
              </a:ext>
            </a:extLst>
          </p:cNvPr>
          <p:cNvSpPr>
            <a:spLocks noGrp="1"/>
          </p:cNvSpPr>
          <p:nvPr>
            <p:ph type="body" sz="quarter" idx="42" hasCustomPrompt="1"/>
          </p:nvPr>
        </p:nvSpPr>
        <p:spPr bwMode="auto">
          <a:xfrm>
            <a:off x="659008" y="3733413"/>
            <a:ext cx="2595600" cy="572400"/>
          </a:xfrm>
          <a:custGeom>
            <a:avLst/>
            <a:gdLst>
              <a:gd name="connsiteX0" fmla="*/ 0 w 2556000"/>
              <a:gd name="connsiteY0" fmla="*/ 0 h 324000"/>
              <a:gd name="connsiteX1" fmla="*/ 2556000 w 2556000"/>
              <a:gd name="connsiteY1" fmla="*/ 0 h 324000"/>
              <a:gd name="connsiteX2" fmla="*/ 2556000 w 2556000"/>
              <a:gd name="connsiteY2" fmla="*/ 324000 h 324000"/>
              <a:gd name="connsiteX3" fmla="*/ 0 w 2556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2556000" h="324000">
                <a:moveTo>
                  <a:pt x="0" y="0"/>
                </a:moveTo>
                <a:lnTo>
                  <a:pt x="2556000" y="0"/>
                </a:lnTo>
                <a:lnTo>
                  <a:pt x="25560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8" name="Text Placeholder 47">
            <a:extLst>
              <a:ext uri="{FF2B5EF4-FFF2-40B4-BE49-F238E27FC236}">
                <a16:creationId xmlns:a16="http://schemas.microsoft.com/office/drawing/2014/main" id="{7A80E218-FD84-4C94-9AAD-0814DF1E6B86}"/>
              </a:ext>
            </a:extLst>
          </p:cNvPr>
          <p:cNvSpPr>
            <a:spLocks noGrp="1"/>
          </p:cNvSpPr>
          <p:nvPr>
            <p:ph type="body" sz="quarter" idx="43" hasCustomPrompt="1"/>
          </p:nvPr>
        </p:nvSpPr>
        <p:spPr bwMode="auto">
          <a:xfrm>
            <a:off x="3419008" y="3733413"/>
            <a:ext cx="2595600" cy="572400"/>
          </a:xfrm>
          <a:custGeom>
            <a:avLst/>
            <a:gdLst>
              <a:gd name="connsiteX0" fmla="*/ 0 w 2556000"/>
              <a:gd name="connsiteY0" fmla="*/ 0 h 324000"/>
              <a:gd name="connsiteX1" fmla="*/ 2556000 w 2556000"/>
              <a:gd name="connsiteY1" fmla="*/ 0 h 324000"/>
              <a:gd name="connsiteX2" fmla="*/ 2556000 w 2556000"/>
              <a:gd name="connsiteY2" fmla="*/ 324000 h 324000"/>
              <a:gd name="connsiteX3" fmla="*/ 0 w 2556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2556000" h="324000">
                <a:moveTo>
                  <a:pt x="0" y="0"/>
                </a:moveTo>
                <a:lnTo>
                  <a:pt x="2556000" y="0"/>
                </a:lnTo>
                <a:lnTo>
                  <a:pt x="25560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7" name="Text Placeholder 46">
            <a:extLst>
              <a:ext uri="{FF2B5EF4-FFF2-40B4-BE49-F238E27FC236}">
                <a16:creationId xmlns:a16="http://schemas.microsoft.com/office/drawing/2014/main" id="{DFFA4740-F4FF-4619-A019-BC18E73B82E8}"/>
              </a:ext>
            </a:extLst>
          </p:cNvPr>
          <p:cNvSpPr>
            <a:spLocks noGrp="1"/>
          </p:cNvSpPr>
          <p:nvPr>
            <p:ph type="body" sz="quarter" idx="44" hasCustomPrompt="1"/>
          </p:nvPr>
        </p:nvSpPr>
        <p:spPr bwMode="auto">
          <a:xfrm>
            <a:off x="6179008" y="3733413"/>
            <a:ext cx="2595600" cy="572400"/>
          </a:xfrm>
          <a:custGeom>
            <a:avLst/>
            <a:gdLst>
              <a:gd name="connsiteX0" fmla="*/ 0 w 2556000"/>
              <a:gd name="connsiteY0" fmla="*/ 0 h 324000"/>
              <a:gd name="connsiteX1" fmla="*/ 2556000 w 2556000"/>
              <a:gd name="connsiteY1" fmla="*/ 0 h 324000"/>
              <a:gd name="connsiteX2" fmla="*/ 2556000 w 2556000"/>
              <a:gd name="connsiteY2" fmla="*/ 324000 h 324000"/>
              <a:gd name="connsiteX3" fmla="*/ 0 w 2556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2556000" h="324000">
                <a:moveTo>
                  <a:pt x="0" y="0"/>
                </a:moveTo>
                <a:lnTo>
                  <a:pt x="2556000" y="0"/>
                </a:lnTo>
                <a:lnTo>
                  <a:pt x="25560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6" name="Text Placeholder 45">
            <a:extLst>
              <a:ext uri="{FF2B5EF4-FFF2-40B4-BE49-F238E27FC236}">
                <a16:creationId xmlns:a16="http://schemas.microsoft.com/office/drawing/2014/main" id="{84C6BB93-BD28-40A3-83C8-D7ADD09F55AA}"/>
              </a:ext>
            </a:extLst>
          </p:cNvPr>
          <p:cNvSpPr>
            <a:spLocks noGrp="1"/>
          </p:cNvSpPr>
          <p:nvPr>
            <p:ph type="body" sz="quarter" idx="45" hasCustomPrompt="1"/>
          </p:nvPr>
        </p:nvSpPr>
        <p:spPr bwMode="auto">
          <a:xfrm>
            <a:off x="8939008" y="3733413"/>
            <a:ext cx="2595600" cy="572400"/>
          </a:xfrm>
          <a:custGeom>
            <a:avLst/>
            <a:gdLst>
              <a:gd name="connsiteX0" fmla="*/ 0 w 2556000"/>
              <a:gd name="connsiteY0" fmla="*/ 0 h 324000"/>
              <a:gd name="connsiteX1" fmla="*/ 2556000 w 2556000"/>
              <a:gd name="connsiteY1" fmla="*/ 0 h 324000"/>
              <a:gd name="connsiteX2" fmla="*/ 2556000 w 2556000"/>
              <a:gd name="connsiteY2" fmla="*/ 324000 h 324000"/>
              <a:gd name="connsiteX3" fmla="*/ 0 w 2556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2556000" h="324000">
                <a:moveTo>
                  <a:pt x="0" y="0"/>
                </a:moveTo>
                <a:lnTo>
                  <a:pt x="2556000" y="0"/>
                </a:lnTo>
                <a:lnTo>
                  <a:pt x="25560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grpSp>
        <p:nvGrpSpPr>
          <p:cNvPr id="38" name="Group 37">
            <a:extLst>
              <a:ext uri="{FF2B5EF4-FFF2-40B4-BE49-F238E27FC236}">
                <a16:creationId xmlns:a16="http://schemas.microsoft.com/office/drawing/2014/main" id="{8728A0B4-557E-498B-ADDB-F867DB330A2A}"/>
              </a:ext>
            </a:extLst>
          </p:cNvPr>
          <p:cNvGrpSpPr/>
          <p:nvPr userDrawn="1"/>
        </p:nvGrpSpPr>
        <p:grpSpPr>
          <a:xfrm>
            <a:off x="-2368598" y="0"/>
            <a:ext cx="1872000" cy="4379495"/>
            <a:chOff x="-2025698" y="0"/>
            <a:chExt cx="1872000" cy="4379495"/>
          </a:xfrm>
        </p:grpSpPr>
        <p:grpSp>
          <p:nvGrpSpPr>
            <p:cNvPr id="39" name="Group 38">
              <a:extLst>
                <a:ext uri="{FF2B5EF4-FFF2-40B4-BE49-F238E27FC236}">
                  <a16:creationId xmlns:a16="http://schemas.microsoft.com/office/drawing/2014/main" id="{2A193CEB-0FDA-42A3-A9E1-E4E4E2A680C6}"/>
                </a:ext>
              </a:extLst>
            </p:cNvPr>
            <p:cNvGrpSpPr/>
            <p:nvPr userDrawn="1"/>
          </p:nvGrpSpPr>
          <p:grpSpPr>
            <a:xfrm>
              <a:off x="-2025698" y="0"/>
              <a:ext cx="1872000" cy="4379495"/>
              <a:chOff x="-2025698" y="0"/>
              <a:chExt cx="1872000" cy="4379495"/>
            </a:xfrm>
          </p:grpSpPr>
          <p:grpSp>
            <p:nvGrpSpPr>
              <p:cNvPr id="42" name="Group 41">
                <a:extLst>
                  <a:ext uri="{FF2B5EF4-FFF2-40B4-BE49-F238E27FC236}">
                    <a16:creationId xmlns:a16="http://schemas.microsoft.com/office/drawing/2014/main" id="{8E5E1E6D-FA2D-4A01-8EB2-CC9CC0C8B7CC}"/>
                  </a:ext>
                </a:extLst>
              </p:cNvPr>
              <p:cNvGrpSpPr/>
              <p:nvPr userDrawn="1"/>
            </p:nvGrpSpPr>
            <p:grpSpPr>
              <a:xfrm>
                <a:off x="-2025698" y="0"/>
                <a:ext cx="1872000" cy="4379495"/>
                <a:chOff x="-2025698" y="0"/>
                <a:chExt cx="1872000" cy="4379495"/>
              </a:xfrm>
            </p:grpSpPr>
            <p:grpSp>
              <p:nvGrpSpPr>
                <p:cNvPr id="51" name="Group 50">
                  <a:extLst>
                    <a:ext uri="{FF2B5EF4-FFF2-40B4-BE49-F238E27FC236}">
                      <a16:creationId xmlns:a16="http://schemas.microsoft.com/office/drawing/2014/main" id="{58BAAC05-8869-4094-A464-1F959E554D30}"/>
                    </a:ext>
                  </a:extLst>
                </p:cNvPr>
                <p:cNvGrpSpPr/>
                <p:nvPr/>
              </p:nvGrpSpPr>
              <p:grpSpPr>
                <a:xfrm>
                  <a:off x="-2025698" y="0"/>
                  <a:ext cx="1872000" cy="4379495"/>
                  <a:chOff x="-2025698" y="0"/>
                  <a:chExt cx="1872000" cy="4379495"/>
                </a:xfrm>
              </p:grpSpPr>
              <p:sp>
                <p:nvSpPr>
                  <p:cNvPr id="53" name="Rectangle 104">
                    <a:extLst>
                      <a:ext uri="{FF2B5EF4-FFF2-40B4-BE49-F238E27FC236}">
                        <a16:creationId xmlns:a16="http://schemas.microsoft.com/office/drawing/2014/main" id="{1F0E644D-7A3F-4867-A0C8-2CF313ADD234}"/>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57" name="Rectangle 113">
                    <a:extLst>
                      <a:ext uri="{FF2B5EF4-FFF2-40B4-BE49-F238E27FC236}">
                        <a16:creationId xmlns:a16="http://schemas.microsoft.com/office/drawing/2014/main" id="{E1686A34-76A5-4CC4-A2EF-E6864C984F7D}"/>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52" name="Rectangle 106">
                  <a:extLst>
                    <a:ext uri="{FF2B5EF4-FFF2-40B4-BE49-F238E27FC236}">
                      <a16:creationId xmlns:a16="http://schemas.microsoft.com/office/drawing/2014/main" id="{58D81DBC-E094-4C29-832D-AFBD8FF1EC2C}"/>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50" name="Picture 49">
                <a:extLst>
                  <a:ext uri="{FF2B5EF4-FFF2-40B4-BE49-F238E27FC236}">
                    <a16:creationId xmlns:a16="http://schemas.microsoft.com/office/drawing/2014/main" id="{B339027D-2FD5-4DF5-8913-0CB7A9659795}"/>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40" name="Rectangle 39">
              <a:extLst>
                <a:ext uri="{FF2B5EF4-FFF2-40B4-BE49-F238E27FC236}">
                  <a16:creationId xmlns:a16="http://schemas.microsoft.com/office/drawing/2014/main" id="{53AFB8FD-7646-4B94-A086-59CFA47F6B4E}"/>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702011234"/>
      </p:ext>
    </p:extLst>
  </p:cSld>
  <p:clrMapOvr>
    <a:masterClrMapping/>
  </p:clrMapOvr>
  <p:extLst>
    <p:ext uri="{DCECCB84-F9BA-43D5-87BE-67443E8EF086}">
      <p15:sldGuideLst xmlns:p15="http://schemas.microsoft.com/office/powerpoint/2012/main">
        <p15:guide id="2" pos="2154">
          <p15:clr>
            <a:srgbClr val="FBAE40"/>
          </p15:clr>
        </p15:guide>
        <p15:guide id="4" pos="5526">
          <p15:clr>
            <a:srgbClr val="FBAE40"/>
          </p15:clr>
        </p15:guide>
        <p15:guide id="5" pos="3893">
          <p15:clr>
            <a:srgbClr val="FBAE40"/>
          </p15:clr>
        </p15:guide>
        <p15:guide id="6" pos="2049">
          <p15:clr>
            <a:srgbClr val="FBAE40"/>
          </p15:clr>
        </p15:guide>
        <p15:guide id="7" pos="3788">
          <p15:clr>
            <a:srgbClr val="FBAE40"/>
          </p15:clr>
        </p15:guide>
        <p15:guide id="8" pos="5630">
          <p15:clr>
            <a:srgbClr val="FBAE40"/>
          </p15:clr>
        </p15:guide>
        <p15:guide id="9" orient="horz" pos="2274">
          <p15:clr>
            <a:srgbClr val="FBAE40"/>
          </p15:clr>
        </p15:guide>
        <p15:guide id="10" orient="horz" pos="2442">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ext with picture lef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bwMode="gray">
          <a:xfrm>
            <a:off x="4132351" y="1141197"/>
            <a:ext cx="7408800" cy="5058000"/>
          </a:xfrm>
        </p:spPr>
        <p:txBody>
          <a:bodyPr/>
          <a:lstStyle>
            <a:lvl1pPr>
              <a:defRPr/>
            </a:lvl1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7" name="Slide Number Placeholder 6"/>
          <p:cNvSpPr>
            <a:spLocks noGrp="1"/>
          </p:cNvSpPr>
          <p:nvPr>
            <p:ph type="sldNum" sz="quarter" idx="18"/>
          </p:nvPr>
        </p:nvSpPr>
        <p:spPr/>
        <p:txBody>
          <a:bodyPr/>
          <a:lstStyle/>
          <a:p>
            <a:fld id="{DDD2A080-DA64-4F5C-9131-47EB793B4410}" type="slidenum">
              <a:rPr lang="en-GB" noProof="0" smtClean="0"/>
              <a:pPr/>
              <a:t>‹#›</a:t>
            </a:fld>
            <a:endParaRPr lang="en-GB" noProof="0" dirty="0"/>
          </a:p>
        </p:txBody>
      </p:sp>
      <p:sp>
        <p:nvSpPr>
          <p:cNvPr id="4" name="Footer Placeholder 3">
            <a:extLst>
              <a:ext uri="{FF2B5EF4-FFF2-40B4-BE49-F238E27FC236}">
                <a16:creationId xmlns:a16="http://schemas.microsoft.com/office/drawing/2014/main" id="{69721082-1C36-4141-A651-B895B6B12B1D}"/>
              </a:ext>
            </a:extLst>
          </p:cNvPr>
          <p:cNvSpPr>
            <a:spLocks noGrp="1"/>
          </p:cNvSpPr>
          <p:nvPr>
            <p:ph type="ftr" sz="quarter" idx="19"/>
          </p:nvPr>
        </p:nvSpPr>
        <p:spPr>
          <a:xfrm>
            <a:off x="4132351" y="6403940"/>
            <a:ext cx="6735600" cy="187200"/>
          </a:xfrm>
        </p:spPr>
        <p:txBody>
          <a:bodyPr/>
          <a:lstStyle>
            <a:lvl1pPr>
              <a:defRPr/>
            </a:lvl1pPr>
          </a:lstStyle>
          <a:p>
            <a:endParaRPr lang="en-GB" noProof="0"/>
          </a:p>
        </p:txBody>
      </p:sp>
      <p:sp>
        <p:nvSpPr>
          <p:cNvPr id="11" name="Picture Placeholder 10">
            <a:extLst>
              <a:ext uri="{FF2B5EF4-FFF2-40B4-BE49-F238E27FC236}">
                <a16:creationId xmlns:a16="http://schemas.microsoft.com/office/drawing/2014/main" id="{79B6E422-2155-42E8-BFE3-08BC36F1C07B}"/>
              </a:ext>
            </a:extLst>
          </p:cNvPr>
          <p:cNvSpPr>
            <a:spLocks noGrp="1"/>
          </p:cNvSpPr>
          <p:nvPr>
            <p:ph type="pic" sz="quarter" idx="20"/>
          </p:nvPr>
        </p:nvSpPr>
        <p:spPr bwMode="gray">
          <a:xfrm>
            <a:off x="0" y="0"/>
            <a:ext cx="3776522" cy="6858000"/>
          </a:xfrm>
          <a:custGeom>
            <a:avLst/>
            <a:gdLst>
              <a:gd name="connsiteX0" fmla="*/ 0 w 3776522"/>
              <a:gd name="connsiteY0" fmla="*/ 0 h 6858000"/>
              <a:gd name="connsiteX1" fmla="*/ 2833094 w 3776522"/>
              <a:gd name="connsiteY1" fmla="*/ 0 h 6858000"/>
              <a:gd name="connsiteX2" fmla="*/ 3586031 w 3776522"/>
              <a:gd name="connsiteY2" fmla="*/ 0 h 6858000"/>
              <a:gd name="connsiteX3" fmla="*/ 3776522 w 3776522"/>
              <a:gd name="connsiteY3" fmla="*/ 0 h 6858000"/>
              <a:gd name="connsiteX4" fmla="*/ 3776522 w 3776522"/>
              <a:gd name="connsiteY4" fmla="*/ 190493 h 6858000"/>
              <a:gd name="connsiteX5" fmla="*/ 3776522 w 3776522"/>
              <a:gd name="connsiteY5" fmla="*/ 972457 h 6858000"/>
              <a:gd name="connsiteX6" fmla="*/ 3776522 w 3776522"/>
              <a:gd name="connsiteY6" fmla="*/ 6667507 h 6858000"/>
              <a:gd name="connsiteX7" fmla="*/ 3586029 w 3776522"/>
              <a:gd name="connsiteY7" fmla="*/ 6858000 h 6858000"/>
              <a:gd name="connsiteX8" fmla="*/ 0 w 3776522"/>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76522" h="6858000">
                <a:moveTo>
                  <a:pt x="0" y="0"/>
                </a:moveTo>
                <a:lnTo>
                  <a:pt x="2833094" y="0"/>
                </a:lnTo>
                <a:lnTo>
                  <a:pt x="3586031" y="0"/>
                </a:lnTo>
                <a:lnTo>
                  <a:pt x="3776522" y="0"/>
                </a:lnTo>
                <a:lnTo>
                  <a:pt x="3776522" y="190493"/>
                </a:lnTo>
                <a:lnTo>
                  <a:pt x="3776522" y="972457"/>
                </a:lnTo>
                <a:lnTo>
                  <a:pt x="3776522" y="6667507"/>
                </a:lnTo>
                <a:cubicBezTo>
                  <a:pt x="3776522" y="6772713"/>
                  <a:pt x="3691235" y="6858000"/>
                  <a:pt x="3586029" y="6858000"/>
                </a:cubicBezTo>
                <a:lnTo>
                  <a:pt x="0" y="6858000"/>
                </a:lnTo>
                <a:close/>
              </a:path>
            </a:pathLst>
          </a:custGeom>
          <a:solidFill>
            <a:schemeClr val="accent2">
              <a:lumMod val="20000"/>
              <a:lumOff val="80000"/>
              <a:alpha val="10000"/>
            </a:schemeClr>
          </a:solidFill>
        </p:spPr>
        <p:txBody>
          <a:bodyPr wrap="square" lIns="360000" tIns="360000">
            <a:noAutofit/>
          </a:bodyPr>
          <a:lstStyle>
            <a:lvl1pPr algn="ctr">
              <a:defRPr sz="1400" b="0"/>
            </a:lvl1pPr>
          </a:lstStyle>
          <a:p>
            <a:r>
              <a:rPr lang="en-US" noProof="0"/>
              <a:t>Click icon to add picture</a:t>
            </a:r>
            <a:endParaRPr lang="en-GB" noProof="0" dirty="0"/>
          </a:p>
        </p:txBody>
      </p:sp>
      <p:sp>
        <p:nvSpPr>
          <p:cNvPr id="6" name="Title 5">
            <a:extLst>
              <a:ext uri="{FF2B5EF4-FFF2-40B4-BE49-F238E27FC236}">
                <a16:creationId xmlns:a16="http://schemas.microsoft.com/office/drawing/2014/main" id="{0F2CEA00-4110-4385-955A-FA7F3C521921}"/>
              </a:ext>
            </a:extLst>
          </p:cNvPr>
          <p:cNvSpPr>
            <a:spLocks noGrp="1"/>
          </p:cNvSpPr>
          <p:nvPr>
            <p:ph type="title"/>
          </p:nvPr>
        </p:nvSpPr>
        <p:spPr>
          <a:xfrm>
            <a:off x="4130816" y="325235"/>
            <a:ext cx="7408800" cy="817244"/>
          </a:xfrm>
        </p:spPr>
        <p:txBody>
          <a:bodyPr/>
          <a:lstStyle/>
          <a:p>
            <a:r>
              <a:rPr lang="en-US"/>
              <a:t>Click to edit Master title style</a:t>
            </a:r>
            <a:endParaRPr lang="en-GB"/>
          </a:p>
        </p:txBody>
      </p:sp>
      <p:sp>
        <p:nvSpPr>
          <p:cNvPr id="8" name="TextBox 7">
            <a:extLst>
              <a:ext uri="{FF2B5EF4-FFF2-40B4-BE49-F238E27FC236}">
                <a16:creationId xmlns:a16="http://schemas.microsoft.com/office/drawing/2014/main" id="{B7E79D5C-9F49-4A5A-A43B-66D4F6A4A90E}"/>
              </a:ext>
            </a:extLst>
          </p:cNvPr>
          <p:cNvSpPr txBox="1"/>
          <p:nvPr userDrawn="1"/>
        </p:nvSpPr>
        <p:spPr>
          <a:xfrm>
            <a:off x="-2261849" y="0"/>
            <a:ext cx="1826420" cy="299658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p:txBody>
      </p:sp>
    </p:spTree>
    <p:extLst>
      <p:ext uri="{BB962C8B-B14F-4D97-AF65-F5344CB8AC3E}">
        <p14:creationId xmlns:p14="http://schemas.microsoft.com/office/powerpoint/2010/main" val="518090477"/>
      </p:ext>
    </p:extLst>
  </p:cSld>
  <p:clrMapOvr>
    <a:masterClrMapping/>
  </p:clrMapOvr>
  <p:extLst>
    <p:ext uri="{DCECCB84-F9BA-43D5-87BE-67443E8EF086}">
      <p15:sldGuideLst xmlns:p15="http://schemas.microsoft.com/office/powerpoint/2012/main">
        <p15:guide id="1" pos="2854">
          <p15:clr>
            <a:srgbClr val="FBAE40"/>
          </p15:clr>
        </p15:guide>
        <p15:guide id="2" pos="261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ext with picture righ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bwMode="gray">
          <a:xfrm>
            <a:off x="659008" y="1141197"/>
            <a:ext cx="7408800" cy="5058000"/>
          </a:xfrm>
        </p:spPr>
        <p:txBody>
          <a:bodyPr/>
          <a:lstStyle>
            <a:lvl1pPr>
              <a:defRPr/>
            </a:lvl1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7" name="Slide Number Placeholder 6"/>
          <p:cNvSpPr>
            <a:spLocks noGrp="1"/>
          </p:cNvSpPr>
          <p:nvPr>
            <p:ph type="sldNum" sz="quarter" idx="18"/>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AA5054A0-E192-4F99-A693-339ACAA17B2F}"/>
              </a:ext>
            </a:extLst>
          </p:cNvPr>
          <p:cNvSpPr>
            <a:spLocks noGrp="1"/>
          </p:cNvSpPr>
          <p:nvPr>
            <p:ph type="ftr" sz="quarter" idx="19"/>
          </p:nvPr>
        </p:nvSpPr>
        <p:spPr>
          <a:xfrm>
            <a:off x="659007" y="6403940"/>
            <a:ext cx="7408800" cy="187200"/>
          </a:xfrm>
        </p:spPr>
        <p:txBody>
          <a:bodyPr/>
          <a:lstStyle>
            <a:lvl1pPr>
              <a:defRPr/>
            </a:lvl1pPr>
          </a:lstStyle>
          <a:p>
            <a:endParaRPr lang="en-GB" noProof="0"/>
          </a:p>
        </p:txBody>
      </p:sp>
      <p:sp>
        <p:nvSpPr>
          <p:cNvPr id="8" name="Picture Placeholder 7">
            <a:extLst>
              <a:ext uri="{FF2B5EF4-FFF2-40B4-BE49-F238E27FC236}">
                <a16:creationId xmlns:a16="http://schemas.microsoft.com/office/drawing/2014/main" id="{3B27D531-83D7-4CCD-88E0-45B29AB76894}"/>
              </a:ext>
            </a:extLst>
          </p:cNvPr>
          <p:cNvSpPr>
            <a:spLocks noGrp="1"/>
          </p:cNvSpPr>
          <p:nvPr>
            <p:ph type="pic" sz="quarter" idx="20"/>
          </p:nvPr>
        </p:nvSpPr>
        <p:spPr bwMode="gray">
          <a:xfrm>
            <a:off x="8415481" y="0"/>
            <a:ext cx="3776519" cy="6857999"/>
          </a:xfrm>
          <a:custGeom>
            <a:avLst/>
            <a:gdLst>
              <a:gd name="connsiteX0" fmla="*/ 0 w 3776519"/>
              <a:gd name="connsiteY0" fmla="*/ 0 h 6857999"/>
              <a:gd name="connsiteX1" fmla="*/ 190493 w 3776519"/>
              <a:gd name="connsiteY1" fmla="*/ 0 h 6857999"/>
              <a:gd name="connsiteX2" fmla="*/ 943428 w 3776519"/>
              <a:gd name="connsiteY2" fmla="*/ 0 h 6857999"/>
              <a:gd name="connsiteX3" fmla="*/ 3776519 w 3776519"/>
              <a:gd name="connsiteY3" fmla="*/ 0 h 6857999"/>
              <a:gd name="connsiteX4" fmla="*/ 3776519 w 3776519"/>
              <a:gd name="connsiteY4" fmla="*/ 6857999 h 6857999"/>
              <a:gd name="connsiteX5" fmla="*/ 190491 w 3776519"/>
              <a:gd name="connsiteY5" fmla="*/ 6857999 h 6857999"/>
              <a:gd name="connsiteX6" fmla="*/ 116345 w 3776519"/>
              <a:gd name="connsiteY6" fmla="*/ 6843030 h 6857999"/>
              <a:gd name="connsiteX7" fmla="*/ 0 w 3776519"/>
              <a:gd name="connsiteY7" fmla="*/ 6667507 h 6857999"/>
              <a:gd name="connsiteX8" fmla="*/ 0 w 3776519"/>
              <a:gd name="connsiteY8" fmla="*/ 972457 h 6857999"/>
              <a:gd name="connsiteX9" fmla="*/ 0 w 3776519"/>
              <a:gd name="connsiteY9" fmla="*/ 190493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76519" h="6857999">
                <a:moveTo>
                  <a:pt x="0" y="0"/>
                </a:moveTo>
                <a:lnTo>
                  <a:pt x="190493" y="0"/>
                </a:lnTo>
                <a:lnTo>
                  <a:pt x="943428" y="0"/>
                </a:lnTo>
                <a:lnTo>
                  <a:pt x="3776519" y="0"/>
                </a:lnTo>
                <a:lnTo>
                  <a:pt x="3776519" y="6857999"/>
                </a:lnTo>
                <a:lnTo>
                  <a:pt x="190491" y="6857999"/>
                </a:lnTo>
                <a:lnTo>
                  <a:pt x="116345" y="6843030"/>
                </a:lnTo>
                <a:cubicBezTo>
                  <a:pt x="47974" y="6814111"/>
                  <a:pt x="0" y="6746411"/>
                  <a:pt x="0" y="6667507"/>
                </a:cubicBezTo>
                <a:lnTo>
                  <a:pt x="0" y="972457"/>
                </a:lnTo>
                <a:lnTo>
                  <a:pt x="0" y="190493"/>
                </a:lnTo>
                <a:close/>
              </a:path>
            </a:pathLst>
          </a:custGeom>
          <a:solidFill>
            <a:schemeClr val="accent2">
              <a:lumMod val="20000"/>
              <a:lumOff val="80000"/>
              <a:alpha val="10000"/>
            </a:schemeClr>
          </a:solidFill>
        </p:spPr>
        <p:txBody>
          <a:bodyPr wrap="square" lIns="360000" tIns="360000">
            <a:noAutofit/>
          </a:bodyPr>
          <a:lstStyle>
            <a:lvl1pPr algn="ctr">
              <a:defRPr sz="1400" b="0"/>
            </a:lvl1pPr>
          </a:lstStyle>
          <a:p>
            <a:r>
              <a:rPr lang="en-US" noProof="0"/>
              <a:t>Click icon to add picture</a:t>
            </a:r>
            <a:endParaRPr lang="en-GB" noProof="0" dirty="0"/>
          </a:p>
        </p:txBody>
      </p:sp>
      <p:sp>
        <p:nvSpPr>
          <p:cNvPr id="4" name="Title 3">
            <a:extLst>
              <a:ext uri="{FF2B5EF4-FFF2-40B4-BE49-F238E27FC236}">
                <a16:creationId xmlns:a16="http://schemas.microsoft.com/office/drawing/2014/main" id="{2096681F-4D74-4A68-905C-7EB88D567772}"/>
              </a:ext>
            </a:extLst>
          </p:cNvPr>
          <p:cNvSpPr>
            <a:spLocks noGrp="1"/>
          </p:cNvSpPr>
          <p:nvPr>
            <p:ph type="title"/>
          </p:nvPr>
        </p:nvSpPr>
        <p:spPr>
          <a:xfrm>
            <a:off x="659008" y="325235"/>
            <a:ext cx="7408800" cy="817244"/>
          </a:xfrm>
        </p:spPr>
        <p:txBody>
          <a:bodyPr/>
          <a:lstStyle/>
          <a:p>
            <a:r>
              <a:rPr lang="en-US"/>
              <a:t>Click to edit Master title style</a:t>
            </a:r>
            <a:endParaRPr lang="en-GB"/>
          </a:p>
        </p:txBody>
      </p:sp>
      <p:sp>
        <p:nvSpPr>
          <p:cNvPr id="9" name="TextBox 8">
            <a:extLst>
              <a:ext uri="{FF2B5EF4-FFF2-40B4-BE49-F238E27FC236}">
                <a16:creationId xmlns:a16="http://schemas.microsoft.com/office/drawing/2014/main" id="{BC2B8245-422A-4C4D-855A-44BA8633C695}"/>
              </a:ext>
            </a:extLst>
          </p:cNvPr>
          <p:cNvSpPr txBox="1"/>
          <p:nvPr userDrawn="1"/>
        </p:nvSpPr>
        <p:spPr>
          <a:xfrm>
            <a:off x="-2261849" y="0"/>
            <a:ext cx="1826420" cy="299658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p:txBody>
      </p:sp>
    </p:spTree>
    <p:extLst>
      <p:ext uri="{BB962C8B-B14F-4D97-AF65-F5344CB8AC3E}">
        <p14:creationId xmlns:p14="http://schemas.microsoft.com/office/powerpoint/2010/main" val="3164935140"/>
      </p:ext>
    </p:extLst>
  </p:cSld>
  <p:clrMapOvr>
    <a:masterClrMapping/>
  </p:clrMapOvr>
  <p:extLst>
    <p:ext uri="{DCECCB84-F9BA-43D5-87BE-67443E8EF086}">
      <p15:sldGuideLst xmlns:p15="http://schemas.microsoft.com/office/powerpoint/2012/main">
        <p15:guide id="1" pos="4806">
          <p15:clr>
            <a:srgbClr val="FBAE40"/>
          </p15:clr>
        </p15:guide>
        <p15:guide id="2" pos="5322">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and picture">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0269A3C8-7E1D-4F0C-A143-080FC0A899DA}"/>
              </a:ext>
            </a:extLst>
          </p:cNvPr>
          <p:cNvSpPr>
            <a:spLocks noGrp="1"/>
          </p:cNvSpPr>
          <p:nvPr>
            <p:ph type="pic" sz="quarter" idx="24"/>
          </p:nvPr>
        </p:nvSpPr>
        <p:spPr bwMode="gray">
          <a:xfrm>
            <a:off x="0" y="0"/>
            <a:ext cx="12192000" cy="6858000"/>
          </a:xfrm>
          <a:prstGeom prst="rect">
            <a:avLst/>
          </a:prstGeom>
          <a:solidFill>
            <a:schemeClr val="accent2">
              <a:lumMod val="20000"/>
              <a:lumOff val="80000"/>
              <a:alpha val="10000"/>
            </a:schemeClr>
          </a:solidFill>
        </p:spPr>
        <p:txBody>
          <a:bodyPr wrap="square" lIns="3240000" tIns="36000" rIns="36000" bIns="36000" anchor="ctr" anchorCtr="0">
            <a:noAutofit/>
          </a:bodyPr>
          <a:lstStyle>
            <a:lvl1pPr algn="ctr">
              <a:defRPr sz="1400" b="0"/>
            </a:lvl1pPr>
          </a:lstStyle>
          <a:p>
            <a:r>
              <a:rPr lang="en-US" noProof="0"/>
              <a:t>Click icon to add picture</a:t>
            </a:r>
            <a:endParaRPr lang="en-GB" noProof="0" dirty="0"/>
          </a:p>
        </p:txBody>
      </p:sp>
      <p:sp>
        <p:nvSpPr>
          <p:cNvPr id="4" name="TextBox 3">
            <a:extLst>
              <a:ext uri="{FF2B5EF4-FFF2-40B4-BE49-F238E27FC236}">
                <a16:creationId xmlns:a16="http://schemas.microsoft.com/office/drawing/2014/main" id="{31EDC4DF-20AE-4FC3-AA09-625C1253615C}"/>
              </a:ext>
            </a:extLst>
          </p:cNvPr>
          <p:cNvSpPr txBox="1"/>
          <p:nvPr userDrawn="1"/>
        </p:nvSpPr>
        <p:spPr>
          <a:xfrm>
            <a:off x="-2261849" y="0"/>
            <a:ext cx="1826420" cy="391991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Finally, click on the new picture and choose 'Move to Back' via the right mouse button to show the heading bars again.</a:t>
            </a:r>
            <a:endParaRPr lang="en-GB" sz="1000" b="0" dirty="0" err="1">
              <a:solidFill>
                <a:srgbClr val="696969"/>
              </a:solidFill>
            </a:endParaRPr>
          </a:p>
        </p:txBody>
      </p:sp>
      <p:sp>
        <p:nvSpPr>
          <p:cNvPr id="3" name="Title 2">
            <a:extLst>
              <a:ext uri="{FF2B5EF4-FFF2-40B4-BE49-F238E27FC236}">
                <a16:creationId xmlns:a16="http://schemas.microsoft.com/office/drawing/2014/main" id="{76ED3F30-0BC7-4F01-8099-A051C8C14586}"/>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012072552"/>
      </p:ext>
    </p:extLst>
  </p:cSld>
  <p:clrMapOvr>
    <a:masterClrMapping/>
  </p:clrMapOvr>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Picture slid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29B2A58B-73B0-454D-A72C-09D384778D16}"/>
              </a:ext>
            </a:extLst>
          </p:cNvPr>
          <p:cNvSpPr>
            <a:spLocks noGrp="1"/>
          </p:cNvSpPr>
          <p:nvPr>
            <p:ph type="pic" sz="quarter" idx="22"/>
          </p:nvPr>
        </p:nvSpPr>
        <p:spPr bwMode="gray">
          <a:xfrm>
            <a:off x="0" y="0"/>
            <a:ext cx="12192000" cy="6858000"/>
          </a:xfrm>
          <a:prstGeom prst="rect">
            <a:avLst/>
          </a:prstGeom>
          <a:solidFill>
            <a:schemeClr val="accent2">
              <a:lumMod val="20000"/>
              <a:lumOff val="80000"/>
              <a:alpha val="10000"/>
            </a:schemeClr>
          </a:solidFill>
        </p:spPr>
        <p:txBody>
          <a:bodyPr wrap="square" lIns="3240000" tIns="36000" rIns="36000" bIns="36000" anchor="ctr" anchorCtr="0">
            <a:noAutofit/>
          </a:bodyPr>
          <a:lstStyle>
            <a:lvl1pPr algn="ctr">
              <a:defRPr sz="1400" b="0"/>
            </a:lvl1pPr>
          </a:lstStyle>
          <a:p>
            <a:r>
              <a:rPr lang="en-US" noProof="0"/>
              <a:t>Click icon to add picture</a:t>
            </a:r>
            <a:endParaRPr lang="en-GB" noProof="0"/>
          </a:p>
        </p:txBody>
      </p:sp>
      <p:sp>
        <p:nvSpPr>
          <p:cNvPr id="3" name="TextBox 2">
            <a:extLst>
              <a:ext uri="{FF2B5EF4-FFF2-40B4-BE49-F238E27FC236}">
                <a16:creationId xmlns:a16="http://schemas.microsoft.com/office/drawing/2014/main" id="{C363B51B-329E-4171-8135-727255D5EED2}"/>
              </a:ext>
            </a:extLst>
          </p:cNvPr>
          <p:cNvSpPr txBox="1"/>
          <p:nvPr userDrawn="1"/>
        </p:nvSpPr>
        <p:spPr>
          <a:xfrm>
            <a:off x="-2261849" y="0"/>
            <a:ext cx="1826420" cy="299658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p:txBody>
      </p:sp>
    </p:spTree>
    <p:extLst>
      <p:ext uri="{BB962C8B-B14F-4D97-AF65-F5344CB8AC3E}">
        <p14:creationId xmlns:p14="http://schemas.microsoft.com/office/powerpoint/2010/main" val="357279634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D5D08C9-1C49-4141-ADCC-8BD39F1E15DE}"/>
              </a:ext>
            </a:extLst>
          </p:cNvPr>
          <p:cNvSpPr>
            <a:spLocks noGrp="1"/>
          </p:cNvSpPr>
          <p:nvPr>
            <p:ph type="ftr" sz="quarter" idx="10"/>
          </p:nvPr>
        </p:nvSpPr>
        <p:spPr/>
        <p:txBody>
          <a:bodyPr/>
          <a:lstStyle/>
          <a:p>
            <a:endParaRPr lang="en-GB" noProof="0" dirty="0"/>
          </a:p>
        </p:txBody>
      </p:sp>
      <p:sp>
        <p:nvSpPr>
          <p:cNvPr id="3" name="Slide Number Placeholder 2">
            <a:extLst>
              <a:ext uri="{FF2B5EF4-FFF2-40B4-BE49-F238E27FC236}">
                <a16:creationId xmlns:a16="http://schemas.microsoft.com/office/drawing/2014/main" id="{CFD907F9-1DA2-4332-BCC9-D9AC36FA0279}"/>
              </a:ext>
            </a:extLst>
          </p:cNvPr>
          <p:cNvSpPr>
            <a:spLocks noGrp="1"/>
          </p:cNvSpPr>
          <p:nvPr>
            <p:ph type="sldNum" sz="quarter" idx="11"/>
          </p:nvPr>
        </p:nvSpPr>
        <p:spPr/>
        <p:txBody>
          <a:bodyPr/>
          <a:lstStyle/>
          <a:p>
            <a:fld id="{DDD2A080-DA64-4F5C-9131-47EB793B4410}" type="slidenum">
              <a:rPr lang="en-GB" smtClean="0"/>
              <a:pPr/>
              <a:t>‹#›</a:t>
            </a:fld>
            <a:endParaRPr lang="en-GB" dirty="0"/>
          </a:p>
        </p:txBody>
      </p:sp>
    </p:spTree>
    <p:extLst>
      <p:ext uri="{BB962C8B-B14F-4D97-AF65-F5344CB8AC3E}">
        <p14:creationId xmlns:p14="http://schemas.microsoft.com/office/powerpoint/2010/main" val="294074821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C1A76-6EF0-4DC5-A4D5-F9BEAB78950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159A4530-FBD9-440F-BBFD-95808FC1843B}"/>
              </a:ext>
            </a:extLst>
          </p:cNvPr>
          <p:cNvSpPr>
            <a:spLocks noGrp="1"/>
          </p:cNvSpPr>
          <p:nvPr>
            <p:ph type="ftr" sz="quarter" idx="10"/>
          </p:nvPr>
        </p:nvSpPr>
        <p:spPr/>
        <p:txBody>
          <a:bodyPr/>
          <a:lstStyle/>
          <a:p>
            <a:endParaRPr lang="en-GB" noProof="0" dirty="0"/>
          </a:p>
        </p:txBody>
      </p:sp>
      <p:sp>
        <p:nvSpPr>
          <p:cNvPr id="7" name="Slide Number Placeholder 6">
            <a:extLst>
              <a:ext uri="{FF2B5EF4-FFF2-40B4-BE49-F238E27FC236}">
                <a16:creationId xmlns:a16="http://schemas.microsoft.com/office/drawing/2014/main" id="{FE00CEF8-3A7B-46C7-BCB8-DC90F3B084EA}"/>
              </a:ext>
            </a:extLst>
          </p:cNvPr>
          <p:cNvSpPr>
            <a:spLocks noGrp="1"/>
          </p:cNvSpPr>
          <p:nvPr>
            <p:ph type="sldNum" sz="quarter" idx="11"/>
          </p:nvPr>
        </p:nvSpPr>
        <p:spPr/>
        <p:txBody>
          <a:bodyPr/>
          <a:lstStyle/>
          <a:p>
            <a:fld id="{DDD2A080-DA64-4F5C-9131-47EB793B4410}" type="slidenum">
              <a:rPr lang="en-GB" smtClean="0"/>
              <a:pPr/>
              <a:t>‹#›</a:t>
            </a:fld>
            <a:endParaRPr lang="en-GB" dirty="0"/>
          </a:p>
        </p:txBody>
      </p:sp>
    </p:spTree>
    <p:extLst>
      <p:ext uri="{BB962C8B-B14F-4D97-AF65-F5344CB8AC3E}">
        <p14:creationId xmlns:p14="http://schemas.microsoft.com/office/powerpoint/2010/main" val="71051121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Social slide">
    <p:spTree>
      <p:nvGrpSpPr>
        <p:cNvPr id="1" name=""/>
        <p:cNvGrpSpPr/>
        <p:nvPr/>
      </p:nvGrpSpPr>
      <p:grpSpPr>
        <a:xfrm>
          <a:off x="0" y="0"/>
          <a:ext cx="0" cy="0"/>
          <a:chOff x="0" y="0"/>
          <a:chExt cx="0" cy="0"/>
        </a:xfrm>
      </p:grpSpPr>
      <p:sp>
        <p:nvSpPr>
          <p:cNvPr id="5" name="Title 1"/>
          <p:cNvSpPr>
            <a:spLocks noGrp="1"/>
          </p:cNvSpPr>
          <p:nvPr>
            <p:ph type="ctrTitle" hasCustomPrompt="1"/>
          </p:nvPr>
        </p:nvSpPr>
        <p:spPr bwMode="gray">
          <a:xfrm>
            <a:off x="658800" y="2448000"/>
            <a:ext cx="5718802" cy="739574"/>
          </a:xfrm>
          <a:prstGeom prst="roundRect">
            <a:avLst>
              <a:gd name="adj" fmla="val 13738"/>
            </a:avLst>
          </a:prstGeom>
          <a:solidFill>
            <a:srgbClr val="FF6200"/>
          </a:solidFill>
        </p:spPr>
        <p:txBody>
          <a:bodyPr wrap="none" lIns="108000" tIns="108000" rIns="108000" bIns="72000" anchor="t" anchorCtr="0">
            <a:spAutoFit/>
          </a:bodyPr>
          <a:lstStyle>
            <a:lvl1pPr algn="l">
              <a:lnSpc>
                <a:spcPct val="90000"/>
              </a:lnSpc>
              <a:defRPr sz="3600">
                <a:solidFill>
                  <a:schemeClr val="bg1"/>
                </a:solidFill>
              </a:defRPr>
            </a:lvl1pPr>
          </a:lstStyle>
          <a:p>
            <a:r>
              <a:rPr lang="en-GB" noProof="0"/>
              <a:t>Click to add end slide text</a:t>
            </a:r>
            <a:endParaRPr lang="en-GB" noProof="0" dirty="0"/>
          </a:p>
        </p:txBody>
      </p:sp>
      <p:sp>
        <p:nvSpPr>
          <p:cNvPr id="14" name="Text Placeholder 6">
            <a:extLst>
              <a:ext uri="{FF2B5EF4-FFF2-40B4-BE49-F238E27FC236}">
                <a16:creationId xmlns:a16="http://schemas.microsoft.com/office/drawing/2014/main" id="{D748EB5D-B214-4B5B-A2B5-C76DF18F1413}"/>
              </a:ext>
            </a:extLst>
          </p:cNvPr>
          <p:cNvSpPr>
            <a:spLocks noGrp="1"/>
          </p:cNvSpPr>
          <p:nvPr>
            <p:ph type="body" sz="quarter" idx="12" hasCustomPrompt="1"/>
          </p:nvPr>
        </p:nvSpPr>
        <p:spPr bwMode="gray">
          <a:xfrm>
            <a:off x="990000" y="3265686"/>
            <a:ext cx="6740729" cy="732995"/>
          </a:xfrm>
          <a:prstGeom prst="roundRect">
            <a:avLst>
              <a:gd name="adj" fmla="val 13861"/>
            </a:avLst>
          </a:prstGeom>
          <a:solidFill>
            <a:srgbClr val="FF6200"/>
          </a:solidFill>
        </p:spPr>
        <p:txBody>
          <a:bodyPr wrap="none" lIns="108000" tIns="108000" rIns="108000" bIns="72000">
            <a:spAutoFit/>
          </a:bodyPr>
          <a:lstStyle>
            <a:lvl1pPr algn="l">
              <a:lnSpc>
                <a:spcPct val="90000"/>
              </a:lnSpc>
              <a:defRPr sz="3600" b="1">
                <a:solidFill>
                  <a:schemeClr val="bg1"/>
                </a:solidFill>
                <a:latin typeface="+mj-lt"/>
              </a:defRPr>
            </a:lvl1pPr>
          </a:lstStyle>
          <a:p>
            <a:pPr lvl="0"/>
            <a:r>
              <a:rPr lang="en-GB" noProof="0" dirty="0"/>
              <a:t>Click to add text or remove bar</a:t>
            </a:r>
          </a:p>
        </p:txBody>
      </p:sp>
    </p:spTree>
    <p:extLst>
      <p:ext uri="{BB962C8B-B14F-4D97-AF65-F5344CB8AC3E}">
        <p14:creationId xmlns:p14="http://schemas.microsoft.com/office/powerpoint/2010/main" val="3977367381"/>
      </p:ext>
    </p:extLst>
  </p:cSld>
  <p:clrMapOvr>
    <a:masterClrMapping/>
  </p:clrMapOvr>
  <p:extLst>
    <p:ext uri="{DCECCB84-F9BA-43D5-87BE-67443E8EF086}">
      <p15:sldGuideLst xmlns:p15="http://schemas.microsoft.com/office/powerpoint/2012/main">
        <p15:guide id="1" orient="horz" pos="2007">
          <p15:clr>
            <a:srgbClr val="FBAE40"/>
          </p15:clr>
        </p15:guide>
        <p15:guide id="2" orient="horz" pos="1543">
          <p15:clr>
            <a:srgbClr val="FBAE40"/>
          </p15:clr>
        </p15:guide>
        <p15:guide id="3" orient="horz" pos="1490">
          <p15:clr>
            <a:srgbClr val="FBAE40"/>
          </p15:clr>
        </p15:guide>
        <p15:guide id="4" orient="horz" pos="2059">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CC079217-29BE-4EF5-8B19-B660E43429C4}"/>
              </a:ext>
            </a:extLst>
          </p:cNvPr>
          <p:cNvPicPr>
            <a:picLocks noChangeAspect="1"/>
          </p:cNvPicPr>
          <p:nvPr userDrawn="1"/>
        </p:nvPicPr>
        <p:blipFill>
          <a:blip r:embed="rId2">
            <a:extLst>
              <a:ext uri="{96DAC541-7B7A-43D3-8B79-37D633B846F1}">
                <asvg:svgBlip xmlns:asvg="http://schemas.microsoft.com/office/drawing/2016/SVG/main" r:embed="rId3"/>
              </a:ext>
            </a:extLst>
          </a:blip>
          <a:stretch/>
        </p:blipFill>
        <p:spPr>
          <a:xfrm>
            <a:off x="3243000" y="170926"/>
            <a:ext cx="5706000" cy="6558881"/>
          </a:xfrm>
          <a:prstGeom prst="rect">
            <a:avLst/>
          </a:prstGeom>
        </p:spPr>
      </p:pic>
    </p:spTree>
    <p:extLst>
      <p:ext uri="{BB962C8B-B14F-4D97-AF65-F5344CB8AC3E}">
        <p14:creationId xmlns:p14="http://schemas.microsoft.com/office/powerpoint/2010/main" val="390239368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6.svg"/><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8.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image" Target="../media/image4.svg"/><Relationship Id="rId40" Type="http://schemas.openxmlformats.org/officeDocument/2006/relationships/image" Target="../media/image7.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3.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2.sv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38" Type="http://schemas.openxmlformats.org/officeDocument/2006/relationships/image" Target="../media/image5.png"/></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5.xml"/><Relationship Id="rId18" Type="http://schemas.openxmlformats.org/officeDocument/2006/relationships/slideLayout" Target="../slideLayouts/slideLayout50.xml"/><Relationship Id="rId26" Type="http://schemas.openxmlformats.org/officeDocument/2006/relationships/slideLayout" Target="../slideLayouts/slideLayout58.xml"/><Relationship Id="rId39" Type="http://schemas.openxmlformats.org/officeDocument/2006/relationships/image" Target="../media/image6.svg"/><Relationship Id="rId21" Type="http://schemas.openxmlformats.org/officeDocument/2006/relationships/slideLayout" Target="../slideLayouts/slideLayout53.xml"/><Relationship Id="rId34" Type="http://schemas.openxmlformats.org/officeDocument/2006/relationships/image" Target="../media/image1.png"/><Relationship Id="rId7" Type="http://schemas.openxmlformats.org/officeDocument/2006/relationships/slideLayout" Target="../slideLayouts/slideLayout39.xml"/><Relationship Id="rId2" Type="http://schemas.openxmlformats.org/officeDocument/2006/relationships/slideLayout" Target="../slideLayouts/slideLayout34.xml"/><Relationship Id="rId16" Type="http://schemas.openxmlformats.org/officeDocument/2006/relationships/slideLayout" Target="../slideLayouts/slideLayout48.xml"/><Relationship Id="rId20" Type="http://schemas.openxmlformats.org/officeDocument/2006/relationships/slideLayout" Target="../slideLayouts/slideLayout52.xml"/><Relationship Id="rId29" Type="http://schemas.openxmlformats.org/officeDocument/2006/relationships/slideLayout" Target="../slideLayouts/slideLayout61.xml"/><Relationship Id="rId41" Type="http://schemas.openxmlformats.org/officeDocument/2006/relationships/image" Target="../media/image8.svg"/><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24" Type="http://schemas.openxmlformats.org/officeDocument/2006/relationships/slideLayout" Target="../slideLayouts/slideLayout56.xml"/><Relationship Id="rId32" Type="http://schemas.openxmlformats.org/officeDocument/2006/relationships/slideLayout" Target="../slideLayouts/slideLayout64.xml"/><Relationship Id="rId37" Type="http://schemas.openxmlformats.org/officeDocument/2006/relationships/image" Target="../media/image4.svg"/><Relationship Id="rId40" Type="http://schemas.openxmlformats.org/officeDocument/2006/relationships/image" Target="../media/image7.png"/><Relationship Id="rId5" Type="http://schemas.openxmlformats.org/officeDocument/2006/relationships/slideLayout" Target="../slideLayouts/slideLayout37.xml"/><Relationship Id="rId15" Type="http://schemas.openxmlformats.org/officeDocument/2006/relationships/slideLayout" Target="../slideLayouts/slideLayout47.xml"/><Relationship Id="rId23" Type="http://schemas.openxmlformats.org/officeDocument/2006/relationships/slideLayout" Target="../slideLayouts/slideLayout55.xml"/><Relationship Id="rId28" Type="http://schemas.openxmlformats.org/officeDocument/2006/relationships/slideLayout" Target="../slideLayouts/slideLayout60.xml"/><Relationship Id="rId36" Type="http://schemas.openxmlformats.org/officeDocument/2006/relationships/image" Target="../media/image3.png"/><Relationship Id="rId10" Type="http://schemas.openxmlformats.org/officeDocument/2006/relationships/slideLayout" Target="../slideLayouts/slideLayout42.xml"/><Relationship Id="rId19" Type="http://schemas.openxmlformats.org/officeDocument/2006/relationships/slideLayout" Target="../slideLayouts/slideLayout51.xml"/><Relationship Id="rId31" Type="http://schemas.openxmlformats.org/officeDocument/2006/relationships/slideLayout" Target="../slideLayouts/slideLayout63.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 Id="rId22" Type="http://schemas.openxmlformats.org/officeDocument/2006/relationships/slideLayout" Target="../slideLayouts/slideLayout54.xml"/><Relationship Id="rId27" Type="http://schemas.openxmlformats.org/officeDocument/2006/relationships/slideLayout" Target="../slideLayouts/slideLayout59.xml"/><Relationship Id="rId30" Type="http://schemas.openxmlformats.org/officeDocument/2006/relationships/slideLayout" Target="../slideLayouts/slideLayout62.xml"/><Relationship Id="rId35" Type="http://schemas.openxmlformats.org/officeDocument/2006/relationships/image" Target="../media/image2.svg"/><Relationship Id="rId8" Type="http://schemas.openxmlformats.org/officeDocument/2006/relationships/slideLayout" Target="../slideLayouts/slideLayout40.xml"/><Relationship Id="rId3" Type="http://schemas.openxmlformats.org/officeDocument/2006/relationships/slideLayout" Target="../slideLayouts/slideLayout35.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5" Type="http://schemas.openxmlformats.org/officeDocument/2006/relationships/slideLayout" Target="../slideLayouts/slideLayout57.xml"/><Relationship Id="rId33" Type="http://schemas.openxmlformats.org/officeDocument/2006/relationships/theme" Target="../theme/theme2.xml"/><Relationship Id="rId38"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sp>
        <p:nvSpPr>
          <p:cNvPr id="876" name="Scale panel">
            <a:extLst>
              <a:ext uri="{FF2B5EF4-FFF2-40B4-BE49-F238E27FC236}">
                <a16:creationId xmlns:a16="http://schemas.microsoft.com/office/drawing/2014/main" id="{7D99C099-15B5-4131-8313-8D2176B4F5F3}"/>
              </a:ext>
            </a:extLst>
          </p:cNvPr>
          <p:cNvSpPr>
            <a:spLocks noChangeArrowheads="1"/>
          </p:cNvSpPr>
          <p:nvPr userDrawn="1"/>
        </p:nvSpPr>
        <p:spPr bwMode="gray">
          <a:xfrm>
            <a:off x="-2368598" y="-435426"/>
            <a:ext cx="16929187" cy="7728851"/>
          </a:xfrm>
          <a:prstGeom prst="rect">
            <a:avLst/>
          </a:prstGeom>
          <a:solidFill>
            <a:srgbClr val="FFFFFF">
              <a:alpha val="0"/>
            </a:srgbClr>
          </a:solidFill>
          <a:ln>
            <a:noFill/>
          </a:ln>
          <a:effectLst/>
        </p:spPr>
        <p:txBody>
          <a:bodyPr wrap="square" lIns="180000" tIns="180000" rIns="180000" bIns="180000" anchor="ctr">
            <a:noAutofit/>
          </a:bodyPr>
          <a:lstStyle/>
          <a:p>
            <a:endParaRPr lang="en-GB" sz="1000" dirty="0"/>
          </a:p>
        </p:txBody>
      </p:sp>
      <p:grpSp>
        <p:nvGrpSpPr>
          <p:cNvPr id="268" name="Master Grid" hidden="1">
            <a:extLst>
              <a:ext uri="{FF2B5EF4-FFF2-40B4-BE49-F238E27FC236}">
                <a16:creationId xmlns:a16="http://schemas.microsoft.com/office/drawing/2014/main" id="{D42BA328-ECEA-4217-9F3F-D0202D59CA05}"/>
              </a:ext>
            </a:extLst>
          </p:cNvPr>
          <p:cNvGrpSpPr/>
          <p:nvPr userDrawn="1"/>
        </p:nvGrpSpPr>
        <p:grpSpPr>
          <a:xfrm>
            <a:off x="0" y="0"/>
            <a:ext cx="12192018" cy="6858000"/>
            <a:chOff x="152391" y="152400"/>
            <a:chExt cx="12192018" cy="6858000"/>
          </a:xfrm>
        </p:grpSpPr>
        <p:grpSp>
          <p:nvGrpSpPr>
            <p:cNvPr id="396" name="GRID">
              <a:extLst>
                <a:ext uri="{FF2B5EF4-FFF2-40B4-BE49-F238E27FC236}">
                  <a16:creationId xmlns:a16="http://schemas.microsoft.com/office/drawing/2014/main" id="{D7354782-E49A-4699-9B7B-4355C8BEEA02}"/>
                </a:ext>
              </a:extLst>
            </p:cNvPr>
            <p:cNvGrpSpPr/>
            <p:nvPr/>
          </p:nvGrpSpPr>
          <p:grpSpPr>
            <a:xfrm>
              <a:off x="152391" y="152400"/>
              <a:ext cx="12192018" cy="6858000"/>
              <a:chOff x="-1" y="0"/>
              <a:chExt cx="12192018" cy="6858000"/>
            </a:xfrm>
          </p:grpSpPr>
          <p:grpSp>
            <p:nvGrpSpPr>
              <p:cNvPr id="455" name="Group 454">
                <a:extLst>
                  <a:ext uri="{FF2B5EF4-FFF2-40B4-BE49-F238E27FC236}">
                    <a16:creationId xmlns:a16="http://schemas.microsoft.com/office/drawing/2014/main" id="{E22339AD-B53F-4786-BDB6-A89FE50DB2A6}"/>
                  </a:ext>
                </a:extLst>
              </p:cNvPr>
              <p:cNvGrpSpPr/>
              <p:nvPr/>
            </p:nvGrpSpPr>
            <p:grpSpPr>
              <a:xfrm>
                <a:off x="0" y="0"/>
                <a:ext cx="12192017" cy="6858000"/>
                <a:chOff x="0" y="0"/>
                <a:chExt cx="12192017" cy="6858000"/>
              </a:xfrm>
            </p:grpSpPr>
            <p:cxnSp>
              <p:nvCxnSpPr>
                <p:cNvPr id="479" name="Straight Connector 478">
                  <a:extLst>
                    <a:ext uri="{FF2B5EF4-FFF2-40B4-BE49-F238E27FC236}">
                      <a16:creationId xmlns:a16="http://schemas.microsoft.com/office/drawing/2014/main" id="{57B30F03-8C9D-4CD8-9D83-8DC8450A16C1}"/>
                    </a:ext>
                  </a:extLst>
                </p:cNvPr>
                <p:cNvCxnSpPr/>
                <p:nvPr/>
              </p:nvCxnSpPr>
              <p:spPr>
                <a:xfrm>
                  <a:off x="329514"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0" name="Straight Connector 479">
                  <a:extLst>
                    <a:ext uri="{FF2B5EF4-FFF2-40B4-BE49-F238E27FC236}">
                      <a16:creationId xmlns:a16="http://schemas.microsoft.com/office/drawing/2014/main" id="{9BF6938D-A300-4D5C-8E4F-4FBFF9880310}"/>
                    </a:ext>
                  </a:extLst>
                </p:cNvPr>
                <p:cNvCxnSpPr/>
                <p:nvPr/>
              </p:nvCxnSpPr>
              <p:spPr>
                <a:xfrm>
                  <a:off x="0"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1" name="Straight Connector 480">
                  <a:extLst>
                    <a:ext uri="{FF2B5EF4-FFF2-40B4-BE49-F238E27FC236}">
                      <a16:creationId xmlns:a16="http://schemas.microsoft.com/office/drawing/2014/main" id="{2C368DAC-ED72-418B-BB58-22A9EBABC287}"/>
                    </a:ext>
                  </a:extLst>
                </p:cNvPr>
                <p:cNvCxnSpPr/>
                <p:nvPr/>
              </p:nvCxnSpPr>
              <p:spPr>
                <a:xfrm>
                  <a:off x="988542"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2" name="Straight Connector 481">
                  <a:extLst>
                    <a:ext uri="{FF2B5EF4-FFF2-40B4-BE49-F238E27FC236}">
                      <a16:creationId xmlns:a16="http://schemas.microsoft.com/office/drawing/2014/main" id="{FEC1711E-ABCA-4911-8DBD-2875A8456EF4}"/>
                    </a:ext>
                  </a:extLst>
                </p:cNvPr>
                <p:cNvCxnSpPr/>
                <p:nvPr/>
              </p:nvCxnSpPr>
              <p:spPr>
                <a:xfrm>
                  <a:off x="659028"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3" name="Straight Connector 482">
                  <a:extLst>
                    <a:ext uri="{FF2B5EF4-FFF2-40B4-BE49-F238E27FC236}">
                      <a16:creationId xmlns:a16="http://schemas.microsoft.com/office/drawing/2014/main" id="{89290615-FFDF-4C1B-9930-59588ADCE1D0}"/>
                    </a:ext>
                  </a:extLst>
                </p:cNvPr>
                <p:cNvCxnSpPr/>
                <p:nvPr/>
              </p:nvCxnSpPr>
              <p:spPr>
                <a:xfrm>
                  <a:off x="1647570"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4" name="Straight Connector 483">
                  <a:extLst>
                    <a:ext uri="{FF2B5EF4-FFF2-40B4-BE49-F238E27FC236}">
                      <a16:creationId xmlns:a16="http://schemas.microsoft.com/office/drawing/2014/main" id="{087D6E6A-FBCD-44B7-811F-E440101FA6B3}"/>
                    </a:ext>
                  </a:extLst>
                </p:cNvPr>
                <p:cNvCxnSpPr/>
                <p:nvPr/>
              </p:nvCxnSpPr>
              <p:spPr>
                <a:xfrm>
                  <a:off x="1318056"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5" name="Straight Connector 484">
                  <a:extLst>
                    <a:ext uri="{FF2B5EF4-FFF2-40B4-BE49-F238E27FC236}">
                      <a16:creationId xmlns:a16="http://schemas.microsoft.com/office/drawing/2014/main" id="{C7EE4D9C-5972-4F11-AD88-CDE4D2D4A05E}"/>
                    </a:ext>
                  </a:extLst>
                </p:cNvPr>
                <p:cNvCxnSpPr/>
                <p:nvPr/>
              </p:nvCxnSpPr>
              <p:spPr>
                <a:xfrm>
                  <a:off x="2306598"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6" name="Straight Connector 485">
                  <a:extLst>
                    <a:ext uri="{FF2B5EF4-FFF2-40B4-BE49-F238E27FC236}">
                      <a16:creationId xmlns:a16="http://schemas.microsoft.com/office/drawing/2014/main" id="{A1D02A60-D36A-429F-8D81-D08F3EF38993}"/>
                    </a:ext>
                  </a:extLst>
                </p:cNvPr>
                <p:cNvCxnSpPr/>
                <p:nvPr/>
              </p:nvCxnSpPr>
              <p:spPr>
                <a:xfrm>
                  <a:off x="1977084"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7" name="Straight Connector 486">
                  <a:extLst>
                    <a:ext uri="{FF2B5EF4-FFF2-40B4-BE49-F238E27FC236}">
                      <a16:creationId xmlns:a16="http://schemas.microsoft.com/office/drawing/2014/main" id="{88E78551-A749-4A2E-8477-CABB2C2782EC}"/>
                    </a:ext>
                  </a:extLst>
                </p:cNvPr>
                <p:cNvCxnSpPr/>
                <p:nvPr/>
              </p:nvCxnSpPr>
              <p:spPr>
                <a:xfrm>
                  <a:off x="2965626"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8" name="Straight Connector 487">
                  <a:extLst>
                    <a:ext uri="{FF2B5EF4-FFF2-40B4-BE49-F238E27FC236}">
                      <a16:creationId xmlns:a16="http://schemas.microsoft.com/office/drawing/2014/main" id="{FBD58499-8938-44E0-8520-DDE63A4C4496}"/>
                    </a:ext>
                  </a:extLst>
                </p:cNvPr>
                <p:cNvCxnSpPr/>
                <p:nvPr/>
              </p:nvCxnSpPr>
              <p:spPr>
                <a:xfrm>
                  <a:off x="2636112"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9" name="Straight Connector 488">
                  <a:extLst>
                    <a:ext uri="{FF2B5EF4-FFF2-40B4-BE49-F238E27FC236}">
                      <a16:creationId xmlns:a16="http://schemas.microsoft.com/office/drawing/2014/main" id="{BC923EA8-C256-4634-8339-7DB6BA413CD2}"/>
                    </a:ext>
                  </a:extLst>
                </p:cNvPr>
                <p:cNvCxnSpPr/>
                <p:nvPr/>
              </p:nvCxnSpPr>
              <p:spPr>
                <a:xfrm>
                  <a:off x="3624654"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0" name="Straight Connector 489">
                  <a:extLst>
                    <a:ext uri="{FF2B5EF4-FFF2-40B4-BE49-F238E27FC236}">
                      <a16:creationId xmlns:a16="http://schemas.microsoft.com/office/drawing/2014/main" id="{3BABF286-6674-4701-B1E9-263284795AB3}"/>
                    </a:ext>
                  </a:extLst>
                </p:cNvPr>
                <p:cNvCxnSpPr/>
                <p:nvPr/>
              </p:nvCxnSpPr>
              <p:spPr>
                <a:xfrm>
                  <a:off x="3295140"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1" name="Straight Connector 490">
                  <a:extLst>
                    <a:ext uri="{FF2B5EF4-FFF2-40B4-BE49-F238E27FC236}">
                      <a16:creationId xmlns:a16="http://schemas.microsoft.com/office/drawing/2014/main" id="{99FB23A9-E6D7-43CC-A0D5-725192604B3D}"/>
                    </a:ext>
                  </a:extLst>
                </p:cNvPr>
                <p:cNvCxnSpPr/>
                <p:nvPr/>
              </p:nvCxnSpPr>
              <p:spPr>
                <a:xfrm>
                  <a:off x="4283682"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2" name="Straight Connector 491">
                  <a:extLst>
                    <a:ext uri="{FF2B5EF4-FFF2-40B4-BE49-F238E27FC236}">
                      <a16:creationId xmlns:a16="http://schemas.microsoft.com/office/drawing/2014/main" id="{F23FDEA7-2269-4F06-8F07-260EE77295DF}"/>
                    </a:ext>
                  </a:extLst>
                </p:cNvPr>
                <p:cNvCxnSpPr/>
                <p:nvPr/>
              </p:nvCxnSpPr>
              <p:spPr>
                <a:xfrm>
                  <a:off x="3954168"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3" name="Straight Connector 492">
                  <a:extLst>
                    <a:ext uri="{FF2B5EF4-FFF2-40B4-BE49-F238E27FC236}">
                      <a16:creationId xmlns:a16="http://schemas.microsoft.com/office/drawing/2014/main" id="{E8A88CA9-B891-491E-95C8-1C4D7ACDAA96}"/>
                    </a:ext>
                  </a:extLst>
                </p:cNvPr>
                <p:cNvCxnSpPr/>
                <p:nvPr/>
              </p:nvCxnSpPr>
              <p:spPr>
                <a:xfrm>
                  <a:off x="4942710"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4" name="Straight Connector 493">
                  <a:extLst>
                    <a:ext uri="{FF2B5EF4-FFF2-40B4-BE49-F238E27FC236}">
                      <a16:creationId xmlns:a16="http://schemas.microsoft.com/office/drawing/2014/main" id="{C6C7A0C6-4EAC-4FEF-85DD-F06A1AACCCD9}"/>
                    </a:ext>
                  </a:extLst>
                </p:cNvPr>
                <p:cNvCxnSpPr/>
                <p:nvPr/>
              </p:nvCxnSpPr>
              <p:spPr>
                <a:xfrm>
                  <a:off x="4613196"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5" name="Straight Connector 494">
                  <a:extLst>
                    <a:ext uri="{FF2B5EF4-FFF2-40B4-BE49-F238E27FC236}">
                      <a16:creationId xmlns:a16="http://schemas.microsoft.com/office/drawing/2014/main" id="{BC387629-3884-4ADF-98D9-B40527E1A937}"/>
                    </a:ext>
                  </a:extLst>
                </p:cNvPr>
                <p:cNvCxnSpPr/>
                <p:nvPr/>
              </p:nvCxnSpPr>
              <p:spPr>
                <a:xfrm>
                  <a:off x="5601738"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6" name="Straight Connector 495">
                  <a:extLst>
                    <a:ext uri="{FF2B5EF4-FFF2-40B4-BE49-F238E27FC236}">
                      <a16:creationId xmlns:a16="http://schemas.microsoft.com/office/drawing/2014/main" id="{DC1FB6E3-5983-42E2-B487-B2A550667A58}"/>
                    </a:ext>
                  </a:extLst>
                </p:cNvPr>
                <p:cNvCxnSpPr/>
                <p:nvPr/>
              </p:nvCxnSpPr>
              <p:spPr>
                <a:xfrm>
                  <a:off x="5272224"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7" name="Straight Connector 496">
                  <a:extLst>
                    <a:ext uri="{FF2B5EF4-FFF2-40B4-BE49-F238E27FC236}">
                      <a16:creationId xmlns:a16="http://schemas.microsoft.com/office/drawing/2014/main" id="{BE47B01B-846E-438F-95BE-84D5D1A6988B}"/>
                    </a:ext>
                  </a:extLst>
                </p:cNvPr>
                <p:cNvCxnSpPr/>
                <p:nvPr/>
              </p:nvCxnSpPr>
              <p:spPr>
                <a:xfrm>
                  <a:off x="6260766"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8" name="Straight Connector 497">
                  <a:extLst>
                    <a:ext uri="{FF2B5EF4-FFF2-40B4-BE49-F238E27FC236}">
                      <a16:creationId xmlns:a16="http://schemas.microsoft.com/office/drawing/2014/main" id="{DAAA516D-477A-4244-8BF2-30CB948742FB}"/>
                    </a:ext>
                  </a:extLst>
                </p:cNvPr>
                <p:cNvCxnSpPr/>
                <p:nvPr/>
              </p:nvCxnSpPr>
              <p:spPr>
                <a:xfrm>
                  <a:off x="5931252"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9" name="Straight Connector 498">
                  <a:extLst>
                    <a:ext uri="{FF2B5EF4-FFF2-40B4-BE49-F238E27FC236}">
                      <a16:creationId xmlns:a16="http://schemas.microsoft.com/office/drawing/2014/main" id="{1B7D312D-F4D1-4D37-9DD6-637968C596A3}"/>
                    </a:ext>
                  </a:extLst>
                </p:cNvPr>
                <p:cNvCxnSpPr/>
                <p:nvPr/>
              </p:nvCxnSpPr>
              <p:spPr>
                <a:xfrm>
                  <a:off x="6919794"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0" name="Straight Connector 499">
                  <a:extLst>
                    <a:ext uri="{FF2B5EF4-FFF2-40B4-BE49-F238E27FC236}">
                      <a16:creationId xmlns:a16="http://schemas.microsoft.com/office/drawing/2014/main" id="{F0831B2C-01F0-4C7A-BA32-9CB020598BF8}"/>
                    </a:ext>
                  </a:extLst>
                </p:cNvPr>
                <p:cNvCxnSpPr/>
                <p:nvPr/>
              </p:nvCxnSpPr>
              <p:spPr>
                <a:xfrm>
                  <a:off x="6590280"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1" name="Straight Connector 500">
                  <a:extLst>
                    <a:ext uri="{FF2B5EF4-FFF2-40B4-BE49-F238E27FC236}">
                      <a16:creationId xmlns:a16="http://schemas.microsoft.com/office/drawing/2014/main" id="{5FA4CBA0-89DA-4E51-8503-D9D34E32D744}"/>
                    </a:ext>
                  </a:extLst>
                </p:cNvPr>
                <p:cNvCxnSpPr/>
                <p:nvPr/>
              </p:nvCxnSpPr>
              <p:spPr>
                <a:xfrm>
                  <a:off x="7578822"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2" name="Straight Connector 501">
                  <a:extLst>
                    <a:ext uri="{FF2B5EF4-FFF2-40B4-BE49-F238E27FC236}">
                      <a16:creationId xmlns:a16="http://schemas.microsoft.com/office/drawing/2014/main" id="{D24F47CE-2594-44BF-B7AB-D72724CDF156}"/>
                    </a:ext>
                  </a:extLst>
                </p:cNvPr>
                <p:cNvCxnSpPr/>
                <p:nvPr/>
              </p:nvCxnSpPr>
              <p:spPr>
                <a:xfrm>
                  <a:off x="7249308"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3" name="Straight Connector 502">
                  <a:extLst>
                    <a:ext uri="{FF2B5EF4-FFF2-40B4-BE49-F238E27FC236}">
                      <a16:creationId xmlns:a16="http://schemas.microsoft.com/office/drawing/2014/main" id="{988568FF-7259-4F57-B421-DD1BF280A590}"/>
                    </a:ext>
                  </a:extLst>
                </p:cNvPr>
                <p:cNvCxnSpPr/>
                <p:nvPr/>
              </p:nvCxnSpPr>
              <p:spPr>
                <a:xfrm>
                  <a:off x="8237850"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4" name="Straight Connector 503">
                  <a:extLst>
                    <a:ext uri="{FF2B5EF4-FFF2-40B4-BE49-F238E27FC236}">
                      <a16:creationId xmlns:a16="http://schemas.microsoft.com/office/drawing/2014/main" id="{EB6004BB-45E2-44DE-9D6C-1EA1B31F75E8}"/>
                    </a:ext>
                  </a:extLst>
                </p:cNvPr>
                <p:cNvCxnSpPr/>
                <p:nvPr/>
              </p:nvCxnSpPr>
              <p:spPr>
                <a:xfrm>
                  <a:off x="7908336"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5" name="Straight Connector 504">
                  <a:extLst>
                    <a:ext uri="{FF2B5EF4-FFF2-40B4-BE49-F238E27FC236}">
                      <a16:creationId xmlns:a16="http://schemas.microsoft.com/office/drawing/2014/main" id="{8C72E3C8-520C-497F-A4D5-DCF44D12CD80}"/>
                    </a:ext>
                  </a:extLst>
                </p:cNvPr>
                <p:cNvCxnSpPr/>
                <p:nvPr/>
              </p:nvCxnSpPr>
              <p:spPr>
                <a:xfrm>
                  <a:off x="8896878"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6" name="Straight Connector 505">
                  <a:extLst>
                    <a:ext uri="{FF2B5EF4-FFF2-40B4-BE49-F238E27FC236}">
                      <a16:creationId xmlns:a16="http://schemas.microsoft.com/office/drawing/2014/main" id="{7B720938-127D-49F5-97AF-562D32A74600}"/>
                    </a:ext>
                  </a:extLst>
                </p:cNvPr>
                <p:cNvCxnSpPr/>
                <p:nvPr/>
              </p:nvCxnSpPr>
              <p:spPr>
                <a:xfrm>
                  <a:off x="8567364"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7" name="Straight Connector 506">
                  <a:extLst>
                    <a:ext uri="{FF2B5EF4-FFF2-40B4-BE49-F238E27FC236}">
                      <a16:creationId xmlns:a16="http://schemas.microsoft.com/office/drawing/2014/main" id="{852789AE-4FBE-467B-B00B-8D948D856D4C}"/>
                    </a:ext>
                  </a:extLst>
                </p:cNvPr>
                <p:cNvCxnSpPr/>
                <p:nvPr/>
              </p:nvCxnSpPr>
              <p:spPr>
                <a:xfrm>
                  <a:off x="9555906"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8" name="Straight Connector 507">
                  <a:extLst>
                    <a:ext uri="{FF2B5EF4-FFF2-40B4-BE49-F238E27FC236}">
                      <a16:creationId xmlns:a16="http://schemas.microsoft.com/office/drawing/2014/main" id="{FCDC861B-1131-4468-B891-4639874C33C1}"/>
                    </a:ext>
                  </a:extLst>
                </p:cNvPr>
                <p:cNvCxnSpPr/>
                <p:nvPr/>
              </p:nvCxnSpPr>
              <p:spPr>
                <a:xfrm>
                  <a:off x="9226392"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9" name="Straight Connector 508">
                  <a:extLst>
                    <a:ext uri="{FF2B5EF4-FFF2-40B4-BE49-F238E27FC236}">
                      <a16:creationId xmlns:a16="http://schemas.microsoft.com/office/drawing/2014/main" id="{3112DEAC-80A0-4F90-81EC-4D87F645E76D}"/>
                    </a:ext>
                  </a:extLst>
                </p:cNvPr>
                <p:cNvCxnSpPr/>
                <p:nvPr/>
              </p:nvCxnSpPr>
              <p:spPr>
                <a:xfrm>
                  <a:off x="10214934"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10" name="Straight Connector 509">
                  <a:extLst>
                    <a:ext uri="{FF2B5EF4-FFF2-40B4-BE49-F238E27FC236}">
                      <a16:creationId xmlns:a16="http://schemas.microsoft.com/office/drawing/2014/main" id="{8A83F6CC-CFBB-4012-B5AB-3DBB9C000E43}"/>
                    </a:ext>
                  </a:extLst>
                </p:cNvPr>
                <p:cNvCxnSpPr/>
                <p:nvPr/>
              </p:nvCxnSpPr>
              <p:spPr>
                <a:xfrm>
                  <a:off x="9885420"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11" name="Straight Connector 510">
                  <a:extLst>
                    <a:ext uri="{FF2B5EF4-FFF2-40B4-BE49-F238E27FC236}">
                      <a16:creationId xmlns:a16="http://schemas.microsoft.com/office/drawing/2014/main" id="{7086FB9D-BDC7-4EB6-B7F8-9727B0084ACC}"/>
                    </a:ext>
                  </a:extLst>
                </p:cNvPr>
                <p:cNvCxnSpPr/>
                <p:nvPr/>
              </p:nvCxnSpPr>
              <p:spPr>
                <a:xfrm>
                  <a:off x="10873962"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12" name="Straight Connector 511">
                  <a:extLst>
                    <a:ext uri="{FF2B5EF4-FFF2-40B4-BE49-F238E27FC236}">
                      <a16:creationId xmlns:a16="http://schemas.microsoft.com/office/drawing/2014/main" id="{C745221B-E8F8-4CB2-8FCD-AE0FE353C32A}"/>
                    </a:ext>
                  </a:extLst>
                </p:cNvPr>
                <p:cNvCxnSpPr/>
                <p:nvPr/>
              </p:nvCxnSpPr>
              <p:spPr>
                <a:xfrm>
                  <a:off x="10544448"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13" name="Straight Connector 512">
                  <a:extLst>
                    <a:ext uri="{FF2B5EF4-FFF2-40B4-BE49-F238E27FC236}">
                      <a16:creationId xmlns:a16="http://schemas.microsoft.com/office/drawing/2014/main" id="{5094AAE4-01E5-4C6E-81F6-3A5C0DA6FC6A}"/>
                    </a:ext>
                  </a:extLst>
                </p:cNvPr>
                <p:cNvCxnSpPr/>
                <p:nvPr/>
              </p:nvCxnSpPr>
              <p:spPr>
                <a:xfrm>
                  <a:off x="11532990"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14" name="Straight Connector 513">
                  <a:extLst>
                    <a:ext uri="{FF2B5EF4-FFF2-40B4-BE49-F238E27FC236}">
                      <a16:creationId xmlns:a16="http://schemas.microsoft.com/office/drawing/2014/main" id="{F528AFAE-A6AC-4CD7-BDA2-17857F962AB2}"/>
                    </a:ext>
                  </a:extLst>
                </p:cNvPr>
                <p:cNvCxnSpPr/>
                <p:nvPr/>
              </p:nvCxnSpPr>
              <p:spPr>
                <a:xfrm>
                  <a:off x="11203476"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15" name="Straight Connector 514">
                  <a:extLst>
                    <a:ext uri="{FF2B5EF4-FFF2-40B4-BE49-F238E27FC236}">
                      <a16:creationId xmlns:a16="http://schemas.microsoft.com/office/drawing/2014/main" id="{5F6B84C4-9796-4319-B3A5-7807A33D0C19}"/>
                    </a:ext>
                  </a:extLst>
                </p:cNvPr>
                <p:cNvCxnSpPr/>
                <p:nvPr/>
              </p:nvCxnSpPr>
              <p:spPr>
                <a:xfrm>
                  <a:off x="12192017"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16" name="Straight Connector 515">
                  <a:extLst>
                    <a:ext uri="{FF2B5EF4-FFF2-40B4-BE49-F238E27FC236}">
                      <a16:creationId xmlns:a16="http://schemas.microsoft.com/office/drawing/2014/main" id="{14BC46D6-8B78-452A-85E9-056E038007FC}"/>
                    </a:ext>
                  </a:extLst>
                </p:cNvPr>
                <p:cNvCxnSpPr/>
                <p:nvPr/>
              </p:nvCxnSpPr>
              <p:spPr>
                <a:xfrm>
                  <a:off x="11862504"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grpSp>
          <p:grpSp>
            <p:nvGrpSpPr>
              <p:cNvPr id="456" name="Group 455">
                <a:extLst>
                  <a:ext uri="{FF2B5EF4-FFF2-40B4-BE49-F238E27FC236}">
                    <a16:creationId xmlns:a16="http://schemas.microsoft.com/office/drawing/2014/main" id="{227661DF-0032-42D4-848A-1DF956BA62EE}"/>
                  </a:ext>
                </a:extLst>
              </p:cNvPr>
              <p:cNvGrpSpPr/>
              <p:nvPr/>
            </p:nvGrpSpPr>
            <p:grpSpPr>
              <a:xfrm>
                <a:off x="-1" y="0"/>
                <a:ext cx="12191993" cy="6857991"/>
                <a:chOff x="0" y="0"/>
                <a:chExt cx="290286" cy="6857991"/>
              </a:xfrm>
            </p:grpSpPr>
            <p:cxnSp>
              <p:nvCxnSpPr>
                <p:cNvPr id="457" name="Straight Connector 456">
                  <a:extLst>
                    <a:ext uri="{FF2B5EF4-FFF2-40B4-BE49-F238E27FC236}">
                      <a16:creationId xmlns:a16="http://schemas.microsoft.com/office/drawing/2014/main" id="{A8B104F2-1FE8-4D63-B92B-36A1B724A029}"/>
                    </a:ext>
                  </a:extLst>
                </p:cNvPr>
                <p:cNvCxnSpPr/>
                <p:nvPr/>
              </p:nvCxnSpPr>
              <p:spPr>
                <a:xfrm>
                  <a:off x="0" y="326571"/>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58" name="Straight Connector 457">
                  <a:extLst>
                    <a:ext uri="{FF2B5EF4-FFF2-40B4-BE49-F238E27FC236}">
                      <a16:creationId xmlns:a16="http://schemas.microsoft.com/office/drawing/2014/main" id="{DE01FDE6-42EE-47DE-A4B5-3566FC6E0209}"/>
                    </a:ext>
                  </a:extLst>
                </p:cNvPr>
                <p:cNvCxnSpPr/>
                <p:nvPr/>
              </p:nvCxnSpPr>
              <p:spPr>
                <a:xfrm>
                  <a:off x="0" y="0"/>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59" name="Straight Connector 458">
                  <a:extLst>
                    <a:ext uri="{FF2B5EF4-FFF2-40B4-BE49-F238E27FC236}">
                      <a16:creationId xmlns:a16="http://schemas.microsoft.com/office/drawing/2014/main" id="{8E20FD14-D0FA-43AC-95DB-3150872E1F31}"/>
                    </a:ext>
                  </a:extLst>
                </p:cNvPr>
                <p:cNvCxnSpPr/>
                <p:nvPr/>
              </p:nvCxnSpPr>
              <p:spPr>
                <a:xfrm>
                  <a:off x="0" y="979713"/>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0" name="Straight Connector 459">
                  <a:extLst>
                    <a:ext uri="{FF2B5EF4-FFF2-40B4-BE49-F238E27FC236}">
                      <a16:creationId xmlns:a16="http://schemas.microsoft.com/office/drawing/2014/main" id="{028DF3B0-4034-45B4-A3E1-B0B55513AF6F}"/>
                    </a:ext>
                  </a:extLst>
                </p:cNvPr>
                <p:cNvCxnSpPr/>
                <p:nvPr/>
              </p:nvCxnSpPr>
              <p:spPr>
                <a:xfrm>
                  <a:off x="0" y="653142"/>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1" name="Straight Connector 460">
                  <a:extLst>
                    <a:ext uri="{FF2B5EF4-FFF2-40B4-BE49-F238E27FC236}">
                      <a16:creationId xmlns:a16="http://schemas.microsoft.com/office/drawing/2014/main" id="{7C67B68B-36B6-46CB-AF56-B2B821C00FAF}"/>
                    </a:ext>
                  </a:extLst>
                </p:cNvPr>
                <p:cNvCxnSpPr/>
                <p:nvPr/>
              </p:nvCxnSpPr>
              <p:spPr>
                <a:xfrm>
                  <a:off x="0" y="1632855"/>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2" name="Straight Connector 461">
                  <a:extLst>
                    <a:ext uri="{FF2B5EF4-FFF2-40B4-BE49-F238E27FC236}">
                      <a16:creationId xmlns:a16="http://schemas.microsoft.com/office/drawing/2014/main" id="{DE60AE33-3E26-48DF-B7AD-4C1629648BD3}"/>
                    </a:ext>
                  </a:extLst>
                </p:cNvPr>
                <p:cNvCxnSpPr/>
                <p:nvPr/>
              </p:nvCxnSpPr>
              <p:spPr>
                <a:xfrm>
                  <a:off x="0" y="1306284"/>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3" name="Straight Connector 462">
                  <a:extLst>
                    <a:ext uri="{FF2B5EF4-FFF2-40B4-BE49-F238E27FC236}">
                      <a16:creationId xmlns:a16="http://schemas.microsoft.com/office/drawing/2014/main" id="{49230077-BD1C-4346-9269-CE1185B4EC60}"/>
                    </a:ext>
                  </a:extLst>
                </p:cNvPr>
                <p:cNvCxnSpPr/>
                <p:nvPr/>
              </p:nvCxnSpPr>
              <p:spPr>
                <a:xfrm>
                  <a:off x="0" y="2285997"/>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4" name="Straight Connector 463">
                  <a:extLst>
                    <a:ext uri="{FF2B5EF4-FFF2-40B4-BE49-F238E27FC236}">
                      <a16:creationId xmlns:a16="http://schemas.microsoft.com/office/drawing/2014/main" id="{03416EBD-0E45-458C-9475-D1F38956C958}"/>
                    </a:ext>
                  </a:extLst>
                </p:cNvPr>
                <p:cNvCxnSpPr/>
                <p:nvPr/>
              </p:nvCxnSpPr>
              <p:spPr>
                <a:xfrm>
                  <a:off x="0" y="1959426"/>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5" name="Straight Connector 464">
                  <a:extLst>
                    <a:ext uri="{FF2B5EF4-FFF2-40B4-BE49-F238E27FC236}">
                      <a16:creationId xmlns:a16="http://schemas.microsoft.com/office/drawing/2014/main" id="{AD9E3C15-C229-48BA-83EF-B53E947B4C17}"/>
                    </a:ext>
                  </a:extLst>
                </p:cNvPr>
                <p:cNvCxnSpPr/>
                <p:nvPr/>
              </p:nvCxnSpPr>
              <p:spPr>
                <a:xfrm>
                  <a:off x="0" y="2939139"/>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6" name="Straight Connector 465">
                  <a:extLst>
                    <a:ext uri="{FF2B5EF4-FFF2-40B4-BE49-F238E27FC236}">
                      <a16:creationId xmlns:a16="http://schemas.microsoft.com/office/drawing/2014/main" id="{7108ABE6-2564-47F9-80A8-9647EEAB9EE3}"/>
                    </a:ext>
                  </a:extLst>
                </p:cNvPr>
                <p:cNvCxnSpPr/>
                <p:nvPr/>
              </p:nvCxnSpPr>
              <p:spPr>
                <a:xfrm>
                  <a:off x="0" y="2612568"/>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7" name="Straight Connector 466">
                  <a:extLst>
                    <a:ext uri="{FF2B5EF4-FFF2-40B4-BE49-F238E27FC236}">
                      <a16:creationId xmlns:a16="http://schemas.microsoft.com/office/drawing/2014/main" id="{31F5B969-81B8-4151-AA30-AB80C3D57C89}"/>
                    </a:ext>
                  </a:extLst>
                </p:cNvPr>
                <p:cNvCxnSpPr/>
                <p:nvPr/>
              </p:nvCxnSpPr>
              <p:spPr>
                <a:xfrm>
                  <a:off x="0" y="3592281"/>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8" name="Straight Connector 467">
                  <a:extLst>
                    <a:ext uri="{FF2B5EF4-FFF2-40B4-BE49-F238E27FC236}">
                      <a16:creationId xmlns:a16="http://schemas.microsoft.com/office/drawing/2014/main" id="{D0AC87BF-14F2-4A12-9B7F-08750A4DDC11}"/>
                    </a:ext>
                  </a:extLst>
                </p:cNvPr>
                <p:cNvCxnSpPr/>
                <p:nvPr/>
              </p:nvCxnSpPr>
              <p:spPr>
                <a:xfrm>
                  <a:off x="0" y="3265710"/>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9" name="Straight Connector 468">
                  <a:extLst>
                    <a:ext uri="{FF2B5EF4-FFF2-40B4-BE49-F238E27FC236}">
                      <a16:creationId xmlns:a16="http://schemas.microsoft.com/office/drawing/2014/main" id="{63C86CDC-0953-42F0-8DF7-1B70CE60A563}"/>
                    </a:ext>
                  </a:extLst>
                </p:cNvPr>
                <p:cNvCxnSpPr/>
                <p:nvPr/>
              </p:nvCxnSpPr>
              <p:spPr>
                <a:xfrm>
                  <a:off x="0" y="4245423"/>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0" name="Straight Connector 469">
                  <a:extLst>
                    <a:ext uri="{FF2B5EF4-FFF2-40B4-BE49-F238E27FC236}">
                      <a16:creationId xmlns:a16="http://schemas.microsoft.com/office/drawing/2014/main" id="{BCD5262D-4A74-4B84-84F0-2923CBB4ADC4}"/>
                    </a:ext>
                  </a:extLst>
                </p:cNvPr>
                <p:cNvCxnSpPr/>
                <p:nvPr/>
              </p:nvCxnSpPr>
              <p:spPr>
                <a:xfrm>
                  <a:off x="0" y="3918852"/>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1" name="Straight Connector 470">
                  <a:extLst>
                    <a:ext uri="{FF2B5EF4-FFF2-40B4-BE49-F238E27FC236}">
                      <a16:creationId xmlns:a16="http://schemas.microsoft.com/office/drawing/2014/main" id="{E2397635-6E7F-42E1-9838-F7A4B2562AC5}"/>
                    </a:ext>
                  </a:extLst>
                </p:cNvPr>
                <p:cNvCxnSpPr/>
                <p:nvPr/>
              </p:nvCxnSpPr>
              <p:spPr>
                <a:xfrm>
                  <a:off x="0" y="4898565"/>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2" name="Straight Connector 471">
                  <a:extLst>
                    <a:ext uri="{FF2B5EF4-FFF2-40B4-BE49-F238E27FC236}">
                      <a16:creationId xmlns:a16="http://schemas.microsoft.com/office/drawing/2014/main" id="{C725B471-3E31-4D81-AD68-871863B5FFF8}"/>
                    </a:ext>
                  </a:extLst>
                </p:cNvPr>
                <p:cNvCxnSpPr/>
                <p:nvPr/>
              </p:nvCxnSpPr>
              <p:spPr>
                <a:xfrm>
                  <a:off x="0" y="4571994"/>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3" name="Straight Connector 472">
                  <a:extLst>
                    <a:ext uri="{FF2B5EF4-FFF2-40B4-BE49-F238E27FC236}">
                      <a16:creationId xmlns:a16="http://schemas.microsoft.com/office/drawing/2014/main" id="{4A732D9C-81BE-41A0-9553-5A9BAC5D4997}"/>
                    </a:ext>
                  </a:extLst>
                </p:cNvPr>
                <p:cNvCxnSpPr/>
                <p:nvPr/>
              </p:nvCxnSpPr>
              <p:spPr>
                <a:xfrm>
                  <a:off x="0" y="5551707"/>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4" name="Straight Connector 473">
                  <a:extLst>
                    <a:ext uri="{FF2B5EF4-FFF2-40B4-BE49-F238E27FC236}">
                      <a16:creationId xmlns:a16="http://schemas.microsoft.com/office/drawing/2014/main" id="{449D03A4-8841-4AB5-ACF6-D4CCD93B40CA}"/>
                    </a:ext>
                  </a:extLst>
                </p:cNvPr>
                <p:cNvCxnSpPr/>
                <p:nvPr/>
              </p:nvCxnSpPr>
              <p:spPr>
                <a:xfrm>
                  <a:off x="0" y="5225136"/>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5" name="Straight Connector 474">
                  <a:extLst>
                    <a:ext uri="{FF2B5EF4-FFF2-40B4-BE49-F238E27FC236}">
                      <a16:creationId xmlns:a16="http://schemas.microsoft.com/office/drawing/2014/main" id="{3C358C4E-BEE4-438F-A5A7-D41B9CEC66DF}"/>
                    </a:ext>
                  </a:extLst>
                </p:cNvPr>
                <p:cNvCxnSpPr/>
                <p:nvPr/>
              </p:nvCxnSpPr>
              <p:spPr>
                <a:xfrm>
                  <a:off x="0" y="6204849"/>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6" name="Straight Connector 475">
                  <a:extLst>
                    <a:ext uri="{FF2B5EF4-FFF2-40B4-BE49-F238E27FC236}">
                      <a16:creationId xmlns:a16="http://schemas.microsoft.com/office/drawing/2014/main" id="{D39A6CFE-5C25-41AE-9585-4B6B3A882D6C}"/>
                    </a:ext>
                  </a:extLst>
                </p:cNvPr>
                <p:cNvCxnSpPr/>
                <p:nvPr/>
              </p:nvCxnSpPr>
              <p:spPr>
                <a:xfrm>
                  <a:off x="0" y="5878278"/>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7" name="Straight Connector 476">
                  <a:extLst>
                    <a:ext uri="{FF2B5EF4-FFF2-40B4-BE49-F238E27FC236}">
                      <a16:creationId xmlns:a16="http://schemas.microsoft.com/office/drawing/2014/main" id="{0A11B869-E168-4FCB-8D8E-CAD61A31502C}"/>
                    </a:ext>
                  </a:extLst>
                </p:cNvPr>
                <p:cNvCxnSpPr/>
                <p:nvPr/>
              </p:nvCxnSpPr>
              <p:spPr>
                <a:xfrm>
                  <a:off x="0" y="6857991"/>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8" name="Straight Connector 477">
                  <a:extLst>
                    <a:ext uri="{FF2B5EF4-FFF2-40B4-BE49-F238E27FC236}">
                      <a16:creationId xmlns:a16="http://schemas.microsoft.com/office/drawing/2014/main" id="{637D3411-FEB4-42A4-A4E6-53C82CAF12C1}"/>
                    </a:ext>
                  </a:extLst>
                </p:cNvPr>
                <p:cNvCxnSpPr/>
                <p:nvPr/>
              </p:nvCxnSpPr>
              <p:spPr>
                <a:xfrm>
                  <a:off x="0" y="6531420"/>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grpSp>
        </p:grpSp>
        <p:grpSp>
          <p:nvGrpSpPr>
            <p:cNvPr id="397" name="Group 396">
              <a:extLst>
                <a:ext uri="{FF2B5EF4-FFF2-40B4-BE49-F238E27FC236}">
                  <a16:creationId xmlns:a16="http://schemas.microsoft.com/office/drawing/2014/main" id="{F5F0C4C6-AF74-44DA-9406-3E7AED384149}"/>
                </a:ext>
              </a:extLst>
            </p:cNvPr>
            <p:cNvGrpSpPr/>
            <p:nvPr/>
          </p:nvGrpSpPr>
          <p:grpSpPr>
            <a:xfrm>
              <a:off x="481914" y="478968"/>
              <a:ext cx="11532990" cy="5878800"/>
              <a:chOff x="329514" y="326568"/>
              <a:chExt cx="11532990" cy="5878800"/>
            </a:xfrm>
          </p:grpSpPr>
          <p:grpSp>
            <p:nvGrpSpPr>
              <p:cNvPr id="398" name="Group 397">
                <a:extLst>
                  <a:ext uri="{FF2B5EF4-FFF2-40B4-BE49-F238E27FC236}">
                    <a16:creationId xmlns:a16="http://schemas.microsoft.com/office/drawing/2014/main" id="{959629C5-B76B-49DB-8665-BCCF0700AEA9}"/>
                  </a:ext>
                </a:extLst>
              </p:cNvPr>
              <p:cNvGrpSpPr/>
              <p:nvPr/>
            </p:nvGrpSpPr>
            <p:grpSpPr>
              <a:xfrm>
                <a:off x="329514" y="326568"/>
                <a:ext cx="11532990" cy="5878800"/>
                <a:chOff x="329514" y="7659249"/>
                <a:chExt cx="11532990" cy="290284"/>
              </a:xfrm>
            </p:grpSpPr>
            <p:cxnSp>
              <p:nvCxnSpPr>
                <p:cNvPr id="419" name="Straight Connector 418">
                  <a:extLst>
                    <a:ext uri="{FF2B5EF4-FFF2-40B4-BE49-F238E27FC236}">
                      <a16:creationId xmlns:a16="http://schemas.microsoft.com/office/drawing/2014/main" id="{02A9E9C8-12EF-4FD8-B59F-AD9AFA41F250}"/>
                    </a:ext>
                  </a:extLst>
                </p:cNvPr>
                <p:cNvCxnSpPr/>
                <p:nvPr/>
              </p:nvCxnSpPr>
              <p:spPr>
                <a:xfrm>
                  <a:off x="329514"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0" name="Straight Connector 419">
                  <a:extLst>
                    <a:ext uri="{FF2B5EF4-FFF2-40B4-BE49-F238E27FC236}">
                      <a16:creationId xmlns:a16="http://schemas.microsoft.com/office/drawing/2014/main" id="{89F3C64C-E468-4B31-B0E8-E457A553D7FF}"/>
                    </a:ext>
                  </a:extLst>
                </p:cNvPr>
                <p:cNvCxnSpPr/>
                <p:nvPr/>
              </p:nvCxnSpPr>
              <p:spPr>
                <a:xfrm>
                  <a:off x="988542"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1" name="Straight Connector 420">
                  <a:extLst>
                    <a:ext uri="{FF2B5EF4-FFF2-40B4-BE49-F238E27FC236}">
                      <a16:creationId xmlns:a16="http://schemas.microsoft.com/office/drawing/2014/main" id="{8D3063DD-D920-4264-AC88-BA167696829E}"/>
                    </a:ext>
                  </a:extLst>
                </p:cNvPr>
                <p:cNvCxnSpPr/>
                <p:nvPr/>
              </p:nvCxnSpPr>
              <p:spPr>
                <a:xfrm>
                  <a:off x="659028"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2" name="Straight Connector 421">
                  <a:extLst>
                    <a:ext uri="{FF2B5EF4-FFF2-40B4-BE49-F238E27FC236}">
                      <a16:creationId xmlns:a16="http://schemas.microsoft.com/office/drawing/2014/main" id="{D4D63840-5FEB-44F8-8D70-127D1369FFA3}"/>
                    </a:ext>
                  </a:extLst>
                </p:cNvPr>
                <p:cNvCxnSpPr/>
                <p:nvPr/>
              </p:nvCxnSpPr>
              <p:spPr>
                <a:xfrm>
                  <a:off x="1647570"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3" name="Straight Connector 422">
                  <a:extLst>
                    <a:ext uri="{FF2B5EF4-FFF2-40B4-BE49-F238E27FC236}">
                      <a16:creationId xmlns:a16="http://schemas.microsoft.com/office/drawing/2014/main" id="{0CBB9098-BD71-4673-A661-673C0DF5AA6F}"/>
                    </a:ext>
                  </a:extLst>
                </p:cNvPr>
                <p:cNvCxnSpPr/>
                <p:nvPr/>
              </p:nvCxnSpPr>
              <p:spPr>
                <a:xfrm>
                  <a:off x="1318056"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4" name="Straight Connector 423">
                  <a:extLst>
                    <a:ext uri="{FF2B5EF4-FFF2-40B4-BE49-F238E27FC236}">
                      <a16:creationId xmlns:a16="http://schemas.microsoft.com/office/drawing/2014/main" id="{AE6C7DA8-1FA1-44CA-BBB0-7D6022833D6E}"/>
                    </a:ext>
                  </a:extLst>
                </p:cNvPr>
                <p:cNvCxnSpPr/>
                <p:nvPr/>
              </p:nvCxnSpPr>
              <p:spPr>
                <a:xfrm>
                  <a:off x="2306598"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5" name="Straight Connector 424">
                  <a:extLst>
                    <a:ext uri="{FF2B5EF4-FFF2-40B4-BE49-F238E27FC236}">
                      <a16:creationId xmlns:a16="http://schemas.microsoft.com/office/drawing/2014/main" id="{BFC41C42-B367-483A-85C2-C14AD27777F4}"/>
                    </a:ext>
                  </a:extLst>
                </p:cNvPr>
                <p:cNvCxnSpPr/>
                <p:nvPr/>
              </p:nvCxnSpPr>
              <p:spPr>
                <a:xfrm>
                  <a:off x="1977084"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6" name="Straight Connector 425">
                  <a:extLst>
                    <a:ext uri="{FF2B5EF4-FFF2-40B4-BE49-F238E27FC236}">
                      <a16:creationId xmlns:a16="http://schemas.microsoft.com/office/drawing/2014/main" id="{358DD47D-7968-4930-92AC-399D6F78B6DE}"/>
                    </a:ext>
                  </a:extLst>
                </p:cNvPr>
                <p:cNvCxnSpPr/>
                <p:nvPr/>
              </p:nvCxnSpPr>
              <p:spPr>
                <a:xfrm>
                  <a:off x="2965626"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7" name="Straight Connector 426">
                  <a:extLst>
                    <a:ext uri="{FF2B5EF4-FFF2-40B4-BE49-F238E27FC236}">
                      <a16:creationId xmlns:a16="http://schemas.microsoft.com/office/drawing/2014/main" id="{6535C280-03E8-4C3A-AD39-C8114747A35F}"/>
                    </a:ext>
                  </a:extLst>
                </p:cNvPr>
                <p:cNvCxnSpPr/>
                <p:nvPr/>
              </p:nvCxnSpPr>
              <p:spPr>
                <a:xfrm>
                  <a:off x="2636112"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8" name="Straight Connector 427">
                  <a:extLst>
                    <a:ext uri="{FF2B5EF4-FFF2-40B4-BE49-F238E27FC236}">
                      <a16:creationId xmlns:a16="http://schemas.microsoft.com/office/drawing/2014/main" id="{8D3D78D7-5C2E-4798-A67C-C267B0B1D939}"/>
                    </a:ext>
                  </a:extLst>
                </p:cNvPr>
                <p:cNvCxnSpPr/>
                <p:nvPr/>
              </p:nvCxnSpPr>
              <p:spPr>
                <a:xfrm>
                  <a:off x="3624654"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9" name="Straight Connector 428">
                  <a:extLst>
                    <a:ext uri="{FF2B5EF4-FFF2-40B4-BE49-F238E27FC236}">
                      <a16:creationId xmlns:a16="http://schemas.microsoft.com/office/drawing/2014/main" id="{963B44B9-A70E-4BE5-9E17-9770183E6124}"/>
                    </a:ext>
                  </a:extLst>
                </p:cNvPr>
                <p:cNvCxnSpPr/>
                <p:nvPr/>
              </p:nvCxnSpPr>
              <p:spPr>
                <a:xfrm>
                  <a:off x="3295140"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0" name="Straight Connector 429">
                  <a:extLst>
                    <a:ext uri="{FF2B5EF4-FFF2-40B4-BE49-F238E27FC236}">
                      <a16:creationId xmlns:a16="http://schemas.microsoft.com/office/drawing/2014/main" id="{68EDB83C-0A75-4145-B5C0-C0E3F8789DFC}"/>
                    </a:ext>
                  </a:extLst>
                </p:cNvPr>
                <p:cNvCxnSpPr/>
                <p:nvPr/>
              </p:nvCxnSpPr>
              <p:spPr>
                <a:xfrm>
                  <a:off x="4283682"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1" name="Straight Connector 430">
                  <a:extLst>
                    <a:ext uri="{FF2B5EF4-FFF2-40B4-BE49-F238E27FC236}">
                      <a16:creationId xmlns:a16="http://schemas.microsoft.com/office/drawing/2014/main" id="{BBCC3B8A-B34D-4E0B-8347-DD64E2A84B3A}"/>
                    </a:ext>
                  </a:extLst>
                </p:cNvPr>
                <p:cNvCxnSpPr/>
                <p:nvPr/>
              </p:nvCxnSpPr>
              <p:spPr>
                <a:xfrm>
                  <a:off x="3954168"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2" name="Straight Connector 431">
                  <a:extLst>
                    <a:ext uri="{FF2B5EF4-FFF2-40B4-BE49-F238E27FC236}">
                      <a16:creationId xmlns:a16="http://schemas.microsoft.com/office/drawing/2014/main" id="{AAF00C96-4D66-4B1A-84AC-695270EC1949}"/>
                    </a:ext>
                  </a:extLst>
                </p:cNvPr>
                <p:cNvCxnSpPr/>
                <p:nvPr/>
              </p:nvCxnSpPr>
              <p:spPr>
                <a:xfrm>
                  <a:off x="4942710"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3" name="Straight Connector 432">
                  <a:extLst>
                    <a:ext uri="{FF2B5EF4-FFF2-40B4-BE49-F238E27FC236}">
                      <a16:creationId xmlns:a16="http://schemas.microsoft.com/office/drawing/2014/main" id="{68119A2B-33F4-4F0D-829E-3830B2AA19B4}"/>
                    </a:ext>
                  </a:extLst>
                </p:cNvPr>
                <p:cNvCxnSpPr/>
                <p:nvPr/>
              </p:nvCxnSpPr>
              <p:spPr>
                <a:xfrm>
                  <a:off x="4613196"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4" name="Straight Connector 433">
                  <a:extLst>
                    <a:ext uri="{FF2B5EF4-FFF2-40B4-BE49-F238E27FC236}">
                      <a16:creationId xmlns:a16="http://schemas.microsoft.com/office/drawing/2014/main" id="{BE044DB2-3DB7-4CAC-9CFD-9EB229E8EEFA}"/>
                    </a:ext>
                  </a:extLst>
                </p:cNvPr>
                <p:cNvCxnSpPr/>
                <p:nvPr/>
              </p:nvCxnSpPr>
              <p:spPr>
                <a:xfrm>
                  <a:off x="5601738"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5" name="Straight Connector 434">
                  <a:extLst>
                    <a:ext uri="{FF2B5EF4-FFF2-40B4-BE49-F238E27FC236}">
                      <a16:creationId xmlns:a16="http://schemas.microsoft.com/office/drawing/2014/main" id="{1662EB9E-F6CC-4767-B511-446BFF3310A5}"/>
                    </a:ext>
                  </a:extLst>
                </p:cNvPr>
                <p:cNvCxnSpPr/>
                <p:nvPr/>
              </p:nvCxnSpPr>
              <p:spPr>
                <a:xfrm>
                  <a:off x="5272224"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6" name="Straight Connector 435">
                  <a:extLst>
                    <a:ext uri="{FF2B5EF4-FFF2-40B4-BE49-F238E27FC236}">
                      <a16:creationId xmlns:a16="http://schemas.microsoft.com/office/drawing/2014/main" id="{712FC8C6-80C9-42C3-8597-F06F99307F77}"/>
                    </a:ext>
                  </a:extLst>
                </p:cNvPr>
                <p:cNvCxnSpPr/>
                <p:nvPr/>
              </p:nvCxnSpPr>
              <p:spPr>
                <a:xfrm>
                  <a:off x="6260766"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7" name="Straight Connector 436">
                  <a:extLst>
                    <a:ext uri="{FF2B5EF4-FFF2-40B4-BE49-F238E27FC236}">
                      <a16:creationId xmlns:a16="http://schemas.microsoft.com/office/drawing/2014/main" id="{F0B16139-98C1-4AC9-881B-46A24931F232}"/>
                    </a:ext>
                  </a:extLst>
                </p:cNvPr>
                <p:cNvCxnSpPr/>
                <p:nvPr/>
              </p:nvCxnSpPr>
              <p:spPr>
                <a:xfrm>
                  <a:off x="5931252"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8" name="Straight Connector 437">
                  <a:extLst>
                    <a:ext uri="{FF2B5EF4-FFF2-40B4-BE49-F238E27FC236}">
                      <a16:creationId xmlns:a16="http://schemas.microsoft.com/office/drawing/2014/main" id="{DBE2C112-6430-4C7E-A8E2-C78E2AB2EA12}"/>
                    </a:ext>
                  </a:extLst>
                </p:cNvPr>
                <p:cNvCxnSpPr/>
                <p:nvPr/>
              </p:nvCxnSpPr>
              <p:spPr>
                <a:xfrm>
                  <a:off x="6919794"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9" name="Straight Connector 438">
                  <a:extLst>
                    <a:ext uri="{FF2B5EF4-FFF2-40B4-BE49-F238E27FC236}">
                      <a16:creationId xmlns:a16="http://schemas.microsoft.com/office/drawing/2014/main" id="{726957DF-47ED-4D65-8800-F085ACCFE1FD}"/>
                    </a:ext>
                  </a:extLst>
                </p:cNvPr>
                <p:cNvCxnSpPr/>
                <p:nvPr/>
              </p:nvCxnSpPr>
              <p:spPr>
                <a:xfrm>
                  <a:off x="6590280"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0" name="Straight Connector 439">
                  <a:extLst>
                    <a:ext uri="{FF2B5EF4-FFF2-40B4-BE49-F238E27FC236}">
                      <a16:creationId xmlns:a16="http://schemas.microsoft.com/office/drawing/2014/main" id="{9F196261-542D-486A-9DF7-3BDA9086CB5E}"/>
                    </a:ext>
                  </a:extLst>
                </p:cNvPr>
                <p:cNvCxnSpPr/>
                <p:nvPr/>
              </p:nvCxnSpPr>
              <p:spPr>
                <a:xfrm>
                  <a:off x="7578822"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1" name="Straight Connector 440">
                  <a:extLst>
                    <a:ext uri="{FF2B5EF4-FFF2-40B4-BE49-F238E27FC236}">
                      <a16:creationId xmlns:a16="http://schemas.microsoft.com/office/drawing/2014/main" id="{36C706F6-7F4F-430A-90EC-C0DC7DCE228B}"/>
                    </a:ext>
                  </a:extLst>
                </p:cNvPr>
                <p:cNvCxnSpPr/>
                <p:nvPr/>
              </p:nvCxnSpPr>
              <p:spPr>
                <a:xfrm>
                  <a:off x="7249308"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2" name="Straight Connector 441">
                  <a:extLst>
                    <a:ext uri="{FF2B5EF4-FFF2-40B4-BE49-F238E27FC236}">
                      <a16:creationId xmlns:a16="http://schemas.microsoft.com/office/drawing/2014/main" id="{68683E7A-6DE0-456C-A371-DE6E051982F6}"/>
                    </a:ext>
                  </a:extLst>
                </p:cNvPr>
                <p:cNvCxnSpPr/>
                <p:nvPr/>
              </p:nvCxnSpPr>
              <p:spPr>
                <a:xfrm>
                  <a:off x="8237850"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3" name="Straight Connector 442">
                  <a:extLst>
                    <a:ext uri="{FF2B5EF4-FFF2-40B4-BE49-F238E27FC236}">
                      <a16:creationId xmlns:a16="http://schemas.microsoft.com/office/drawing/2014/main" id="{16C0EFE9-00B1-4B1E-B245-DCA3630F08EF}"/>
                    </a:ext>
                  </a:extLst>
                </p:cNvPr>
                <p:cNvCxnSpPr/>
                <p:nvPr/>
              </p:nvCxnSpPr>
              <p:spPr>
                <a:xfrm>
                  <a:off x="7908336"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4" name="Straight Connector 443">
                  <a:extLst>
                    <a:ext uri="{FF2B5EF4-FFF2-40B4-BE49-F238E27FC236}">
                      <a16:creationId xmlns:a16="http://schemas.microsoft.com/office/drawing/2014/main" id="{B9E321CF-F559-4D9F-A3B4-515E0F43B7A6}"/>
                    </a:ext>
                  </a:extLst>
                </p:cNvPr>
                <p:cNvCxnSpPr/>
                <p:nvPr/>
              </p:nvCxnSpPr>
              <p:spPr>
                <a:xfrm>
                  <a:off x="8896878"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5" name="Straight Connector 444">
                  <a:extLst>
                    <a:ext uri="{FF2B5EF4-FFF2-40B4-BE49-F238E27FC236}">
                      <a16:creationId xmlns:a16="http://schemas.microsoft.com/office/drawing/2014/main" id="{DA046096-6B41-4E77-B4B0-62D292EB04F7}"/>
                    </a:ext>
                  </a:extLst>
                </p:cNvPr>
                <p:cNvCxnSpPr/>
                <p:nvPr/>
              </p:nvCxnSpPr>
              <p:spPr>
                <a:xfrm>
                  <a:off x="8567364"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6" name="Straight Connector 445">
                  <a:extLst>
                    <a:ext uri="{FF2B5EF4-FFF2-40B4-BE49-F238E27FC236}">
                      <a16:creationId xmlns:a16="http://schemas.microsoft.com/office/drawing/2014/main" id="{C91DBEC2-AD48-44B7-99C8-BC05A0CFA508}"/>
                    </a:ext>
                  </a:extLst>
                </p:cNvPr>
                <p:cNvCxnSpPr/>
                <p:nvPr/>
              </p:nvCxnSpPr>
              <p:spPr>
                <a:xfrm>
                  <a:off x="9555906"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7" name="Straight Connector 446">
                  <a:extLst>
                    <a:ext uri="{FF2B5EF4-FFF2-40B4-BE49-F238E27FC236}">
                      <a16:creationId xmlns:a16="http://schemas.microsoft.com/office/drawing/2014/main" id="{F6249704-D7A1-4294-B54F-533A95218730}"/>
                    </a:ext>
                  </a:extLst>
                </p:cNvPr>
                <p:cNvCxnSpPr/>
                <p:nvPr/>
              </p:nvCxnSpPr>
              <p:spPr>
                <a:xfrm>
                  <a:off x="9226392"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8" name="Straight Connector 447">
                  <a:extLst>
                    <a:ext uri="{FF2B5EF4-FFF2-40B4-BE49-F238E27FC236}">
                      <a16:creationId xmlns:a16="http://schemas.microsoft.com/office/drawing/2014/main" id="{31248934-071C-42C7-B4CE-819AE60C2A10}"/>
                    </a:ext>
                  </a:extLst>
                </p:cNvPr>
                <p:cNvCxnSpPr/>
                <p:nvPr/>
              </p:nvCxnSpPr>
              <p:spPr>
                <a:xfrm>
                  <a:off x="10214934"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9" name="Straight Connector 448">
                  <a:extLst>
                    <a:ext uri="{FF2B5EF4-FFF2-40B4-BE49-F238E27FC236}">
                      <a16:creationId xmlns:a16="http://schemas.microsoft.com/office/drawing/2014/main" id="{0992A428-8766-42AD-A492-CCEF2552BFE8}"/>
                    </a:ext>
                  </a:extLst>
                </p:cNvPr>
                <p:cNvCxnSpPr/>
                <p:nvPr/>
              </p:nvCxnSpPr>
              <p:spPr>
                <a:xfrm>
                  <a:off x="9885420"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50" name="Straight Connector 449">
                  <a:extLst>
                    <a:ext uri="{FF2B5EF4-FFF2-40B4-BE49-F238E27FC236}">
                      <a16:creationId xmlns:a16="http://schemas.microsoft.com/office/drawing/2014/main" id="{A14CF3FB-E5AB-44B9-B5ED-D8A18177C53D}"/>
                    </a:ext>
                  </a:extLst>
                </p:cNvPr>
                <p:cNvCxnSpPr/>
                <p:nvPr/>
              </p:nvCxnSpPr>
              <p:spPr>
                <a:xfrm>
                  <a:off x="10873962"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51" name="Straight Connector 450">
                  <a:extLst>
                    <a:ext uri="{FF2B5EF4-FFF2-40B4-BE49-F238E27FC236}">
                      <a16:creationId xmlns:a16="http://schemas.microsoft.com/office/drawing/2014/main" id="{4DAF4BB5-AE87-4E23-89D7-5217AE443338}"/>
                    </a:ext>
                  </a:extLst>
                </p:cNvPr>
                <p:cNvCxnSpPr/>
                <p:nvPr/>
              </p:nvCxnSpPr>
              <p:spPr>
                <a:xfrm>
                  <a:off x="10544448"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52" name="Straight Connector 451">
                  <a:extLst>
                    <a:ext uri="{FF2B5EF4-FFF2-40B4-BE49-F238E27FC236}">
                      <a16:creationId xmlns:a16="http://schemas.microsoft.com/office/drawing/2014/main" id="{A042475F-8DDF-4B12-89F2-CAE2752D1D86}"/>
                    </a:ext>
                  </a:extLst>
                </p:cNvPr>
                <p:cNvCxnSpPr/>
                <p:nvPr/>
              </p:nvCxnSpPr>
              <p:spPr>
                <a:xfrm>
                  <a:off x="11532990"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53" name="Straight Connector 452">
                  <a:extLst>
                    <a:ext uri="{FF2B5EF4-FFF2-40B4-BE49-F238E27FC236}">
                      <a16:creationId xmlns:a16="http://schemas.microsoft.com/office/drawing/2014/main" id="{F64BE6EB-ED6F-4DBE-9783-C84E6F7865A4}"/>
                    </a:ext>
                  </a:extLst>
                </p:cNvPr>
                <p:cNvCxnSpPr/>
                <p:nvPr/>
              </p:nvCxnSpPr>
              <p:spPr>
                <a:xfrm>
                  <a:off x="11203476"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54" name="Straight Connector 453">
                  <a:extLst>
                    <a:ext uri="{FF2B5EF4-FFF2-40B4-BE49-F238E27FC236}">
                      <a16:creationId xmlns:a16="http://schemas.microsoft.com/office/drawing/2014/main" id="{08B729EE-88A3-48DB-BD13-99712E7729A5}"/>
                    </a:ext>
                  </a:extLst>
                </p:cNvPr>
                <p:cNvCxnSpPr/>
                <p:nvPr/>
              </p:nvCxnSpPr>
              <p:spPr>
                <a:xfrm>
                  <a:off x="11862504"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grpSp>
          <p:grpSp>
            <p:nvGrpSpPr>
              <p:cNvPr id="399" name="Group 398">
                <a:extLst>
                  <a:ext uri="{FF2B5EF4-FFF2-40B4-BE49-F238E27FC236}">
                    <a16:creationId xmlns:a16="http://schemas.microsoft.com/office/drawing/2014/main" id="{65C56642-1A38-44FE-A60F-896552CF671B}"/>
                  </a:ext>
                </a:extLst>
              </p:cNvPr>
              <p:cNvGrpSpPr/>
              <p:nvPr/>
            </p:nvGrpSpPr>
            <p:grpSpPr>
              <a:xfrm>
                <a:off x="329514" y="326571"/>
                <a:ext cx="11532972" cy="5878278"/>
                <a:chOff x="0" y="326571"/>
                <a:chExt cx="290286" cy="5878278"/>
              </a:xfrm>
            </p:grpSpPr>
            <p:cxnSp>
              <p:nvCxnSpPr>
                <p:cNvPr id="400" name="Straight Connector 399">
                  <a:extLst>
                    <a:ext uri="{FF2B5EF4-FFF2-40B4-BE49-F238E27FC236}">
                      <a16:creationId xmlns:a16="http://schemas.microsoft.com/office/drawing/2014/main" id="{2C9C3606-2AE4-4321-B0EC-ECF90B13BD0A}"/>
                    </a:ext>
                  </a:extLst>
                </p:cNvPr>
                <p:cNvCxnSpPr/>
                <p:nvPr/>
              </p:nvCxnSpPr>
              <p:spPr>
                <a:xfrm>
                  <a:off x="0" y="326571"/>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1" name="Straight Connector 400">
                  <a:extLst>
                    <a:ext uri="{FF2B5EF4-FFF2-40B4-BE49-F238E27FC236}">
                      <a16:creationId xmlns:a16="http://schemas.microsoft.com/office/drawing/2014/main" id="{1A873C48-9220-4A4F-BC71-7CFC8A5B3C11}"/>
                    </a:ext>
                  </a:extLst>
                </p:cNvPr>
                <p:cNvCxnSpPr/>
                <p:nvPr/>
              </p:nvCxnSpPr>
              <p:spPr>
                <a:xfrm>
                  <a:off x="0" y="979713"/>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2" name="Straight Connector 401">
                  <a:extLst>
                    <a:ext uri="{FF2B5EF4-FFF2-40B4-BE49-F238E27FC236}">
                      <a16:creationId xmlns:a16="http://schemas.microsoft.com/office/drawing/2014/main" id="{D207E6F9-7395-41EB-81D5-45C05DBAA4B9}"/>
                    </a:ext>
                  </a:extLst>
                </p:cNvPr>
                <p:cNvCxnSpPr/>
                <p:nvPr/>
              </p:nvCxnSpPr>
              <p:spPr>
                <a:xfrm>
                  <a:off x="0" y="653142"/>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3" name="Straight Connector 402">
                  <a:extLst>
                    <a:ext uri="{FF2B5EF4-FFF2-40B4-BE49-F238E27FC236}">
                      <a16:creationId xmlns:a16="http://schemas.microsoft.com/office/drawing/2014/main" id="{C8E4AA01-8939-4597-9530-FF1CC87186F9}"/>
                    </a:ext>
                  </a:extLst>
                </p:cNvPr>
                <p:cNvCxnSpPr/>
                <p:nvPr/>
              </p:nvCxnSpPr>
              <p:spPr>
                <a:xfrm>
                  <a:off x="0" y="1632855"/>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4" name="Straight Connector 403">
                  <a:extLst>
                    <a:ext uri="{FF2B5EF4-FFF2-40B4-BE49-F238E27FC236}">
                      <a16:creationId xmlns:a16="http://schemas.microsoft.com/office/drawing/2014/main" id="{188F81DE-648D-4C43-BD3E-66EEAE3DD217}"/>
                    </a:ext>
                  </a:extLst>
                </p:cNvPr>
                <p:cNvCxnSpPr/>
                <p:nvPr/>
              </p:nvCxnSpPr>
              <p:spPr>
                <a:xfrm>
                  <a:off x="0" y="1306284"/>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5" name="Straight Connector 404">
                  <a:extLst>
                    <a:ext uri="{FF2B5EF4-FFF2-40B4-BE49-F238E27FC236}">
                      <a16:creationId xmlns:a16="http://schemas.microsoft.com/office/drawing/2014/main" id="{7579E8F3-5233-418C-AEC5-F75DC38ACDEF}"/>
                    </a:ext>
                  </a:extLst>
                </p:cNvPr>
                <p:cNvCxnSpPr/>
                <p:nvPr/>
              </p:nvCxnSpPr>
              <p:spPr>
                <a:xfrm>
                  <a:off x="0" y="2285997"/>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6" name="Straight Connector 405">
                  <a:extLst>
                    <a:ext uri="{FF2B5EF4-FFF2-40B4-BE49-F238E27FC236}">
                      <a16:creationId xmlns:a16="http://schemas.microsoft.com/office/drawing/2014/main" id="{8AF5C722-A59C-4548-A78C-2345421CFC5B}"/>
                    </a:ext>
                  </a:extLst>
                </p:cNvPr>
                <p:cNvCxnSpPr/>
                <p:nvPr/>
              </p:nvCxnSpPr>
              <p:spPr>
                <a:xfrm>
                  <a:off x="0" y="1959426"/>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7" name="Straight Connector 406">
                  <a:extLst>
                    <a:ext uri="{FF2B5EF4-FFF2-40B4-BE49-F238E27FC236}">
                      <a16:creationId xmlns:a16="http://schemas.microsoft.com/office/drawing/2014/main" id="{FF13D5CD-6DDC-4084-B2C7-FDF30A5CFA7D}"/>
                    </a:ext>
                  </a:extLst>
                </p:cNvPr>
                <p:cNvCxnSpPr/>
                <p:nvPr/>
              </p:nvCxnSpPr>
              <p:spPr>
                <a:xfrm>
                  <a:off x="0" y="2939139"/>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8" name="Straight Connector 407">
                  <a:extLst>
                    <a:ext uri="{FF2B5EF4-FFF2-40B4-BE49-F238E27FC236}">
                      <a16:creationId xmlns:a16="http://schemas.microsoft.com/office/drawing/2014/main" id="{D7BC1EF2-4039-47AD-BD61-3AB0165C5F48}"/>
                    </a:ext>
                  </a:extLst>
                </p:cNvPr>
                <p:cNvCxnSpPr/>
                <p:nvPr/>
              </p:nvCxnSpPr>
              <p:spPr>
                <a:xfrm>
                  <a:off x="0" y="2612568"/>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9" name="Straight Connector 408">
                  <a:extLst>
                    <a:ext uri="{FF2B5EF4-FFF2-40B4-BE49-F238E27FC236}">
                      <a16:creationId xmlns:a16="http://schemas.microsoft.com/office/drawing/2014/main" id="{449BF3C1-748F-448A-BD0C-09206B9E5160}"/>
                    </a:ext>
                  </a:extLst>
                </p:cNvPr>
                <p:cNvCxnSpPr/>
                <p:nvPr/>
              </p:nvCxnSpPr>
              <p:spPr>
                <a:xfrm>
                  <a:off x="0" y="3592281"/>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0" name="Straight Connector 409">
                  <a:extLst>
                    <a:ext uri="{FF2B5EF4-FFF2-40B4-BE49-F238E27FC236}">
                      <a16:creationId xmlns:a16="http://schemas.microsoft.com/office/drawing/2014/main" id="{C2D8A61B-9F96-4CCA-8C5F-F2946CB4AC21}"/>
                    </a:ext>
                  </a:extLst>
                </p:cNvPr>
                <p:cNvCxnSpPr/>
                <p:nvPr/>
              </p:nvCxnSpPr>
              <p:spPr>
                <a:xfrm>
                  <a:off x="0" y="3265710"/>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1" name="Straight Connector 410">
                  <a:extLst>
                    <a:ext uri="{FF2B5EF4-FFF2-40B4-BE49-F238E27FC236}">
                      <a16:creationId xmlns:a16="http://schemas.microsoft.com/office/drawing/2014/main" id="{43AA27A5-2ECA-4563-853C-8E000E0E219D}"/>
                    </a:ext>
                  </a:extLst>
                </p:cNvPr>
                <p:cNvCxnSpPr/>
                <p:nvPr/>
              </p:nvCxnSpPr>
              <p:spPr>
                <a:xfrm>
                  <a:off x="0" y="4245423"/>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2" name="Straight Connector 411">
                  <a:extLst>
                    <a:ext uri="{FF2B5EF4-FFF2-40B4-BE49-F238E27FC236}">
                      <a16:creationId xmlns:a16="http://schemas.microsoft.com/office/drawing/2014/main" id="{FE237B36-493C-4D63-AE3D-2895039F2098}"/>
                    </a:ext>
                  </a:extLst>
                </p:cNvPr>
                <p:cNvCxnSpPr/>
                <p:nvPr/>
              </p:nvCxnSpPr>
              <p:spPr>
                <a:xfrm>
                  <a:off x="0" y="3918852"/>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3" name="Straight Connector 412">
                  <a:extLst>
                    <a:ext uri="{FF2B5EF4-FFF2-40B4-BE49-F238E27FC236}">
                      <a16:creationId xmlns:a16="http://schemas.microsoft.com/office/drawing/2014/main" id="{C61F7156-CFDC-453A-8600-BFB0308C1EED}"/>
                    </a:ext>
                  </a:extLst>
                </p:cNvPr>
                <p:cNvCxnSpPr/>
                <p:nvPr/>
              </p:nvCxnSpPr>
              <p:spPr>
                <a:xfrm>
                  <a:off x="0" y="4898565"/>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4" name="Straight Connector 413">
                  <a:extLst>
                    <a:ext uri="{FF2B5EF4-FFF2-40B4-BE49-F238E27FC236}">
                      <a16:creationId xmlns:a16="http://schemas.microsoft.com/office/drawing/2014/main" id="{D5D9B0D5-F782-4988-A201-54C8A8781601}"/>
                    </a:ext>
                  </a:extLst>
                </p:cNvPr>
                <p:cNvCxnSpPr/>
                <p:nvPr/>
              </p:nvCxnSpPr>
              <p:spPr>
                <a:xfrm>
                  <a:off x="0" y="4571994"/>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5" name="Straight Connector 414">
                  <a:extLst>
                    <a:ext uri="{FF2B5EF4-FFF2-40B4-BE49-F238E27FC236}">
                      <a16:creationId xmlns:a16="http://schemas.microsoft.com/office/drawing/2014/main" id="{7E95871F-98D2-45D8-839E-862CC3E19F06}"/>
                    </a:ext>
                  </a:extLst>
                </p:cNvPr>
                <p:cNvCxnSpPr/>
                <p:nvPr/>
              </p:nvCxnSpPr>
              <p:spPr>
                <a:xfrm>
                  <a:off x="0" y="6204849"/>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6" name="Straight Connector 415">
                  <a:extLst>
                    <a:ext uri="{FF2B5EF4-FFF2-40B4-BE49-F238E27FC236}">
                      <a16:creationId xmlns:a16="http://schemas.microsoft.com/office/drawing/2014/main" id="{9D3F01A2-DF4E-477F-ADD3-45C5320AC6AA}"/>
                    </a:ext>
                  </a:extLst>
                </p:cNvPr>
                <p:cNvCxnSpPr/>
                <p:nvPr/>
              </p:nvCxnSpPr>
              <p:spPr>
                <a:xfrm>
                  <a:off x="0" y="5225136"/>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7" name="Straight Connector 416">
                  <a:extLst>
                    <a:ext uri="{FF2B5EF4-FFF2-40B4-BE49-F238E27FC236}">
                      <a16:creationId xmlns:a16="http://schemas.microsoft.com/office/drawing/2014/main" id="{BCEFF40D-D627-4E9B-A0F1-99E0118F85CD}"/>
                    </a:ext>
                  </a:extLst>
                </p:cNvPr>
                <p:cNvCxnSpPr/>
                <p:nvPr/>
              </p:nvCxnSpPr>
              <p:spPr>
                <a:xfrm>
                  <a:off x="0" y="5551707"/>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8" name="Straight Connector 417">
                  <a:extLst>
                    <a:ext uri="{FF2B5EF4-FFF2-40B4-BE49-F238E27FC236}">
                      <a16:creationId xmlns:a16="http://schemas.microsoft.com/office/drawing/2014/main" id="{D3DF13EE-50B3-421B-869D-C83D8FBFFBAE}"/>
                    </a:ext>
                  </a:extLst>
                </p:cNvPr>
                <p:cNvCxnSpPr/>
                <p:nvPr/>
              </p:nvCxnSpPr>
              <p:spPr>
                <a:xfrm>
                  <a:off x="0" y="5878278"/>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grpSp>
        </p:grpSp>
      </p:grpSp>
      <p:grpSp>
        <p:nvGrpSpPr>
          <p:cNvPr id="30" name="Master Grid Edge">
            <a:extLst>
              <a:ext uri="{FF2B5EF4-FFF2-40B4-BE49-F238E27FC236}">
                <a16:creationId xmlns:a16="http://schemas.microsoft.com/office/drawing/2014/main" id="{41418BFA-A91B-4B61-9FA9-3B2768EF5BB6}"/>
              </a:ext>
            </a:extLst>
          </p:cNvPr>
          <p:cNvGrpSpPr/>
          <p:nvPr userDrawn="1"/>
        </p:nvGrpSpPr>
        <p:grpSpPr>
          <a:xfrm>
            <a:off x="-435429" y="-435426"/>
            <a:ext cx="13043121" cy="7728852"/>
            <a:chOff x="-435429" y="-435426"/>
            <a:chExt cx="13043121" cy="7728852"/>
          </a:xfrm>
        </p:grpSpPr>
        <p:grpSp>
          <p:nvGrpSpPr>
            <p:cNvPr id="28" name="Group 27">
              <a:extLst>
                <a:ext uri="{FF2B5EF4-FFF2-40B4-BE49-F238E27FC236}">
                  <a16:creationId xmlns:a16="http://schemas.microsoft.com/office/drawing/2014/main" id="{D6427D9B-3B8B-4C38-9C39-5EF7E502DBA0}"/>
                </a:ext>
              </a:extLst>
            </p:cNvPr>
            <p:cNvGrpSpPr/>
            <p:nvPr userDrawn="1"/>
          </p:nvGrpSpPr>
          <p:grpSpPr>
            <a:xfrm>
              <a:off x="-435429" y="-435426"/>
              <a:ext cx="13043121" cy="7728852"/>
              <a:chOff x="-435429" y="-435426"/>
              <a:chExt cx="13043121" cy="7728852"/>
            </a:xfrm>
          </p:grpSpPr>
          <p:cxnSp>
            <p:nvCxnSpPr>
              <p:cNvPr id="1372" name="Straight Connector 1371">
                <a:extLst>
                  <a:ext uri="{FF2B5EF4-FFF2-40B4-BE49-F238E27FC236}">
                    <a16:creationId xmlns:a16="http://schemas.microsoft.com/office/drawing/2014/main" id="{0D48C6F6-C67A-4B0B-B83C-83FFE41B7A91}"/>
                  </a:ext>
                </a:extLst>
              </p:cNvPr>
              <p:cNvCxnSpPr/>
              <p:nvPr userDrawn="1"/>
            </p:nvCxnSpPr>
            <p:spPr>
              <a:xfrm>
                <a:off x="-435429" y="489854"/>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73" name="Straight Connector 1372">
                <a:extLst>
                  <a:ext uri="{FF2B5EF4-FFF2-40B4-BE49-F238E27FC236}">
                    <a16:creationId xmlns:a16="http://schemas.microsoft.com/office/drawing/2014/main" id="{8FE3C9B7-A179-4ABC-9EFA-E64C716A22AA}"/>
                  </a:ext>
                </a:extLst>
              </p:cNvPr>
              <p:cNvCxnSpPr/>
              <p:nvPr userDrawn="1"/>
            </p:nvCxnSpPr>
            <p:spPr>
              <a:xfrm>
                <a:off x="-435429" y="326568"/>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74" name="Straight Connector 1373">
                <a:extLst>
                  <a:ext uri="{FF2B5EF4-FFF2-40B4-BE49-F238E27FC236}">
                    <a16:creationId xmlns:a16="http://schemas.microsoft.com/office/drawing/2014/main" id="{E2A92BC7-4BD2-46A9-8859-77DBDB17E323}"/>
                  </a:ext>
                </a:extLst>
              </p:cNvPr>
              <p:cNvCxnSpPr/>
              <p:nvPr userDrawn="1"/>
            </p:nvCxnSpPr>
            <p:spPr>
              <a:xfrm>
                <a:off x="-435429" y="816425"/>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75" name="Straight Connector 1374">
                <a:extLst>
                  <a:ext uri="{FF2B5EF4-FFF2-40B4-BE49-F238E27FC236}">
                    <a16:creationId xmlns:a16="http://schemas.microsoft.com/office/drawing/2014/main" id="{4CA4EEE7-B75B-49B7-8459-BDC1C0DC2F21}"/>
                  </a:ext>
                </a:extLst>
              </p:cNvPr>
              <p:cNvCxnSpPr/>
              <p:nvPr userDrawn="1"/>
            </p:nvCxnSpPr>
            <p:spPr>
              <a:xfrm>
                <a:off x="-435429" y="653139"/>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76" name="Straight Connector 1375">
                <a:extLst>
                  <a:ext uri="{FF2B5EF4-FFF2-40B4-BE49-F238E27FC236}">
                    <a16:creationId xmlns:a16="http://schemas.microsoft.com/office/drawing/2014/main" id="{5115D53E-92C1-4E8B-A0DC-15EA4127FA95}"/>
                  </a:ext>
                </a:extLst>
              </p:cNvPr>
              <p:cNvCxnSpPr/>
              <p:nvPr userDrawn="1"/>
            </p:nvCxnSpPr>
            <p:spPr>
              <a:xfrm>
                <a:off x="-435429" y="1142996"/>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77" name="Straight Connector 1376">
                <a:extLst>
                  <a:ext uri="{FF2B5EF4-FFF2-40B4-BE49-F238E27FC236}">
                    <a16:creationId xmlns:a16="http://schemas.microsoft.com/office/drawing/2014/main" id="{A93C7B30-888B-4742-88C6-ECD3AB574BE0}"/>
                  </a:ext>
                </a:extLst>
              </p:cNvPr>
              <p:cNvCxnSpPr/>
              <p:nvPr userDrawn="1"/>
            </p:nvCxnSpPr>
            <p:spPr>
              <a:xfrm>
                <a:off x="-435429" y="979710"/>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78" name="Straight Connector 1377">
                <a:extLst>
                  <a:ext uri="{FF2B5EF4-FFF2-40B4-BE49-F238E27FC236}">
                    <a16:creationId xmlns:a16="http://schemas.microsoft.com/office/drawing/2014/main" id="{3C9085B0-4123-496B-8745-1EC1EE0DB992}"/>
                  </a:ext>
                </a:extLst>
              </p:cNvPr>
              <p:cNvCxnSpPr/>
              <p:nvPr userDrawn="1"/>
            </p:nvCxnSpPr>
            <p:spPr>
              <a:xfrm>
                <a:off x="-435429" y="1469567"/>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79" name="Straight Connector 1378">
                <a:extLst>
                  <a:ext uri="{FF2B5EF4-FFF2-40B4-BE49-F238E27FC236}">
                    <a16:creationId xmlns:a16="http://schemas.microsoft.com/office/drawing/2014/main" id="{CAD4C804-2FB1-454C-B59B-07C4CF426D47}"/>
                  </a:ext>
                </a:extLst>
              </p:cNvPr>
              <p:cNvCxnSpPr/>
              <p:nvPr userDrawn="1"/>
            </p:nvCxnSpPr>
            <p:spPr>
              <a:xfrm>
                <a:off x="-435429" y="1306281"/>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0" name="Straight Connector 1379">
                <a:extLst>
                  <a:ext uri="{FF2B5EF4-FFF2-40B4-BE49-F238E27FC236}">
                    <a16:creationId xmlns:a16="http://schemas.microsoft.com/office/drawing/2014/main" id="{3D11F836-0FE4-4E95-96CE-104A2D76FE2B}"/>
                  </a:ext>
                </a:extLst>
              </p:cNvPr>
              <p:cNvCxnSpPr/>
              <p:nvPr userDrawn="1"/>
            </p:nvCxnSpPr>
            <p:spPr>
              <a:xfrm>
                <a:off x="-435429" y="1796138"/>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1" name="Straight Connector 1380">
                <a:extLst>
                  <a:ext uri="{FF2B5EF4-FFF2-40B4-BE49-F238E27FC236}">
                    <a16:creationId xmlns:a16="http://schemas.microsoft.com/office/drawing/2014/main" id="{C6967465-01D9-4715-8A57-A31C9DF8260F}"/>
                  </a:ext>
                </a:extLst>
              </p:cNvPr>
              <p:cNvCxnSpPr/>
              <p:nvPr userDrawn="1"/>
            </p:nvCxnSpPr>
            <p:spPr>
              <a:xfrm>
                <a:off x="-435429" y="1632852"/>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2" name="Straight Connector 1381">
                <a:extLst>
                  <a:ext uri="{FF2B5EF4-FFF2-40B4-BE49-F238E27FC236}">
                    <a16:creationId xmlns:a16="http://schemas.microsoft.com/office/drawing/2014/main" id="{3DDC8228-B10D-4D8E-9206-B28493C02FA0}"/>
                  </a:ext>
                </a:extLst>
              </p:cNvPr>
              <p:cNvCxnSpPr/>
              <p:nvPr userDrawn="1"/>
            </p:nvCxnSpPr>
            <p:spPr>
              <a:xfrm>
                <a:off x="-435429" y="2122709"/>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3" name="Straight Connector 1382">
                <a:extLst>
                  <a:ext uri="{FF2B5EF4-FFF2-40B4-BE49-F238E27FC236}">
                    <a16:creationId xmlns:a16="http://schemas.microsoft.com/office/drawing/2014/main" id="{DC26D17E-F53E-47FE-841D-E40C315D6D8B}"/>
                  </a:ext>
                </a:extLst>
              </p:cNvPr>
              <p:cNvCxnSpPr/>
              <p:nvPr userDrawn="1"/>
            </p:nvCxnSpPr>
            <p:spPr>
              <a:xfrm>
                <a:off x="-435429" y="1959423"/>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4" name="Straight Connector 1383">
                <a:extLst>
                  <a:ext uri="{FF2B5EF4-FFF2-40B4-BE49-F238E27FC236}">
                    <a16:creationId xmlns:a16="http://schemas.microsoft.com/office/drawing/2014/main" id="{B73DA299-4D72-49FC-BE54-93714874307A}"/>
                  </a:ext>
                </a:extLst>
              </p:cNvPr>
              <p:cNvCxnSpPr/>
              <p:nvPr userDrawn="1"/>
            </p:nvCxnSpPr>
            <p:spPr>
              <a:xfrm>
                <a:off x="-435429" y="2449280"/>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5" name="Straight Connector 1384">
                <a:extLst>
                  <a:ext uri="{FF2B5EF4-FFF2-40B4-BE49-F238E27FC236}">
                    <a16:creationId xmlns:a16="http://schemas.microsoft.com/office/drawing/2014/main" id="{17920ECC-BC43-4AF0-B255-2BA40C6F6CD7}"/>
                  </a:ext>
                </a:extLst>
              </p:cNvPr>
              <p:cNvCxnSpPr/>
              <p:nvPr userDrawn="1"/>
            </p:nvCxnSpPr>
            <p:spPr>
              <a:xfrm>
                <a:off x="-435429" y="2285994"/>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6" name="Straight Connector 1385">
                <a:extLst>
                  <a:ext uri="{FF2B5EF4-FFF2-40B4-BE49-F238E27FC236}">
                    <a16:creationId xmlns:a16="http://schemas.microsoft.com/office/drawing/2014/main" id="{8FB481FB-0292-4FCA-8B3E-12A62FCFEF1D}"/>
                  </a:ext>
                </a:extLst>
              </p:cNvPr>
              <p:cNvCxnSpPr/>
              <p:nvPr userDrawn="1"/>
            </p:nvCxnSpPr>
            <p:spPr>
              <a:xfrm>
                <a:off x="-435429" y="2775851"/>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7" name="Straight Connector 1386">
                <a:extLst>
                  <a:ext uri="{FF2B5EF4-FFF2-40B4-BE49-F238E27FC236}">
                    <a16:creationId xmlns:a16="http://schemas.microsoft.com/office/drawing/2014/main" id="{D703CB35-60BE-4D86-8215-CE6E2C378AB7}"/>
                  </a:ext>
                </a:extLst>
              </p:cNvPr>
              <p:cNvCxnSpPr/>
              <p:nvPr userDrawn="1"/>
            </p:nvCxnSpPr>
            <p:spPr>
              <a:xfrm>
                <a:off x="-435429" y="2612565"/>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8" name="Straight Connector 1387">
                <a:extLst>
                  <a:ext uri="{FF2B5EF4-FFF2-40B4-BE49-F238E27FC236}">
                    <a16:creationId xmlns:a16="http://schemas.microsoft.com/office/drawing/2014/main" id="{95ED6DEF-8382-41F0-BA34-D1990921C17C}"/>
                  </a:ext>
                </a:extLst>
              </p:cNvPr>
              <p:cNvCxnSpPr/>
              <p:nvPr userDrawn="1"/>
            </p:nvCxnSpPr>
            <p:spPr>
              <a:xfrm>
                <a:off x="-435429" y="3102422"/>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9" name="Straight Connector 1388">
                <a:extLst>
                  <a:ext uri="{FF2B5EF4-FFF2-40B4-BE49-F238E27FC236}">
                    <a16:creationId xmlns:a16="http://schemas.microsoft.com/office/drawing/2014/main" id="{6C27E6DB-0F15-4E2D-8E21-C678DBB75C0B}"/>
                  </a:ext>
                </a:extLst>
              </p:cNvPr>
              <p:cNvCxnSpPr/>
              <p:nvPr userDrawn="1"/>
            </p:nvCxnSpPr>
            <p:spPr>
              <a:xfrm>
                <a:off x="-435429" y="2939136"/>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90" name="Straight Connector 1389">
                <a:extLst>
                  <a:ext uri="{FF2B5EF4-FFF2-40B4-BE49-F238E27FC236}">
                    <a16:creationId xmlns:a16="http://schemas.microsoft.com/office/drawing/2014/main" id="{BF769C77-89F5-4BBE-A43F-8B11A5BDFDFA}"/>
                  </a:ext>
                </a:extLst>
              </p:cNvPr>
              <p:cNvCxnSpPr/>
              <p:nvPr userDrawn="1"/>
            </p:nvCxnSpPr>
            <p:spPr>
              <a:xfrm>
                <a:off x="-435429" y="3428993"/>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91" name="Straight Connector 1390">
                <a:extLst>
                  <a:ext uri="{FF2B5EF4-FFF2-40B4-BE49-F238E27FC236}">
                    <a16:creationId xmlns:a16="http://schemas.microsoft.com/office/drawing/2014/main" id="{DF5C9025-ECF3-4784-8CA7-922D9F05A0E5}"/>
                  </a:ext>
                </a:extLst>
              </p:cNvPr>
              <p:cNvCxnSpPr/>
              <p:nvPr userDrawn="1"/>
            </p:nvCxnSpPr>
            <p:spPr>
              <a:xfrm>
                <a:off x="-435429" y="3265707"/>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92" name="Straight Connector 1391">
                <a:extLst>
                  <a:ext uri="{FF2B5EF4-FFF2-40B4-BE49-F238E27FC236}">
                    <a16:creationId xmlns:a16="http://schemas.microsoft.com/office/drawing/2014/main" id="{64CCA04E-0AAB-486A-86C5-306D99AF5676}"/>
                  </a:ext>
                </a:extLst>
              </p:cNvPr>
              <p:cNvCxnSpPr/>
              <p:nvPr userDrawn="1"/>
            </p:nvCxnSpPr>
            <p:spPr>
              <a:xfrm>
                <a:off x="-435429" y="3755564"/>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93" name="Straight Connector 1392">
                <a:extLst>
                  <a:ext uri="{FF2B5EF4-FFF2-40B4-BE49-F238E27FC236}">
                    <a16:creationId xmlns:a16="http://schemas.microsoft.com/office/drawing/2014/main" id="{210C58CF-20D4-4750-88FB-AC86507F47CA}"/>
                  </a:ext>
                </a:extLst>
              </p:cNvPr>
              <p:cNvCxnSpPr/>
              <p:nvPr userDrawn="1"/>
            </p:nvCxnSpPr>
            <p:spPr>
              <a:xfrm>
                <a:off x="-435429" y="3592278"/>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39" name="Straight Connector 1438">
                <a:extLst>
                  <a:ext uri="{FF2B5EF4-FFF2-40B4-BE49-F238E27FC236}">
                    <a16:creationId xmlns:a16="http://schemas.microsoft.com/office/drawing/2014/main" id="{EB1C2386-EBDC-4313-AD95-BC1EA3B00D44}"/>
                  </a:ext>
                </a:extLst>
              </p:cNvPr>
              <p:cNvCxnSpPr/>
              <p:nvPr userDrawn="1"/>
            </p:nvCxnSpPr>
            <p:spPr>
              <a:xfrm>
                <a:off x="-435429" y="4081755"/>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0" name="Straight Connector 1439">
                <a:extLst>
                  <a:ext uri="{FF2B5EF4-FFF2-40B4-BE49-F238E27FC236}">
                    <a16:creationId xmlns:a16="http://schemas.microsoft.com/office/drawing/2014/main" id="{2545E5FF-62E2-46A7-8308-13410B2A9EA3}"/>
                  </a:ext>
                </a:extLst>
              </p:cNvPr>
              <p:cNvCxnSpPr/>
              <p:nvPr userDrawn="1"/>
            </p:nvCxnSpPr>
            <p:spPr>
              <a:xfrm>
                <a:off x="-435429" y="3918469"/>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1" name="Straight Connector 1440">
                <a:extLst>
                  <a:ext uri="{FF2B5EF4-FFF2-40B4-BE49-F238E27FC236}">
                    <a16:creationId xmlns:a16="http://schemas.microsoft.com/office/drawing/2014/main" id="{7C5E659C-ED93-4A42-B7A2-7AF650A2AD91}"/>
                  </a:ext>
                </a:extLst>
              </p:cNvPr>
              <p:cNvCxnSpPr/>
              <p:nvPr userDrawn="1"/>
            </p:nvCxnSpPr>
            <p:spPr>
              <a:xfrm>
                <a:off x="-435429" y="4408326"/>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2" name="Straight Connector 1441">
                <a:extLst>
                  <a:ext uri="{FF2B5EF4-FFF2-40B4-BE49-F238E27FC236}">
                    <a16:creationId xmlns:a16="http://schemas.microsoft.com/office/drawing/2014/main" id="{29953017-3E4A-4B60-8EB9-F4E96C8A8677}"/>
                  </a:ext>
                </a:extLst>
              </p:cNvPr>
              <p:cNvCxnSpPr/>
              <p:nvPr userDrawn="1"/>
            </p:nvCxnSpPr>
            <p:spPr>
              <a:xfrm>
                <a:off x="-435429" y="4245040"/>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3" name="Straight Connector 1442">
                <a:extLst>
                  <a:ext uri="{FF2B5EF4-FFF2-40B4-BE49-F238E27FC236}">
                    <a16:creationId xmlns:a16="http://schemas.microsoft.com/office/drawing/2014/main" id="{D21B177D-3A5E-41D0-A723-CC1E031D6DAC}"/>
                  </a:ext>
                </a:extLst>
              </p:cNvPr>
              <p:cNvCxnSpPr/>
              <p:nvPr userDrawn="1"/>
            </p:nvCxnSpPr>
            <p:spPr>
              <a:xfrm>
                <a:off x="-435429" y="4734897"/>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4" name="Straight Connector 1443">
                <a:extLst>
                  <a:ext uri="{FF2B5EF4-FFF2-40B4-BE49-F238E27FC236}">
                    <a16:creationId xmlns:a16="http://schemas.microsoft.com/office/drawing/2014/main" id="{F1187375-C4BD-4100-AF13-3BB8C653B16D}"/>
                  </a:ext>
                </a:extLst>
              </p:cNvPr>
              <p:cNvCxnSpPr/>
              <p:nvPr userDrawn="1"/>
            </p:nvCxnSpPr>
            <p:spPr>
              <a:xfrm>
                <a:off x="-435429" y="4571611"/>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5" name="Straight Connector 1444">
                <a:extLst>
                  <a:ext uri="{FF2B5EF4-FFF2-40B4-BE49-F238E27FC236}">
                    <a16:creationId xmlns:a16="http://schemas.microsoft.com/office/drawing/2014/main" id="{F56B7F69-9FDA-41A9-8F04-515EA15E2AE5}"/>
                  </a:ext>
                </a:extLst>
              </p:cNvPr>
              <p:cNvCxnSpPr/>
              <p:nvPr userDrawn="1"/>
            </p:nvCxnSpPr>
            <p:spPr>
              <a:xfrm>
                <a:off x="-435429" y="5061468"/>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7" name="Straight Connector 1446">
                <a:extLst>
                  <a:ext uri="{FF2B5EF4-FFF2-40B4-BE49-F238E27FC236}">
                    <a16:creationId xmlns:a16="http://schemas.microsoft.com/office/drawing/2014/main" id="{869A711C-75DA-45CC-A10E-093533BD0499}"/>
                  </a:ext>
                </a:extLst>
              </p:cNvPr>
              <p:cNvCxnSpPr/>
              <p:nvPr userDrawn="1"/>
            </p:nvCxnSpPr>
            <p:spPr>
              <a:xfrm>
                <a:off x="-435429" y="5388039"/>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8" name="Straight Connector 1447">
                <a:extLst>
                  <a:ext uri="{FF2B5EF4-FFF2-40B4-BE49-F238E27FC236}">
                    <a16:creationId xmlns:a16="http://schemas.microsoft.com/office/drawing/2014/main" id="{D2BCB45F-F437-4A94-AF89-688ED352AD66}"/>
                  </a:ext>
                </a:extLst>
              </p:cNvPr>
              <p:cNvCxnSpPr/>
              <p:nvPr userDrawn="1"/>
            </p:nvCxnSpPr>
            <p:spPr>
              <a:xfrm>
                <a:off x="-435429" y="5224753"/>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9" name="Straight Connector 1448">
                <a:extLst>
                  <a:ext uri="{FF2B5EF4-FFF2-40B4-BE49-F238E27FC236}">
                    <a16:creationId xmlns:a16="http://schemas.microsoft.com/office/drawing/2014/main" id="{681D650B-5525-43F3-9C5E-954EC60B80D7}"/>
                  </a:ext>
                </a:extLst>
              </p:cNvPr>
              <p:cNvCxnSpPr/>
              <p:nvPr userDrawn="1"/>
            </p:nvCxnSpPr>
            <p:spPr>
              <a:xfrm>
                <a:off x="-435429" y="5714610"/>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50" name="Straight Connector 1449">
                <a:extLst>
                  <a:ext uri="{FF2B5EF4-FFF2-40B4-BE49-F238E27FC236}">
                    <a16:creationId xmlns:a16="http://schemas.microsoft.com/office/drawing/2014/main" id="{930CB92A-1176-485B-92E3-68071683998D}"/>
                  </a:ext>
                </a:extLst>
              </p:cNvPr>
              <p:cNvCxnSpPr/>
              <p:nvPr userDrawn="1"/>
            </p:nvCxnSpPr>
            <p:spPr>
              <a:xfrm>
                <a:off x="-435429" y="5551324"/>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51" name="Straight Connector 1450">
                <a:extLst>
                  <a:ext uri="{FF2B5EF4-FFF2-40B4-BE49-F238E27FC236}">
                    <a16:creationId xmlns:a16="http://schemas.microsoft.com/office/drawing/2014/main" id="{72FEFD80-28A4-4DDC-8994-99287014CA12}"/>
                  </a:ext>
                </a:extLst>
              </p:cNvPr>
              <p:cNvCxnSpPr/>
              <p:nvPr userDrawn="1"/>
            </p:nvCxnSpPr>
            <p:spPr>
              <a:xfrm>
                <a:off x="-435429" y="6041181"/>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52" name="Straight Connector 1451">
                <a:extLst>
                  <a:ext uri="{FF2B5EF4-FFF2-40B4-BE49-F238E27FC236}">
                    <a16:creationId xmlns:a16="http://schemas.microsoft.com/office/drawing/2014/main" id="{698410CF-6AE7-4DC6-B502-EE95E4096A8F}"/>
                  </a:ext>
                </a:extLst>
              </p:cNvPr>
              <p:cNvCxnSpPr/>
              <p:nvPr userDrawn="1"/>
            </p:nvCxnSpPr>
            <p:spPr>
              <a:xfrm>
                <a:off x="-435429" y="5877895"/>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53" name="Straight Connector 1452">
                <a:extLst>
                  <a:ext uri="{FF2B5EF4-FFF2-40B4-BE49-F238E27FC236}">
                    <a16:creationId xmlns:a16="http://schemas.microsoft.com/office/drawing/2014/main" id="{A2FD97CB-6390-4504-A4DB-BD17752E831C}"/>
                  </a:ext>
                </a:extLst>
              </p:cNvPr>
              <p:cNvCxnSpPr/>
              <p:nvPr userDrawn="1"/>
            </p:nvCxnSpPr>
            <p:spPr>
              <a:xfrm>
                <a:off x="-435429" y="6367752"/>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54" name="Straight Connector 1453">
                <a:extLst>
                  <a:ext uri="{FF2B5EF4-FFF2-40B4-BE49-F238E27FC236}">
                    <a16:creationId xmlns:a16="http://schemas.microsoft.com/office/drawing/2014/main" id="{8E71966A-02B1-4CF9-9835-2AFFF7DF38EF}"/>
                  </a:ext>
                </a:extLst>
              </p:cNvPr>
              <p:cNvCxnSpPr/>
              <p:nvPr userDrawn="1"/>
            </p:nvCxnSpPr>
            <p:spPr>
              <a:xfrm>
                <a:off x="-435429" y="6204466"/>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84" name="Straight Connector 1083">
                <a:extLst>
                  <a:ext uri="{FF2B5EF4-FFF2-40B4-BE49-F238E27FC236}">
                    <a16:creationId xmlns:a16="http://schemas.microsoft.com/office/drawing/2014/main" id="{F98703EC-10A7-47FA-8C56-ACFE6CA2B4AF}"/>
                  </a:ext>
                </a:extLst>
              </p:cNvPr>
              <p:cNvCxnSpPr/>
              <p:nvPr userDrawn="1"/>
            </p:nvCxnSpPr>
            <p:spPr>
              <a:xfrm>
                <a:off x="494272"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85" name="Straight Connector 1084">
                <a:extLst>
                  <a:ext uri="{FF2B5EF4-FFF2-40B4-BE49-F238E27FC236}">
                    <a16:creationId xmlns:a16="http://schemas.microsoft.com/office/drawing/2014/main" id="{ABA3C1DF-4FC6-41D8-B732-A90172FBA3EE}"/>
                  </a:ext>
                </a:extLst>
              </p:cNvPr>
              <p:cNvCxnSpPr/>
              <p:nvPr userDrawn="1"/>
            </p:nvCxnSpPr>
            <p:spPr>
              <a:xfrm>
                <a:off x="329515"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86" name="Straight Connector 1085">
                <a:extLst>
                  <a:ext uri="{FF2B5EF4-FFF2-40B4-BE49-F238E27FC236}">
                    <a16:creationId xmlns:a16="http://schemas.microsoft.com/office/drawing/2014/main" id="{6FEF131F-8B52-4BD9-B4AA-801E5E3C4EB3}"/>
                  </a:ext>
                </a:extLst>
              </p:cNvPr>
              <p:cNvCxnSpPr/>
              <p:nvPr userDrawn="1"/>
            </p:nvCxnSpPr>
            <p:spPr>
              <a:xfrm>
                <a:off x="823786"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87" name="Straight Connector 1086">
                <a:extLst>
                  <a:ext uri="{FF2B5EF4-FFF2-40B4-BE49-F238E27FC236}">
                    <a16:creationId xmlns:a16="http://schemas.microsoft.com/office/drawing/2014/main" id="{D2018C6D-9BB5-49A1-9203-2A68B7C1355B}"/>
                  </a:ext>
                </a:extLst>
              </p:cNvPr>
              <p:cNvCxnSpPr/>
              <p:nvPr userDrawn="1"/>
            </p:nvCxnSpPr>
            <p:spPr>
              <a:xfrm>
                <a:off x="659029"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88" name="Straight Connector 1087">
                <a:extLst>
                  <a:ext uri="{FF2B5EF4-FFF2-40B4-BE49-F238E27FC236}">
                    <a16:creationId xmlns:a16="http://schemas.microsoft.com/office/drawing/2014/main" id="{42308FD5-86CC-4F45-A75A-8D9831456BAF}"/>
                  </a:ext>
                </a:extLst>
              </p:cNvPr>
              <p:cNvCxnSpPr/>
              <p:nvPr userDrawn="1"/>
            </p:nvCxnSpPr>
            <p:spPr>
              <a:xfrm>
                <a:off x="1153300"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89" name="Straight Connector 1088">
                <a:extLst>
                  <a:ext uri="{FF2B5EF4-FFF2-40B4-BE49-F238E27FC236}">
                    <a16:creationId xmlns:a16="http://schemas.microsoft.com/office/drawing/2014/main" id="{8551B858-C413-4262-9E3C-78E7425776A1}"/>
                  </a:ext>
                </a:extLst>
              </p:cNvPr>
              <p:cNvCxnSpPr/>
              <p:nvPr userDrawn="1"/>
            </p:nvCxnSpPr>
            <p:spPr>
              <a:xfrm>
                <a:off x="988543"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0" name="Straight Connector 1089">
                <a:extLst>
                  <a:ext uri="{FF2B5EF4-FFF2-40B4-BE49-F238E27FC236}">
                    <a16:creationId xmlns:a16="http://schemas.microsoft.com/office/drawing/2014/main" id="{29CB8798-9C96-44A3-9775-E07A5A434AAB}"/>
                  </a:ext>
                </a:extLst>
              </p:cNvPr>
              <p:cNvCxnSpPr/>
              <p:nvPr userDrawn="1"/>
            </p:nvCxnSpPr>
            <p:spPr>
              <a:xfrm>
                <a:off x="1482814"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1" name="Straight Connector 1090">
                <a:extLst>
                  <a:ext uri="{FF2B5EF4-FFF2-40B4-BE49-F238E27FC236}">
                    <a16:creationId xmlns:a16="http://schemas.microsoft.com/office/drawing/2014/main" id="{55ADA04C-C258-47C9-8E78-FB8230EBEE4D}"/>
                  </a:ext>
                </a:extLst>
              </p:cNvPr>
              <p:cNvCxnSpPr/>
              <p:nvPr userDrawn="1"/>
            </p:nvCxnSpPr>
            <p:spPr>
              <a:xfrm>
                <a:off x="1318057"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2" name="Straight Connector 1091">
                <a:extLst>
                  <a:ext uri="{FF2B5EF4-FFF2-40B4-BE49-F238E27FC236}">
                    <a16:creationId xmlns:a16="http://schemas.microsoft.com/office/drawing/2014/main" id="{8A42789B-A802-41DE-A9CF-AFB96BF909DE}"/>
                  </a:ext>
                </a:extLst>
              </p:cNvPr>
              <p:cNvCxnSpPr/>
              <p:nvPr userDrawn="1"/>
            </p:nvCxnSpPr>
            <p:spPr>
              <a:xfrm>
                <a:off x="1812328"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3" name="Straight Connector 1092">
                <a:extLst>
                  <a:ext uri="{FF2B5EF4-FFF2-40B4-BE49-F238E27FC236}">
                    <a16:creationId xmlns:a16="http://schemas.microsoft.com/office/drawing/2014/main" id="{7AF31126-7AE0-4F67-91EE-574F98393F45}"/>
                  </a:ext>
                </a:extLst>
              </p:cNvPr>
              <p:cNvCxnSpPr/>
              <p:nvPr userDrawn="1"/>
            </p:nvCxnSpPr>
            <p:spPr>
              <a:xfrm>
                <a:off x="1647571"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4" name="Straight Connector 1093">
                <a:extLst>
                  <a:ext uri="{FF2B5EF4-FFF2-40B4-BE49-F238E27FC236}">
                    <a16:creationId xmlns:a16="http://schemas.microsoft.com/office/drawing/2014/main" id="{0A47E2A5-1A02-4067-8018-FC8CCFA7DA46}"/>
                  </a:ext>
                </a:extLst>
              </p:cNvPr>
              <p:cNvCxnSpPr/>
              <p:nvPr userDrawn="1"/>
            </p:nvCxnSpPr>
            <p:spPr>
              <a:xfrm>
                <a:off x="2141842"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5" name="Straight Connector 1094">
                <a:extLst>
                  <a:ext uri="{FF2B5EF4-FFF2-40B4-BE49-F238E27FC236}">
                    <a16:creationId xmlns:a16="http://schemas.microsoft.com/office/drawing/2014/main" id="{A3FC942A-4AB1-4A97-87A5-D1D40F79FE8B}"/>
                  </a:ext>
                </a:extLst>
              </p:cNvPr>
              <p:cNvCxnSpPr/>
              <p:nvPr userDrawn="1"/>
            </p:nvCxnSpPr>
            <p:spPr>
              <a:xfrm>
                <a:off x="1977085"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6" name="Straight Connector 1095">
                <a:extLst>
                  <a:ext uri="{FF2B5EF4-FFF2-40B4-BE49-F238E27FC236}">
                    <a16:creationId xmlns:a16="http://schemas.microsoft.com/office/drawing/2014/main" id="{E1DDD30E-A94E-4110-AB62-879750779D42}"/>
                  </a:ext>
                </a:extLst>
              </p:cNvPr>
              <p:cNvCxnSpPr/>
              <p:nvPr userDrawn="1"/>
            </p:nvCxnSpPr>
            <p:spPr>
              <a:xfrm>
                <a:off x="2471356"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7" name="Straight Connector 1096">
                <a:extLst>
                  <a:ext uri="{FF2B5EF4-FFF2-40B4-BE49-F238E27FC236}">
                    <a16:creationId xmlns:a16="http://schemas.microsoft.com/office/drawing/2014/main" id="{2E8B6C68-E726-4A2F-A0A2-CB9590DD59C4}"/>
                  </a:ext>
                </a:extLst>
              </p:cNvPr>
              <p:cNvCxnSpPr/>
              <p:nvPr userDrawn="1"/>
            </p:nvCxnSpPr>
            <p:spPr>
              <a:xfrm>
                <a:off x="2306599"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8" name="Straight Connector 1097">
                <a:extLst>
                  <a:ext uri="{FF2B5EF4-FFF2-40B4-BE49-F238E27FC236}">
                    <a16:creationId xmlns:a16="http://schemas.microsoft.com/office/drawing/2014/main" id="{7935BA12-98AC-4B8B-9E42-9E29ECC5B250}"/>
                  </a:ext>
                </a:extLst>
              </p:cNvPr>
              <p:cNvCxnSpPr/>
              <p:nvPr userDrawn="1"/>
            </p:nvCxnSpPr>
            <p:spPr>
              <a:xfrm>
                <a:off x="2800870"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9" name="Straight Connector 1098">
                <a:extLst>
                  <a:ext uri="{FF2B5EF4-FFF2-40B4-BE49-F238E27FC236}">
                    <a16:creationId xmlns:a16="http://schemas.microsoft.com/office/drawing/2014/main" id="{986D70DC-08EA-4384-96B6-19C8AA216CF8}"/>
                  </a:ext>
                </a:extLst>
              </p:cNvPr>
              <p:cNvCxnSpPr/>
              <p:nvPr userDrawn="1"/>
            </p:nvCxnSpPr>
            <p:spPr>
              <a:xfrm>
                <a:off x="2636113"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0" name="Straight Connector 1099">
                <a:extLst>
                  <a:ext uri="{FF2B5EF4-FFF2-40B4-BE49-F238E27FC236}">
                    <a16:creationId xmlns:a16="http://schemas.microsoft.com/office/drawing/2014/main" id="{9EFB890D-E70C-46B1-B15B-8F619540DC47}"/>
                  </a:ext>
                </a:extLst>
              </p:cNvPr>
              <p:cNvCxnSpPr/>
              <p:nvPr userDrawn="1"/>
            </p:nvCxnSpPr>
            <p:spPr>
              <a:xfrm>
                <a:off x="3130384"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1" name="Straight Connector 1100">
                <a:extLst>
                  <a:ext uri="{FF2B5EF4-FFF2-40B4-BE49-F238E27FC236}">
                    <a16:creationId xmlns:a16="http://schemas.microsoft.com/office/drawing/2014/main" id="{41CDCC37-3C7F-4934-874F-F17D98D6363C}"/>
                  </a:ext>
                </a:extLst>
              </p:cNvPr>
              <p:cNvCxnSpPr/>
              <p:nvPr userDrawn="1"/>
            </p:nvCxnSpPr>
            <p:spPr>
              <a:xfrm>
                <a:off x="2965627"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2" name="Straight Connector 1101">
                <a:extLst>
                  <a:ext uri="{FF2B5EF4-FFF2-40B4-BE49-F238E27FC236}">
                    <a16:creationId xmlns:a16="http://schemas.microsoft.com/office/drawing/2014/main" id="{E825F627-1927-40CE-A15D-32B2C85A90D7}"/>
                  </a:ext>
                </a:extLst>
              </p:cNvPr>
              <p:cNvCxnSpPr/>
              <p:nvPr userDrawn="1"/>
            </p:nvCxnSpPr>
            <p:spPr>
              <a:xfrm>
                <a:off x="3459898"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3" name="Straight Connector 1102">
                <a:extLst>
                  <a:ext uri="{FF2B5EF4-FFF2-40B4-BE49-F238E27FC236}">
                    <a16:creationId xmlns:a16="http://schemas.microsoft.com/office/drawing/2014/main" id="{5A008E69-4B12-47AC-B2C3-4C489158DA59}"/>
                  </a:ext>
                </a:extLst>
              </p:cNvPr>
              <p:cNvCxnSpPr/>
              <p:nvPr userDrawn="1"/>
            </p:nvCxnSpPr>
            <p:spPr>
              <a:xfrm>
                <a:off x="3295141"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4" name="Straight Connector 1103">
                <a:extLst>
                  <a:ext uri="{FF2B5EF4-FFF2-40B4-BE49-F238E27FC236}">
                    <a16:creationId xmlns:a16="http://schemas.microsoft.com/office/drawing/2014/main" id="{A0153B53-BD9F-4B99-ADF8-C319FBC736DA}"/>
                  </a:ext>
                </a:extLst>
              </p:cNvPr>
              <p:cNvCxnSpPr/>
              <p:nvPr userDrawn="1"/>
            </p:nvCxnSpPr>
            <p:spPr>
              <a:xfrm>
                <a:off x="3789412"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5" name="Straight Connector 1104">
                <a:extLst>
                  <a:ext uri="{FF2B5EF4-FFF2-40B4-BE49-F238E27FC236}">
                    <a16:creationId xmlns:a16="http://schemas.microsoft.com/office/drawing/2014/main" id="{5E17C78E-64E5-4327-8232-488164712B95}"/>
                  </a:ext>
                </a:extLst>
              </p:cNvPr>
              <p:cNvCxnSpPr/>
              <p:nvPr userDrawn="1"/>
            </p:nvCxnSpPr>
            <p:spPr>
              <a:xfrm>
                <a:off x="3624655"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6" name="Straight Connector 1105">
                <a:extLst>
                  <a:ext uri="{FF2B5EF4-FFF2-40B4-BE49-F238E27FC236}">
                    <a16:creationId xmlns:a16="http://schemas.microsoft.com/office/drawing/2014/main" id="{9357567C-C855-4B89-81F5-532CDE90DDBD}"/>
                  </a:ext>
                </a:extLst>
              </p:cNvPr>
              <p:cNvCxnSpPr/>
              <p:nvPr userDrawn="1"/>
            </p:nvCxnSpPr>
            <p:spPr>
              <a:xfrm>
                <a:off x="4118926"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7" name="Straight Connector 1106">
                <a:extLst>
                  <a:ext uri="{FF2B5EF4-FFF2-40B4-BE49-F238E27FC236}">
                    <a16:creationId xmlns:a16="http://schemas.microsoft.com/office/drawing/2014/main" id="{E8F6D05C-4679-4C51-ADF0-0526040CCF68}"/>
                  </a:ext>
                </a:extLst>
              </p:cNvPr>
              <p:cNvCxnSpPr/>
              <p:nvPr userDrawn="1"/>
            </p:nvCxnSpPr>
            <p:spPr>
              <a:xfrm>
                <a:off x="3954169"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8" name="Straight Connector 1107">
                <a:extLst>
                  <a:ext uri="{FF2B5EF4-FFF2-40B4-BE49-F238E27FC236}">
                    <a16:creationId xmlns:a16="http://schemas.microsoft.com/office/drawing/2014/main" id="{3E7A87FB-11CA-40C0-9F6E-26601EB24796}"/>
                  </a:ext>
                </a:extLst>
              </p:cNvPr>
              <p:cNvCxnSpPr/>
              <p:nvPr userDrawn="1"/>
            </p:nvCxnSpPr>
            <p:spPr>
              <a:xfrm>
                <a:off x="4448440"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9" name="Straight Connector 1108">
                <a:extLst>
                  <a:ext uri="{FF2B5EF4-FFF2-40B4-BE49-F238E27FC236}">
                    <a16:creationId xmlns:a16="http://schemas.microsoft.com/office/drawing/2014/main" id="{5C281A07-DE87-4630-871F-BA1E6D11E34A}"/>
                  </a:ext>
                </a:extLst>
              </p:cNvPr>
              <p:cNvCxnSpPr/>
              <p:nvPr userDrawn="1"/>
            </p:nvCxnSpPr>
            <p:spPr>
              <a:xfrm>
                <a:off x="4283683"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0" name="Straight Connector 1109">
                <a:extLst>
                  <a:ext uri="{FF2B5EF4-FFF2-40B4-BE49-F238E27FC236}">
                    <a16:creationId xmlns:a16="http://schemas.microsoft.com/office/drawing/2014/main" id="{023D1E26-0F8D-435A-8AF8-29927CEC8560}"/>
                  </a:ext>
                </a:extLst>
              </p:cNvPr>
              <p:cNvCxnSpPr/>
              <p:nvPr userDrawn="1"/>
            </p:nvCxnSpPr>
            <p:spPr>
              <a:xfrm>
                <a:off x="4777954"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1" name="Straight Connector 1110">
                <a:extLst>
                  <a:ext uri="{FF2B5EF4-FFF2-40B4-BE49-F238E27FC236}">
                    <a16:creationId xmlns:a16="http://schemas.microsoft.com/office/drawing/2014/main" id="{867AEAF4-69A2-4252-A166-0E38541C1982}"/>
                  </a:ext>
                </a:extLst>
              </p:cNvPr>
              <p:cNvCxnSpPr/>
              <p:nvPr userDrawn="1"/>
            </p:nvCxnSpPr>
            <p:spPr>
              <a:xfrm>
                <a:off x="4613197"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2" name="Straight Connector 1111">
                <a:extLst>
                  <a:ext uri="{FF2B5EF4-FFF2-40B4-BE49-F238E27FC236}">
                    <a16:creationId xmlns:a16="http://schemas.microsoft.com/office/drawing/2014/main" id="{72B9BBB3-403F-4C83-BE2D-A1827D9323E3}"/>
                  </a:ext>
                </a:extLst>
              </p:cNvPr>
              <p:cNvCxnSpPr/>
              <p:nvPr userDrawn="1"/>
            </p:nvCxnSpPr>
            <p:spPr>
              <a:xfrm>
                <a:off x="5107468"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3" name="Straight Connector 1112">
                <a:extLst>
                  <a:ext uri="{FF2B5EF4-FFF2-40B4-BE49-F238E27FC236}">
                    <a16:creationId xmlns:a16="http://schemas.microsoft.com/office/drawing/2014/main" id="{1258E0EB-7F1D-4491-A716-8DA0E4676D85}"/>
                  </a:ext>
                </a:extLst>
              </p:cNvPr>
              <p:cNvCxnSpPr/>
              <p:nvPr userDrawn="1"/>
            </p:nvCxnSpPr>
            <p:spPr>
              <a:xfrm>
                <a:off x="4942711"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4" name="Straight Connector 1113">
                <a:extLst>
                  <a:ext uri="{FF2B5EF4-FFF2-40B4-BE49-F238E27FC236}">
                    <a16:creationId xmlns:a16="http://schemas.microsoft.com/office/drawing/2014/main" id="{8070B698-2BF5-4584-A7A1-C5B5482ACB17}"/>
                  </a:ext>
                </a:extLst>
              </p:cNvPr>
              <p:cNvCxnSpPr/>
              <p:nvPr userDrawn="1"/>
            </p:nvCxnSpPr>
            <p:spPr>
              <a:xfrm>
                <a:off x="5436982"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5" name="Straight Connector 1114">
                <a:extLst>
                  <a:ext uri="{FF2B5EF4-FFF2-40B4-BE49-F238E27FC236}">
                    <a16:creationId xmlns:a16="http://schemas.microsoft.com/office/drawing/2014/main" id="{24F7341B-D2E3-4A79-A8FE-53481B448D0D}"/>
                  </a:ext>
                </a:extLst>
              </p:cNvPr>
              <p:cNvCxnSpPr/>
              <p:nvPr userDrawn="1"/>
            </p:nvCxnSpPr>
            <p:spPr>
              <a:xfrm>
                <a:off x="5272225"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6" name="Straight Connector 1115">
                <a:extLst>
                  <a:ext uri="{FF2B5EF4-FFF2-40B4-BE49-F238E27FC236}">
                    <a16:creationId xmlns:a16="http://schemas.microsoft.com/office/drawing/2014/main" id="{0420C220-3DFE-4DBD-8FC6-31226C2CFAE6}"/>
                  </a:ext>
                </a:extLst>
              </p:cNvPr>
              <p:cNvCxnSpPr/>
              <p:nvPr userDrawn="1"/>
            </p:nvCxnSpPr>
            <p:spPr>
              <a:xfrm>
                <a:off x="5766496"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7" name="Straight Connector 1116">
                <a:extLst>
                  <a:ext uri="{FF2B5EF4-FFF2-40B4-BE49-F238E27FC236}">
                    <a16:creationId xmlns:a16="http://schemas.microsoft.com/office/drawing/2014/main" id="{9C1572BF-60D4-45E2-8275-F9BB6E3D5F19}"/>
                  </a:ext>
                </a:extLst>
              </p:cNvPr>
              <p:cNvCxnSpPr/>
              <p:nvPr userDrawn="1"/>
            </p:nvCxnSpPr>
            <p:spPr>
              <a:xfrm>
                <a:off x="5601739"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8" name="Straight Connector 1117">
                <a:extLst>
                  <a:ext uri="{FF2B5EF4-FFF2-40B4-BE49-F238E27FC236}">
                    <a16:creationId xmlns:a16="http://schemas.microsoft.com/office/drawing/2014/main" id="{EA722B74-A1BA-4E83-9B9E-ECF30274C61B}"/>
                  </a:ext>
                </a:extLst>
              </p:cNvPr>
              <p:cNvCxnSpPr/>
              <p:nvPr userDrawn="1"/>
            </p:nvCxnSpPr>
            <p:spPr>
              <a:xfrm>
                <a:off x="6096010"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9" name="Straight Connector 1118">
                <a:extLst>
                  <a:ext uri="{FF2B5EF4-FFF2-40B4-BE49-F238E27FC236}">
                    <a16:creationId xmlns:a16="http://schemas.microsoft.com/office/drawing/2014/main" id="{02866627-3DE7-4946-9098-ED97A9511D76}"/>
                  </a:ext>
                </a:extLst>
              </p:cNvPr>
              <p:cNvCxnSpPr/>
              <p:nvPr userDrawn="1"/>
            </p:nvCxnSpPr>
            <p:spPr>
              <a:xfrm>
                <a:off x="5931253"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20" name="Straight Connector 1119">
                <a:extLst>
                  <a:ext uri="{FF2B5EF4-FFF2-40B4-BE49-F238E27FC236}">
                    <a16:creationId xmlns:a16="http://schemas.microsoft.com/office/drawing/2014/main" id="{D94C9D49-441D-48F5-BB80-7CEFC1A7B3F3}"/>
                  </a:ext>
                </a:extLst>
              </p:cNvPr>
              <p:cNvCxnSpPr/>
              <p:nvPr userDrawn="1"/>
            </p:nvCxnSpPr>
            <p:spPr>
              <a:xfrm>
                <a:off x="6425524"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21" name="Straight Connector 1120">
                <a:extLst>
                  <a:ext uri="{FF2B5EF4-FFF2-40B4-BE49-F238E27FC236}">
                    <a16:creationId xmlns:a16="http://schemas.microsoft.com/office/drawing/2014/main" id="{D7191DA9-F506-46D0-A4E5-E5ED6958CB07}"/>
                  </a:ext>
                </a:extLst>
              </p:cNvPr>
              <p:cNvCxnSpPr/>
              <p:nvPr userDrawn="1"/>
            </p:nvCxnSpPr>
            <p:spPr>
              <a:xfrm>
                <a:off x="6260767"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27" name="Straight Connector 1126">
                <a:extLst>
                  <a:ext uri="{FF2B5EF4-FFF2-40B4-BE49-F238E27FC236}">
                    <a16:creationId xmlns:a16="http://schemas.microsoft.com/office/drawing/2014/main" id="{3633778B-3308-42BD-B7A4-D62395E7C2E9}"/>
                  </a:ext>
                </a:extLst>
              </p:cNvPr>
              <p:cNvCxnSpPr/>
              <p:nvPr userDrawn="1"/>
            </p:nvCxnSpPr>
            <p:spPr>
              <a:xfrm>
                <a:off x="6590280"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29" name="Straight Connector 1128">
                <a:extLst>
                  <a:ext uri="{FF2B5EF4-FFF2-40B4-BE49-F238E27FC236}">
                    <a16:creationId xmlns:a16="http://schemas.microsoft.com/office/drawing/2014/main" id="{4D42B9FC-1EEC-47B6-9395-003EE22FA7E9}"/>
                  </a:ext>
                </a:extLst>
              </p:cNvPr>
              <p:cNvCxnSpPr/>
              <p:nvPr userDrawn="1"/>
            </p:nvCxnSpPr>
            <p:spPr>
              <a:xfrm>
                <a:off x="6919794"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0" name="Straight Connector 1129">
                <a:extLst>
                  <a:ext uri="{FF2B5EF4-FFF2-40B4-BE49-F238E27FC236}">
                    <a16:creationId xmlns:a16="http://schemas.microsoft.com/office/drawing/2014/main" id="{FAE3B969-07CD-46F7-9D25-5D6531670E71}"/>
                  </a:ext>
                </a:extLst>
              </p:cNvPr>
              <p:cNvCxnSpPr/>
              <p:nvPr userDrawn="1"/>
            </p:nvCxnSpPr>
            <p:spPr>
              <a:xfrm>
                <a:off x="6755037"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1" name="Straight Connector 1130">
                <a:extLst>
                  <a:ext uri="{FF2B5EF4-FFF2-40B4-BE49-F238E27FC236}">
                    <a16:creationId xmlns:a16="http://schemas.microsoft.com/office/drawing/2014/main" id="{20318A03-1C79-42C8-B08B-6353914A00E9}"/>
                  </a:ext>
                </a:extLst>
              </p:cNvPr>
              <p:cNvCxnSpPr/>
              <p:nvPr userDrawn="1"/>
            </p:nvCxnSpPr>
            <p:spPr>
              <a:xfrm>
                <a:off x="7249308"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2" name="Straight Connector 1131">
                <a:extLst>
                  <a:ext uri="{FF2B5EF4-FFF2-40B4-BE49-F238E27FC236}">
                    <a16:creationId xmlns:a16="http://schemas.microsoft.com/office/drawing/2014/main" id="{736F3D5C-8179-4FBC-A254-5AB03C8A4601}"/>
                  </a:ext>
                </a:extLst>
              </p:cNvPr>
              <p:cNvCxnSpPr/>
              <p:nvPr userDrawn="1"/>
            </p:nvCxnSpPr>
            <p:spPr>
              <a:xfrm>
                <a:off x="7084551"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3" name="Straight Connector 1132">
                <a:extLst>
                  <a:ext uri="{FF2B5EF4-FFF2-40B4-BE49-F238E27FC236}">
                    <a16:creationId xmlns:a16="http://schemas.microsoft.com/office/drawing/2014/main" id="{7DC153D7-6A4C-4E99-A700-E65E897A291D}"/>
                  </a:ext>
                </a:extLst>
              </p:cNvPr>
              <p:cNvCxnSpPr/>
              <p:nvPr userDrawn="1"/>
            </p:nvCxnSpPr>
            <p:spPr>
              <a:xfrm>
                <a:off x="7578822"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4" name="Straight Connector 1133">
                <a:extLst>
                  <a:ext uri="{FF2B5EF4-FFF2-40B4-BE49-F238E27FC236}">
                    <a16:creationId xmlns:a16="http://schemas.microsoft.com/office/drawing/2014/main" id="{7F7DE9BC-B842-4500-B8FE-069D755D5941}"/>
                  </a:ext>
                </a:extLst>
              </p:cNvPr>
              <p:cNvCxnSpPr/>
              <p:nvPr userDrawn="1"/>
            </p:nvCxnSpPr>
            <p:spPr>
              <a:xfrm>
                <a:off x="7414065"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5" name="Straight Connector 1134">
                <a:extLst>
                  <a:ext uri="{FF2B5EF4-FFF2-40B4-BE49-F238E27FC236}">
                    <a16:creationId xmlns:a16="http://schemas.microsoft.com/office/drawing/2014/main" id="{6D6F3CE9-CE34-4166-BB7E-FA57943507AA}"/>
                  </a:ext>
                </a:extLst>
              </p:cNvPr>
              <p:cNvCxnSpPr/>
              <p:nvPr userDrawn="1"/>
            </p:nvCxnSpPr>
            <p:spPr>
              <a:xfrm>
                <a:off x="7908336"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6" name="Straight Connector 1135">
                <a:extLst>
                  <a:ext uri="{FF2B5EF4-FFF2-40B4-BE49-F238E27FC236}">
                    <a16:creationId xmlns:a16="http://schemas.microsoft.com/office/drawing/2014/main" id="{02B98D94-F31F-4D40-AA28-10A3CB3E8A15}"/>
                  </a:ext>
                </a:extLst>
              </p:cNvPr>
              <p:cNvCxnSpPr/>
              <p:nvPr userDrawn="1"/>
            </p:nvCxnSpPr>
            <p:spPr>
              <a:xfrm>
                <a:off x="7743579"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7" name="Straight Connector 1136">
                <a:extLst>
                  <a:ext uri="{FF2B5EF4-FFF2-40B4-BE49-F238E27FC236}">
                    <a16:creationId xmlns:a16="http://schemas.microsoft.com/office/drawing/2014/main" id="{6BDB6908-335B-4BA9-AAF1-A833062BB4F2}"/>
                  </a:ext>
                </a:extLst>
              </p:cNvPr>
              <p:cNvCxnSpPr/>
              <p:nvPr userDrawn="1"/>
            </p:nvCxnSpPr>
            <p:spPr>
              <a:xfrm>
                <a:off x="8237850"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8" name="Straight Connector 1137">
                <a:extLst>
                  <a:ext uri="{FF2B5EF4-FFF2-40B4-BE49-F238E27FC236}">
                    <a16:creationId xmlns:a16="http://schemas.microsoft.com/office/drawing/2014/main" id="{7DB499A0-BAE0-473A-B35A-3D8D320D86FF}"/>
                  </a:ext>
                </a:extLst>
              </p:cNvPr>
              <p:cNvCxnSpPr/>
              <p:nvPr userDrawn="1"/>
            </p:nvCxnSpPr>
            <p:spPr>
              <a:xfrm>
                <a:off x="8073093"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9" name="Straight Connector 1138">
                <a:extLst>
                  <a:ext uri="{FF2B5EF4-FFF2-40B4-BE49-F238E27FC236}">
                    <a16:creationId xmlns:a16="http://schemas.microsoft.com/office/drawing/2014/main" id="{14C83527-3801-4402-822D-6BE1BEB71689}"/>
                  </a:ext>
                </a:extLst>
              </p:cNvPr>
              <p:cNvCxnSpPr/>
              <p:nvPr userDrawn="1"/>
            </p:nvCxnSpPr>
            <p:spPr>
              <a:xfrm>
                <a:off x="8567364"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0" name="Straight Connector 1139">
                <a:extLst>
                  <a:ext uri="{FF2B5EF4-FFF2-40B4-BE49-F238E27FC236}">
                    <a16:creationId xmlns:a16="http://schemas.microsoft.com/office/drawing/2014/main" id="{2D011E6B-EACF-4B9D-B680-1CEE227DB273}"/>
                  </a:ext>
                </a:extLst>
              </p:cNvPr>
              <p:cNvCxnSpPr/>
              <p:nvPr userDrawn="1"/>
            </p:nvCxnSpPr>
            <p:spPr>
              <a:xfrm>
                <a:off x="8402607"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1" name="Straight Connector 1140">
                <a:extLst>
                  <a:ext uri="{FF2B5EF4-FFF2-40B4-BE49-F238E27FC236}">
                    <a16:creationId xmlns:a16="http://schemas.microsoft.com/office/drawing/2014/main" id="{ED01ED32-4BB6-4810-9496-CB8CB5C89599}"/>
                  </a:ext>
                </a:extLst>
              </p:cNvPr>
              <p:cNvCxnSpPr/>
              <p:nvPr userDrawn="1"/>
            </p:nvCxnSpPr>
            <p:spPr>
              <a:xfrm>
                <a:off x="8896878"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2" name="Straight Connector 1141">
                <a:extLst>
                  <a:ext uri="{FF2B5EF4-FFF2-40B4-BE49-F238E27FC236}">
                    <a16:creationId xmlns:a16="http://schemas.microsoft.com/office/drawing/2014/main" id="{4ACAC1A9-49DF-42D6-A86E-4634B706749F}"/>
                  </a:ext>
                </a:extLst>
              </p:cNvPr>
              <p:cNvCxnSpPr/>
              <p:nvPr userDrawn="1"/>
            </p:nvCxnSpPr>
            <p:spPr>
              <a:xfrm>
                <a:off x="8732121"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3" name="Straight Connector 1142">
                <a:extLst>
                  <a:ext uri="{FF2B5EF4-FFF2-40B4-BE49-F238E27FC236}">
                    <a16:creationId xmlns:a16="http://schemas.microsoft.com/office/drawing/2014/main" id="{8658D9CC-EB17-4662-A350-DA4BC67B4092}"/>
                  </a:ext>
                </a:extLst>
              </p:cNvPr>
              <p:cNvCxnSpPr/>
              <p:nvPr userDrawn="1"/>
            </p:nvCxnSpPr>
            <p:spPr>
              <a:xfrm>
                <a:off x="9226392"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4" name="Straight Connector 1143">
                <a:extLst>
                  <a:ext uri="{FF2B5EF4-FFF2-40B4-BE49-F238E27FC236}">
                    <a16:creationId xmlns:a16="http://schemas.microsoft.com/office/drawing/2014/main" id="{3323636E-04CF-4E93-A434-B300BE0581FB}"/>
                  </a:ext>
                </a:extLst>
              </p:cNvPr>
              <p:cNvCxnSpPr/>
              <p:nvPr userDrawn="1"/>
            </p:nvCxnSpPr>
            <p:spPr>
              <a:xfrm>
                <a:off x="9061635"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5" name="Straight Connector 1144">
                <a:extLst>
                  <a:ext uri="{FF2B5EF4-FFF2-40B4-BE49-F238E27FC236}">
                    <a16:creationId xmlns:a16="http://schemas.microsoft.com/office/drawing/2014/main" id="{0CC4B32C-726C-44ED-9666-3D93F3C4E057}"/>
                  </a:ext>
                </a:extLst>
              </p:cNvPr>
              <p:cNvCxnSpPr/>
              <p:nvPr userDrawn="1"/>
            </p:nvCxnSpPr>
            <p:spPr>
              <a:xfrm>
                <a:off x="9555906"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6" name="Straight Connector 1145">
                <a:extLst>
                  <a:ext uri="{FF2B5EF4-FFF2-40B4-BE49-F238E27FC236}">
                    <a16:creationId xmlns:a16="http://schemas.microsoft.com/office/drawing/2014/main" id="{EB0E2399-C6B8-4409-BCA1-65A19B0FB4EE}"/>
                  </a:ext>
                </a:extLst>
              </p:cNvPr>
              <p:cNvCxnSpPr/>
              <p:nvPr userDrawn="1"/>
            </p:nvCxnSpPr>
            <p:spPr>
              <a:xfrm>
                <a:off x="9391149"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7" name="Straight Connector 1146">
                <a:extLst>
                  <a:ext uri="{FF2B5EF4-FFF2-40B4-BE49-F238E27FC236}">
                    <a16:creationId xmlns:a16="http://schemas.microsoft.com/office/drawing/2014/main" id="{D8320A6E-741D-4EA1-8455-B50257E96994}"/>
                  </a:ext>
                </a:extLst>
              </p:cNvPr>
              <p:cNvCxnSpPr/>
              <p:nvPr userDrawn="1"/>
            </p:nvCxnSpPr>
            <p:spPr>
              <a:xfrm>
                <a:off x="9885420"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8" name="Straight Connector 1147">
                <a:extLst>
                  <a:ext uri="{FF2B5EF4-FFF2-40B4-BE49-F238E27FC236}">
                    <a16:creationId xmlns:a16="http://schemas.microsoft.com/office/drawing/2014/main" id="{AE0BB1B5-3AF6-4B81-99F8-146822E0D682}"/>
                  </a:ext>
                </a:extLst>
              </p:cNvPr>
              <p:cNvCxnSpPr/>
              <p:nvPr userDrawn="1"/>
            </p:nvCxnSpPr>
            <p:spPr>
              <a:xfrm>
                <a:off x="9720663"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9" name="Straight Connector 1148">
                <a:extLst>
                  <a:ext uri="{FF2B5EF4-FFF2-40B4-BE49-F238E27FC236}">
                    <a16:creationId xmlns:a16="http://schemas.microsoft.com/office/drawing/2014/main" id="{572D8F9B-3778-4B6A-AA89-C1D4D608D749}"/>
                  </a:ext>
                </a:extLst>
              </p:cNvPr>
              <p:cNvCxnSpPr/>
              <p:nvPr userDrawn="1"/>
            </p:nvCxnSpPr>
            <p:spPr>
              <a:xfrm>
                <a:off x="10214934"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0" name="Straight Connector 1149">
                <a:extLst>
                  <a:ext uri="{FF2B5EF4-FFF2-40B4-BE49-F238E27FC236}">
                    <a16:creationId xmlns:a16="http://schemas.microsoft.com/office/drawing/2014/main" id="{5273A952-34E8-4678-AE7D-AA755A9E8273}"/>
                  </a:ext>
                </a:extLst>
              </p:cNvPr>
              <p:cNvCxnSpPr/>
              <p:nvPr userDrawn="1"/>
            </p:nvCxnSpPr>
            <p:spPr>
              <a:xfrm>
                <a:off x="10050177"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1" name="Straight Connector 1150">
                <a:extLst>
                  <a:ext uri="{FF2B5EF4-FFF2-40B4-BE49-F238E27FC236}">
                    <a16:creationId xmlns:a16="http://schemas.microsoft.com/office/drawing/2014/main" id="{437A8600-F067-47A4-9156-163E5F556A96}"/>
                  </a:ext>
                </a:extLst>
              </p:cNvPr>
              <p:cNvCxnSpPr/>
              <p:nvPr userDrawn="1"/>
            </p:nvCxnSpPr>
            <p:spPr>
              <a:xfrm>
                <a:off x="10544448"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2" name="Straight Connector 1151">
                <a:extLst>
                  <a:ext uri="{FF2B5EF4-FFF2-40B4-BE49-F238E27FC236}">
                    <a16:creationId xmlns:a16="http://schemas.microsoft.com/office/drawing/2014/main" id="{F558DEDE-F555-40DE-BD60-CE2A2E3528E6}"/>
                  </a:ext>
                </a:extLst>
              </p:cNvPr>
              <p:cNvCxnSpPr/>
              <p:nvPr userDrawn="1"/>
            </p:nvCxnSpPr>
            <p:spPr>
              <a:xfrm>
                <a:off x="10379691"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3" name="Straight Connector 1152">
                <a:extLst>
                  <a:ext uri="{FF2B5EF4-FFF2-40B4-BE49-F238E27FC236}">
                    <a16:creationId xmlns:a16="http://schemas.microsoft.com/office/drawing/2014/main" id="{74D5376B-A943-456B-AF3A-E4E7569CC3C4}"/>
                  </a:ext>
                </a:extLst>
              </p:cNvPr>
              <p:cNvCxnSpPr/>
              <p:nvPr userDrawn="1"/>
            </p:nvCxnSpPr>
            <p:spPr>
              <a:xfrm>
                <a:off x="10873962"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4" name="Straight Connector 1153">
                <a:extLst>
                  <a:ext uri="{FF2B5EF4-FFF2-40B4-BE49-F238E27FC236}">
                    <a16:creationId xmlns:a16="http://schemas.microsoft.com/office/drawing/2014/main" id="{83749953-C9BE-45AD-B736-18FDD1A1D63F}"/>
                  </a:ext>
                </a:extLst>
              </p:cNvPr>
              <p:cNvCxnSpPr/>
              <p:nvPr userDrawn="1"/>
            </p:nvCxnSpPr>
            <p:spPr>
              <a:xfrm>
                <a:off x="10709205"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5" name="Straight Connector 1154">
                <a:extLst>
                  <a:ext uri="{FF2B5EF4-FFF2-40B4-BE49-F238E27FC236}">
                    <a16:creationId xmlns:a16="http://schemas.microsoft.com/office/drawing/2014/main" id="{B87A31C2-BA0F-4BD1-94B6-A079359EE4D0}"/>
                  </a:ext>
                </a:extLst>
              </p:cNvPr>
              <p:cNvCxnSpPr/>
              <p:nvPr userDrawn="1"/>
            </p:nvCxnSpPr>
            <p:spPr>
              <a:xfrm>
                <a:off x="11203476"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6" name="Straight Connector 1155">
                <a:extLst>
                  <a:ext uri="{FF2B5EF4-FFF2-40B4-BE49-F238E27FC236}">
                    <a16:creationId xmlns:a16="http://schemas.microsoft.com/office/drawing/2014/main" id="{32C5F0FC-E6E5-4F53-B1FC-0BD7A0CDE166}"/>
                  </a:ext>
                </a:extLst>
              </p:cNvPr>
              <p:cNvCxnSpPr/>
              <p:nvPr userDrawn="1"/>
            </p:nvCxnSpPr>
            <p:spPr>
              <a:xfrm>
                <a:off x="11038719"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7" name="Straight Connector 1156">
                <a:extLst>
                  <a:ext uri="{FF2B5EF4-FFF2-40B4-BE49-F238E27FC236}">
                    <a16:creationId xmlns:a16="http://schemas.microsoft.com/office/drawing/2014/main" id="{23945321-E259-45E3-B63C-07AA027AA153}"/>
                  </a:ext>
                </a:extLst>
              </p:cNvPr>
              <p:cNvCxnSpPr/>
              <p:nvPr userDrawn="1"/>
            </p:nvCxnSpPr>
            <p:spPr>
              <a:xfrm>
                <a:off x="11532990"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8" name="Straight Connector 1157">
                <a:extLst>
                  <a:ext uri="{FF2B5EF4-FFF2-40B4-BE49-F238E27FC236}">
                    <a16:creationId xmlns:a16="http://schemas.microsoft.com/office/drawing/2014/main" id="{8D09E792-E0A5-4E2F-A7BD-89347189808F}"/>
                  </a:ext>
                </a:extLst>
              </p:cNvPr>
              <p:cNvCxnSpPr/>
              <p:nvPr userDrawn="1"/>
            </p:nvCxnSpPr>
            <p:spPr>
              <a:xfrm>
                <a:off x="11368233"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9" name="Straight Connector 1158">
                <a:extLst>
                  <a:ext uri="{FF2B5EF4-FFF2-40B4-BE49-F238E27FC236}">
                    <a16:creationId xmlns:a16="http://schemas.microsoft.com/office/drawing/2014/main" id="{77D461BF-7E03-4CC9-9E16-0BD7C4C84A17}"/>
                  </a:ext>
                </a:extLst>
              </p:cNvPr>
              <p:cNvCxnSpPr/>
              <p:nvPr userDrawn="1"/>
            </p:nvCxnSpPr>
            <p:spPr>
              <a:xfrm>
                <a:off x="11862504"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60" name="Straight Connector 1159">
                <a:extLst>
                  <a:ext uri="{FF2B5EF4-FFF2-40B4-BE49-F238E27FC236}">
                    <a16:creationId xmlns:a16="http://schemas.microsoft.com/office/drawing/2014/main" id="{FB6C9502-DABF-4B2F-B496-420E15866FD7}"/>
                  </a:ext>
                </a:extLst>
              </p:cNvPr>
              <p:cNvCxnSpPr/>
              <p:nvPr userDrawn="1"/>
            </p:nvCxnSpPr>
            <p:spPr>
              <a:xfrm>
                <a:off x="11697747"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46" name="Straight Connector 1845">
                <a:extLst>
                  <a:ext uri="{FF2B5EF4-FFF2-40B4-BE49-F238E27FC236}">
                    <a16:creationId xmlns:a16="http://schemas.microsoft.com/office/drawing/2014/main" id="{A4EBEFFA-BA25-4E1A-BDDA-015ED507B0CE}"/>
                  </a:ext>
                </a:extLst>
              </p:cNvPr>
              <p:cNvCxnSpPr/>
              <p:nvPr userDrawn="1"/>
            </p:nvCxnSpPr>
            <p:spPr>
              <a:xfrm>
                <a:off x="12481692" y="489854"/>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47" name="Straight Connector 1846">
                <a:extLst>
                  <a:ext uri="{FF2B5EF4-FFF2-40B4-BE49-F238E27FC236}">
                    <a16:creationId xmlns:a16="http://schemas.microsoft.com/office/drawing/2014/main" id="{3CF73DA3-659C-48E3-9963-D1C44A31C415}"/>
                  </a:ext>
                </a:extLst>
              </p:cNvPr>
              <p:cNvCxnSpPr/>
              <p:nvPr userDrawn="1"/>
            </p:nvCxnSpPr>
            <p:spPr>
              <a:xfrm>
                <a:off x="12481692" y="326568"/>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48" name="Straight Connector 1847">
                <a:extLst>
                  <a:ext uri="{FF2B5EF4-FFF2-40B4-BE49-F238E27FC236}">
                    <a16:creationId xmlns:a16="http://schemas.microsoft.com/office/drawing/2014/main" id="{5CEF9ED2-053B-4E04-9F75-148B3BB45138}"/>
                  </a:ext>
                </a:extLst>
              </p:cNvPr>
              <p:cNvCxnSpPr/>
              <p:nvPr userDrawn="1"/>
            </p:nvCxnSpPr>
            <p:spPr>
              <a:xfrm>
                <a:off x="12481692" y="816425"/>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49" name="Straight Connector 1848">
                <a:extLst>
                  <a:ext uri="{FF2B5EF4-FFF2-40B4-BE49-F238E27FC236}">
                    <a16:creationId xmlns:a16="http://schemas.microsoft.com/office/drawing/2014/main" id="{EE6BB664-156D-4EC9-87AA-81F824CDCA61}"/>
                  </a:ext>
                </a:extLst>
              </p:cNvPr>
              <p:cNvCxnSpPr/>
              <p:nvPr userDrawn="1"/>
            </p:nvCxnSpPr>
            <p:spPr>
              <a:xfrm>
                <a:off x="12481692" y="653139"/>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0" name="Straight Connector 1849">
                <a:extLst>
                  <a:ext uri="{FF2B5EF4-FFF2-40B4-BE49-F238E27FC236}">
                    <a16:creationId xmlns:a16="http://schemas.microsoft.com/office/drawing/2014/main" id="{10EA876D-C26C-49EC-8B55-BE03DD8E7623}"/>
                  </a:ext>
                </a:extLst>
              </p:cNvPr>
              <p:cNvCxnSpPr/>
              <p:nvPr userDrawn="1"/>
            </p:nvCxnSpPr>
            <p:spPr>
              <a:xfrm>
                <a:off x="12481692" y="1142996"/>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1" name="Straight Connector 1850">
                <a:extLst>
                  <a:ext uri="{FF2B5EF4-FFF2-40B4-BE49-F238E27FC236}">
                    <a16:creationId xmlns:a16="http://schemas.microsoft.com/office/drawing/2014/main" id="{7C4A6D44-BC17-4D43-B7AE-C7503D0B8A21}"/>
                  </a:ext>
                </a:extLst>
              </p:cNvPr>
              <p:cNvCxnSpPr/>
              <p:nvPr userDrawn="1"/>
            </p:nvCxnSpPr>
            <p:spPr>
              <a:xfrm>
                <a:off x="12481692" y="979710"/>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2" name="Straight Connector 1851">
                <a:extLst>
                  <a:ext uri="{FF2B5EF4-FFF2-40B4-BE49-F238E27FC236}">
                    <a16:creationId xmlns:a16="http://schemas.microsoft.com/office/drawing/2014/main" id="{EA06E691-9607-4317-8C48-254E0521AA1D}"/>
                  </a:ext>
                </a:extLst>
              </p:cNvPr>
              <p:cNvCxnSpPr/>
              <p:nvPr userDrawn="1"/>
            </p:nvCxnSpPr>
            <p:spPr>
              <a:xfrm>
                <a:off x="12481692" y="1469567"/>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3" name="Straight Connector 1852">
                <a:extLst>
                  <a:ext uri="{FF2B5EF4-FFF2-40B4-BE49-F238E27FC236}">
                    <a16:creationId xmlns:a16="http://schemas.microsoft.com/office/drawing/2014/main" id="{B0AA6427-2C4F-43F1-9439-3781909AE402}"/>
                  </a:ext>
                </a:extLst>
              </p:cNvPr>
              <p:cNvCxnSpPr/>
              <p:nvPr userDrawn="1"/>
            </p:nvCxnSpPr>
            <p:spPr>
              <a:xfrm>
                <a:off x="12481692" y="1306281"/>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4" name="Straight Connector 1853">
                <a:extLst>
                  <a:ext uri="{FF2B5EF4-FFF2-40B4-BE49-F238E27FC236}">
                    <a16:creationId xmlns:a16="http://schemas.microsoft.com/office/drawing/2014/main" id="{68D350F4-ADAD-4051-AE44-9C9AD2242397}"/>
                  </a:ext>
                </a:extLst>
              </p:cNvPr>
              <p:cNvCxnSpPr/>
              <p:nvPr userDrawn="1"/>
            </p:nvCxnSpPr>
            <p:spPr>
              <a:xfrm>
                <a:off x="12481692" y="1796138"/>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5" name="Straight Connector 1854">
                <a:extLst>
                  <a:ext uri="{FF2B5EF4-FFF2-40B4-BE49-F238E27FC236}">
                    <a16:creationId xmlns:a16="http://schemas.microsoft.com/office/drawing/2014/main" id="{798F6AC0-658D-481D-9454-23D6ECD24477}"/>
                  </a:ext>
                </a:extLst>
              </p:cNvPr>
              <p:cNvCxnSpPr/>
              <p:nvPr userDrawn="1"/>
            </p:nvCxnSpPr>
            <p:spPr>
              <a:xfrm>
                <a:off x="12481692" y="1632852"/>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6" name="Straight Connector 1855">
                <a:extLst>
                  <a:ext uri="{FF2B5EF4-FFF2-40B4-BE49-F238E27FC236}">
                    <a16:creationId xmlns:a16="http://schemas.microsoft.com/office/drawing/2014/main" id="{4E4B02EA-62DD-4C43-A716-7BFCA2A0500B}"/>
                  </a:ext>
                </a:extLst>
              </p:cNvPr>
              <p:cNvCxnSpPr/>
              <p:nvPr userDrawn="1"/>
            </p:nvCxnSpPr>
            <p:spPr>
              <a:xfrm>
                <a:off x="12481692" y="2122709"/>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7" name="Straight Connector 1856">
                <a:extLst>
                  <a:ext uri="{FF2B5EF4-FFF2-40B4-BE49-F238E27FC236}">
                    <a16:creationId xmlns:a16="http://schemas.microsoft.com/office/drawing/2014/main" id="{E874A35C-A4B1-4399-951D-F7FF0AD3C002}"/>
                  </a:ext>
                </a:extLst>
              </p:cNvPr>
              <p:cNvCxnSpPr/>
              <p:nvPr userDrawn="1"/>
            </p:nvCxnSpPr>
            <p:spPr>
              <a:xfrm>
                <a:off x="12481692" y="1959423"/>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8" name="Straight Connector 1857">
                <a:extLst>
                  <a:ext uri="{FF2B5EF4-FFF2-40B4-BE49-F238E27FC236}">
                    <a16:creationId xmlns:a16="http://schemas.microsoft.com/office/drawing/2014/main" id="{54EC331E-1727-485A-BF69-852A9D7745B8}"/>
                  </a:ext>
                </a:extLst>
              </p:cNvPr>
              <p:cNvCxnSpPr/>
              <p:nvPr userDrawn="1"/>
            </p:nvCxnSpPr>
            <p:spPr>
              <a:xfrm>
                <a:off x="12481692" y="2449280"/>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9" name="Straight Connector 1858">
                <a:extLst>
                  <a:ext uri="{FF2B5EF4-FFF2-40B4-BE49-F238E27FC236}">
                    <a16:creationId xmlns:a16="http://schemas.microsoft.com/office/drawing/2014/main" id="{5BD57214-257F-458A-9870-6966C1264ED2}"/>
                  </a:ext>
                </a:extLst>
              </p:cNvPr>
              <p:cNvCxnSpPr/>
              <p:nvPr userDrawn="1"/>
            </p:nvCxnSpPr>
            <p:spPr>
              <a:xfrm>
                <a:off x="12481692" y="2285994"/>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0" name="Straight Connector 1859">
                <a:extLst>
                  <a:ext uri="{FF2B5EF4-FFF2-40B4-BE49-F238E27FC236}">
                    <a16:creationId xmlns:a16="http://schemas.microsoft.com/office/drawing/2014/main" id="{9FB89F2F-F489-4165-AE11-FFE27B51285F}"/>
                  </a:ext>
                </a:extLst>
              </p:cNvPr>
              <p:cNvCxnSpPr/>
              <p:nvPr userDrawn="1"/>
            </p:nvCxnSpPr>
            <p:spPr>
              <a:xfrm>
                <a:off x="12481692" y="2775851"/>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1" name="Straight Connector 1860">
                <a:extLst>
                  <a:ext uri="{FF2B5EF4-FFF2-40B4-BE49-F238E27FC236}">
                    <a16:creationId xmlns:a16="http://schemas.microsoft.com/office/drawing/2014/main" id="{F7BAAA2E-0FB1-43C5-BF2B-212086AE8319}"/>
                  </a:ext>
                </a:extLst>
              </p:cNvPr>
              <p:cNvCxnSpPr/>
              <p:nvPr userDrawn="1"/>
            </p:nvCxnSpPr>
            <p:spPr>
              <a:xfrm>
                <a:off x="12481692" y="2612565"/>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2" name="Straight Connector 1861">
                <a:extLst>
                  <a:ext uri="{FF2B5EF4-FFF2-40B4-BE49-F238E27FC236}">
                    <a16:creationId xmlns:a16="http://schemas.microsoft.com/office/drawing/2014/main" id="{8E71BC40-A7EA-4C54-BA9F-1D06E59DA1EA}"/>
                  </a:ext>
                </a:extLst>
              </p:cNvPr>
              <p:cNvCxnSpPr/>
              <p:nvPr userDrawn="1"/>
            </p:nvCxnSpPr>
            <p:spPr>
              <a:xfrm>
                <a:off x="12481692" y="3102422"/>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3" name="Straight Connector 1862">
                <a:extLst>
                  <a:ext uri="{FF2B5EF4-FFF2-40B4-BE49-F238E27FC236}">
                    <a16:creationId xmlns:a16="http://schemas.microsoft.com/office/drawing/2014/main" id="{F4446A0B-E07A-49F5-8256-17E0D863436E}"/>
                  </a:ext>
                </a:extLst>
              </p:cNvPr>
              <p:cNvCxnSpPr/>
              <p:nvPr userDrawn="1"/>
            </p:nvCxnSpPr>
            <p:spPr>
              <a:xfrm>
                <a:off x="12481692" y="2939136"/>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4" name="Straight Connector 1863">
                <a:extLst>
                  <a:ext uri="{FF2B5EF4-FFF2-40B4-BE49-F238E27FC236}">
                    <a16:creationId xmlns:a16="http://schemas.microsoft.com/office/drawing/2014/main" id="{FA1E5DC1-6A01-4A68-A1AC-EA7B7604D4E5}"/>
                  </a:ext>
                </a:extLst>
              </p:cNvPr>
              <p:cNvCxnSpPr/>
              <p:nvPr userDrawn="1"/>
            </p:nvCxnSpPr>
            <p:spPr>
              <a:xfrm>
                <a:off x="12481692" y="3428993"/>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5" name="Straight Connector 1864">
                <a:extLst>
                  <a:ext uri="{FF2B5EF4-FFF2-40B4-BE49-F238E27FC236}">
                    <a16:creationId xmlns:a16="http://schemas.microsoft.com/office/drawing/2014/main" id="{E7138EF7-FBA2-4C13-B049-A4821AA85E14}"/>
                  </a:ext>
                </a:extLst>
              </p:cNvPr>
              <p:cNvCxnSpPr/>
              <p:nvPr userDrawn="1"/>
            </p:nvCxnSpPr>
            <p:spPr>
              <a:xfrm>
                <a:off x="12481692" y="3265707"/>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6" name="Straight Connector 1865">
                <a:extLst>
                  <a:ext uri="{FF2B5EF4-FFF2-40B4-BE49-F238E27FC236}">
                    <a16:creationId xmlns:a16="http://schemas.microsoft.com/office/drawing/2014/main" id="{EDCDE1AF-E0B5-4CE7-8625-32364359673C}"/>
                  </a:ext>
                </a:extLst>
              </p:cNvPr>
              <p:cNvCxnSpPr/>
              <p:nvPr userDrawn="1"/>
            </p:nvCxnSpPr>
            <p:spPr>
              <a:xfrm>
                <a:off x="12481692" y="3755564"/>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7" name="Straight Connector 1866">
                <a:extLst>
                  <a:ext uri="{FF2B5EF4-FFF2-40B4-BE49-F238E27FC236}">
                    <a16:creationId xmlns:a16="http://schemas.microsoft.com/office/drawing/2014/main" id="{9F6B3EC6-7F4C-49F7-A4C2-A0B7DBAD2178}"/>
                  </a:ext>
                </a:extLst>
              </p:cNvPr>
              <p:cNvCxnSpPr/>
              <p:nvPr userDrawn="1"/>
            </p:nvCxnSpPr>
            <p:spPr>
              <a:xfrm>
                <a:off x="12481692" y="3592278"/>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8" name="Straight Connector 1867">
                <a:extLst>
                  <a:ext uri="{FF2B5EF4-FFF2-40B4-BE49-F238E27FC236}">
                    <a16:creationId xmlns:a16="http://schemas.microsoft.com/office/drawing/2014/main" id="{0392A7A1-F502-4475-9491-ABC542C937EF}"/>
                  </a:ext>
                </a:extLst>
              </p:cNvPr>
              <p:cNvCxnSpPr/>
              <p:nvPr userDrawn="1"/>
            </p:nvCxnSpPr>
            <p:spPr>
              <a:xfrm>
                <a:off x="12481692" y="4081755"/>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9" name="Straight Connector 1868">
                <a:extLst>
                  <a:ext uri="{FF2B5EF4-FFF2-40B4-BE49-F238E27FC236}">
                    <a16:creationId xmlns:a16="http://schemas.microsoft.com/office/drawing/2014/main" id="{734D041E-063B-4497-85AA-7B8FBE417457}"/>
                  </a:ext>
                </a:extLst>
              </p:cNvPr>
              <p:cNvCxnSpPr/>
              <p:nvPr userDrawn="1"/>
            </p:nvCxnSpPr>
            <p:spPr>
              <a:xfrm>
                <a:off x="12481692" y="3918469"/>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0" name="Straight Connector 1869">
                <a:extLst>
                  <a:ext uri="{FF2B5EF4-FFF2-40B4-BE49-F238E27FC236}">
                    <a16:creationId xmlns:a16="http://schemas.microsoft.com/office/drawing/2014/main" id="{EC9749B8-000A-4818-BB0F-974419FD2021}"/>
                  </a:ext>
                </a:extLst>
              </p:cNvPr>
              <p:cNvCxnSpPr/>
              <p:nvPr userDrawn="1"/>
            </p:nvCxnSpPr>
            <p:spPr>
              <a:xfrm>
                <a:off x="12481692" y="4408326"/>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1" name="Straight Connector 1870">
                <a:extLst>
                  <a:ext uri="{FF2B5EF4-FFF2-40B4-BE49-F238E27FC236}">
                    <a16:creationId xmlns:a16="http://schemas.microsoft.com/office/drawing/2014/main" id="{8C30234A-BAC2-4ADB-ADE2-1CCA3DBC9092}"/>
                  </a:ext>
                </a:extLst>
              </p:cNvPr>
              <p:cNvCxnSpPr/>
              <p:nvPr userDrawn="1"/>
            </p:nvCxnSpPr>
            <p:spPr>
              <a:xfrm>
                <a:off x="12481692" y="4245040"/>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2" name="Straight Connector 1871">
                <a:extLst>
                  <a:ext uri="{FF2B5EF4-FFF2-40B4-BE49-F238E27FC236}">
                    <a16:creationId xmlns:a16="http://schemas.microsoft.com/office/drawing/2014/main" id="{6B6F744C-7013-45B9-9791-38F4976AE050}"/>
                  </a:ext>
                </a:extLst>
              </p:cNvPr>
              <p:cNvCxnSpPr/>
              <p:nvPr userDrawn="1"/>
            </p:nvCxnSpPr>
            <p:spPr>
              <a:xfrm>
                <a:off x="12481692" y="4734897"/>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3" name="Straight Connector 1872">
                <a:extLst>
                  <a:ext uri="{FF2B5EF4-FFF2-40B4-BE49-F238E27FC236}">
                    <a16:creationId xmlns:a16="http://schemas.microsoft.com/office/drawing/2014/main" id="{38A09CC4-4EE2-452A-8585-3C22C9462376}"/>
                  </a:ext>
                </a:extLst>
              </p:cNvPr>
              <p:cNvCxnSpPr/>
              <p:nvPr userDrawn="1"/>
            </p:nvCxnSpPr>
            <p:spPr>
              <a:xfrm>
                <a:off x="12481692" y="4571611"/>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4" name="Straight Connector 1873">
                <a:extLst>
                  <a:ext uri="{FF2B5EF4-FFF2-40B4-BE49-F238E27FC236}">
                    <a16:creationId xmlns:a16="http://schemas.microsoft.com/office/drawing/2014/main" id="{18047928-7E24-453B-9C35-D3F4D9727E33}"/>
                  </a:ext>
                </a:extLst>
              </p:cNvPr>
              <p:cNvCxnSpPr/>
              <p:nvPr userDrawn="1"/>
            </p:nvCxnSpPr>
            <p:spPr>
              <a:xfrm>
                <a:off x="12481692" y="5061468"/>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6" name="Straight Connector 1875">
                <a:extLst>
                  <a:ext uri="{FF2B5EF4-FFF2-40B4-BE49-F238E27FC236}">
                    <a16:creationId xmlns:a16="http://schemas.microsoft.com/office/drawing/2014/main" id="{AEB32B1B-FDD5-4DA4-B07C-87365241BE3E}"/>
                  </a:ext>
                </a:extLst>
              </p:cNvPr>
              <p:cNvCxnSpPr/>
              <p:nvPr userDrawn="1"/>
            </p:nvCxnSpPr>
            <p:spPr>
              <a:xfrm>
                <a:off x="12481692" y="5388039"/>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7" name="Straight Connector 1876">
                <a:extLst>
                  <a:ext uri="{FF2B5EF4-FFF2-40B4-BE49-F238E27FC236}">
                    <a16:creationId xmlns:a16="http://schemas.microsoft.com/office/drawing/2014/main" id="{2A0ABFEF-DF4E-4CEB-959C-B6B26B683376}"/>
                  </a:ext>
                </a:extLst>
              </p:cNvPr>
              <p:cNvCxnSpPr/>
              <p:nvPr userDrawn="1"/>
            </p:nvCxnSpPr>
            <p:spPr>
              <a:xfrm>
                <a:off x="12481692" y="5224753"/>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8" name="Straight Connector 1877">
                <a:extLst>
                  <a:ext uri="{FF2B5EF4-FFF2-40B4-BE49-F238E27FC236}">
                    <a16:creationId xmlns:a16="http://schemas.microsoft.com/office/drawing/2014/main" id="{3451E7DD-CB32-422A-8DF3-8F31E24E8239}"/>
                  </a:ext>
                </a:extLst>
              </p:cNvPr>
              <p:cNvCxnSpPr/>
              <p:nvPr userDrawn="1"/>
            </p:nvCxnSpPr>
            <p:spPr>
              <a:xfrm>
                <a:off x="12481692" y="5714610"/>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9" name="Straight Connector 1878">
                <a:extLst>
                  <a:ext uri="{FF2B5EF4-FFF2-40B4-BE49-F238E27FC236}">
                    <a16:creationId xmlns:a16="http://schemas.microsoft.com/office/drawing/2014/main" id="{D86475DA-391E-4A74-AD10-8794319D1EFB}"/>
                  </a:ext>
                </a:extLst>
              </p:cNvPr>
              <p:cNvCxnSpPr/>
              <p:nvPr userDrawn="1"/>
            </p:nvCxnSpPr>
            <p:spPr>
              <a:xfrm>
                <a:off x="12481692" y="5551324"/>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0" name="Straight Connector 1879">
                <a:extLst>
                  <a:ext uri="{FF2B5EF4-FFF2-40B4-BE49-F238E27FC236}">
                    <a16:creationId xmlns:a16="http://schemas.microsoft.com/office/drawing/2014/main" id="{2B166F54-2D92-4FBE-B9F4-1253F4EF6868}"/>
                  </a:ext>
                </a:extLst>
              </p:cNvPr>
              <p:cNvCxnSpPr/>
              <p:nvPr userDrawn="1"/>
            </p:nvCxnSpPr>
            <p:spPr>
              <a:xfrm>
                <a:off x="12481692" y="6041181"/>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1" name="Straight Connector 1880">
                <a:extLst>
                  <a:ext uri="{FF2B5EF4-FFF2-40B4-BE49-F238E27FC236}">
                    <a16:creationId xmlns:a16="http://schemas.microsoft.com/office/drawing/2014/main" id="{F02BF647-500B-4CB9-B89E-D7EAED4F6AE7}"/>
                  </a:ext>
                </a:extLst>
              </p:cNvPr>
              <p:cNvCxnSpPr/>
              <p:nvPr userDrawn="1"/>
            </p:nvCxnSpPr>
            <p:spPr>
              <a:xfrm>
                <a:off x="12481692" y="5877895"/>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2" name="Straight Connector 1881">
                <a:extLst>
                  <a:ext uri="{FF2B5EF4-FFF2-40B4-BE49-F238E27FC236}">
                    <a16:creationId xmlns:a16="http://schemas.microsoft.com/office/drawing/2014/main" id="{D4100C2F-A6CC-4330-AE7F-77C409F51318}"/>
                  </a:ext>
                </a:extLst>
              </p:cNvPr>
              <p:cNvCxnSpPr/>
              <p:nvPr userDrawn="1"/>
            </p:nvCxnSpPr>
            <p:spPr>
              <a:xfrm>
                <a:off x="12481692" y="6367752"/>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3" name="Straight Connector 1882">
                <a:extLst>
                  <a:ext uri="{FF2B5EF4-FFF2-40B4-BE49-F238E27FC236}">
                    <a16:creationId xmlns:a16="http://schemas.microsoft.com/office/drawing/2014/main" id="{736E85BA-741B-47DD-83C9-89BF1C9AC151}"/>
                  </a:ext>
                </a:extLst>
              </p:cNvPr>
              <p:cNvCxnSpPr/>
              <p:nvPr userDrawn="1"/>
            </p:nvCxnSpPr>
            <p:spPr>
              <a:xfrm>
                <a:off x="12481692" y="6204466"/>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1" name="Straight Connector 2020">
                <a:extLst>
                  <a:ext uri="{FF2B5EF4-FFF2-40B4-BE49-F238E27FC236}">
                    <a16:creationId xmlns:a16="http://schemas.microsoft.com/office/drawing/2014/main" id="{E7775488-7784-403B-BC04-F7FEAFC1D23C}"/>
                  </a:ext>
                </a:extLst>
              </p:cNvPr>
              <p:cNvCxnSpPr/>
              <p:nvPr userDrawn="1"/>
            </p:nvCxnSpPr>
            <p:spPr>
              <a:xfrm>
                <a:off x="494272"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2" name="Straight Connector 2021">
                <a:extLst>
                  <a:ext uri="{FF2B5EF4-FFF2-40B4-BE49-F238E27FC236}">
                    <a16:creationId xmlns:a16="http://schemas.microsoft.com/office/drawing/2014/main" id="{BCFE1D7B-6F55-42CB-B02B-856236CD9137}"/>
                  </a:ext>
                </a:extLst>
              </p:cNvPr>
              <p:cNvCxnSpPr/>
              <p:nvPr userDrawn="1"/>
            </p:nvCxnSpPr>
            <p:spPr>
              <a:xfrm>
                <a:off x="329515"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3" name="Straight Connector 2022">
                <a:extLst>
                  <a:ext uri="{FF2B5EF4-FFF2-40B4-BE49-F238E27FC236}">
                    <a16:creationId xmlns:a16="http://schemas.microsoft.com/office/drawing/2014/main" id="{68E9AD67-5D0F-4D1D-B2C6-0F44E7A00DB5}"/>
                  </a:ext>
                </a:extLst>
              </p:cNvPr>
              <p:cNvCxnSpPr/>
              <p:nvPr userDrawn="1"/>
            </p:nvCxnSpPr>
            <p:spPr>
              <a:xfrm>
                <a:off x="823786"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4" name="Straight Connector 2023">
                <a:extLst>
                  <a:ext uri="{FF2B5EF4-FFF2-40B4-BE49-F238E27FC236}">
                    <a16:creationId xmlns:a16="http://schemas.microsoft.com/office/drawing/2014/main" id="{6A77AADB-CF97-4212-BF30-FCD05F619287}"/>
                  </a:ext>
                </a:extLst>
              </p:cNvPr>
              <p:cNvCxnSpPr/>
              <p:nvPr userDrawn="1"/>
            </p:nvCxnSpPr>
            <p:spPr>
              <a:xfrm>
                <a:off x="659029"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5" name="Straight Connector 2024">
                <a:extLst>
                  <a:ext uri="{FF2B5EF4-FFF2-40B4-BE49-F238E27FC236}">
                    <a16:creationId xmlns:a16="http://schemas.microsoft.com/office/drawing/2014/main" id="{324FC146-C2BF-4C87-B40C-8E3578830F57}"/>
                  </a:ext>
                </a:extLst>
              </p:cNvPr>
              <p:cNvCxnSpPr/>
              <p:nvPr userDrawn="1"/>
            </p:nvCxnSpPr>
            <p:spPr>
              <a:xfrm>
                <a:off x="1153300"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6" name="Straight Connector 2025">
                <a:extLst>
                  <a:ext uri="{FF2B5EF4-FFF2-40B4-BE49-F238E27FC236}">
                    <a16:creationId xmlns:a16="http://schemas.microsoft.com/office/drawing/2014/main" id="{EC2B6437-2BB5-471E-ABC2-7E7904E3D4C3}"/>
                  </a:ext>
                </a:extLst>
              </p:cNvPr>
              <p:cNvCxnSpPr/>
              <p:nvPr userDrawn="1"/>
            </p:nvCxnSpPr>
            <p:spPr>
              <a:xfrm>
                <a:off x="988543"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7" name="Straight Connector 2026">
                <a:extLst>
                  <a:ext uri="{FF2B5EF4-FFF2-40B4-BE49-F238E27FC236}">
                    <a16:creationId xmlns:a16="http://schemas.microsoft.com/office/drawing/2014/main" id="{52BB5111-C422-4C26-8C98-E36EF8D4915A}"/>
                  </a:ext>
                </a:extLst>
              </p:cNvPr>
              <p:cNvCxnSpPr/>
              <p:nvPr userDrawn="1"/>
            </p:nvCxnSpPr>
            <p:spPr>
              <a:xfrm>
                <a:off x="1482814"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8" name="Straight Connector 2027">
                <a:extLst>
                  <a:ext uri="{FF2B5EF4-FFF2-40B4-BE49-F238E27FC236}">
                    <a16:creationId xmlns:a16="http://schemas.microsoft.com/office/drawing/2014/main" id="{57E7B28E-78CD-4304-901F-45AA13D106A1}"/>
                  </a:ext>
                </a:extLst>
              </p:cNvPr>
              <p:cNvCxnSpPr/>
              <p:nvPr userDrawn="1"/>
            </p:nvCxnSpPr>
            <p:spPr>
              <a:xfrm>
                <a:off x="1318057"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9" name="Straight Connector 2028">
                <a:extLst>
                  <a:ext uri="{FF2B5EF4-FFF2-40B4-BE49-F238E27FC236}">
                    <a16:creationId xmlns:a16="http://schemas.microsoft.com/office/drawing/2014/main" id="{C854AE8E-D93F-4651-89BA-5113864C436B}"/>
                  </a:ext>
                </a:extLst>
              </p:cNvPr>
              <p:cNvCxnSpPr/>
              <p:nvPr userDrawn="1"/>
            </p:nvCxnSpPr>
            <p:spPr>
              <a:xfrm>
                <a:off x="1812328"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0" name="Straight Connector 2029">
                <a:extLst>
                  <a:ext uri="{FF2B5EF4-FFF2-40B4-BE49-F238E27FC236}">
                    <a16:creationId xmlns:a16="http://schemas.microsoft.com/office/drawing/2014/main" id="{2F10C3E3-B5E1-4AFE-A016-EA667102B8E5}"/>
                  </a:ext>
                </a:extLst>
              </p:cNvPr>
              <p:cNvCxnSpPr/>
              <p:nvPr userDrawn="1"/>
            </p:nvCxnSpPr>
            <p:spPr>
              <a:xfrm>
                <a:off x="1647571"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1" name="Straight Connector 2030">
                <a:extLst>
                  <a:ext uri="{FF2B5EF4-FFF2-40B4-BE49-F238E27FC236}">
                    <a16:creationId xmlns:a16="http://schemas.microsoft.com/office/drawing/2014/main" id="{2E4C1715-969B-4A57-AB1C-A7B9416B8940}"/>
                  </a:ext>
                </a:extLst>
              </p:cNvPr>
              <p:cNvCxnSpPr/>
              <p:nvPr userDrawn="1"/>
            </p:nvCxnSpPr>
            <p:spPr>
              <a:xfrm>
                <a:off x="2141842"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2" name="Straight Connector 2031">
                <a:extLst>
                  <a:ext uri="{FF2B5EF4-FFF2-40B4-BE49-F238E27FC236}">
                    <a16:creationId xmlns:a16="http://schemas.microsoft.com/office/drawing/2014/main" id="{158CE7B0-F5BE-4A43-8581-8996297032EE}"/>
                  </a:ext>
                </a:extLst>
              </p:cNvPr>
              <p:cNvCxnSpPr/>
              <p:nvPr userDrawn="1"/>
            </p:nvCxnSpPr>
            <p:spPr>
              <a:xfrm>
                <a:off x="1977085"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3" name="Straight Connector 2032">
                <a:extLst>
                  <a:ext uri="{FF2B5EF4-FFF2-40B4-BE49-F238E27FC236}">
                    <a16:creationId xmlns:a16="http://schemas.microsoft.com/office/drawing/2014/main" id="{66158B0E-679A-42D3-9371-E559F3212A00}"/>
                  </a:ext>
                </a:extLst>
              </p:cNvPr>
              <p:cNvCxnSpPr/>
              <p:nvPr userDrawn="1"/>
            </p:nvCxnSpPr>
            <p:spPr>
              <a:xfrm>
                <a:off x="2471356"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4" name="Straight Connector 2033">
                <a:extLst>
                  <a:ext uri="{FF2B5EF4-FFF2-40B4-BE49-F238E27FC236}">
                    <a16:creationId xmlns:a16="http://schemas.microsoft.com/office/drawing/2014/main" id="{041138B8-72FE-4238-8CD3-A948B4811361}"/>
                  </a:ext>
                </a:extLst>
              </p:cNvPr>
              <p:cNvCxnSpPr/>
              <p:nvPr userDrawn="1"/>
            </p:nvCxnSpPr>
            <p:spPr>
              <a:xfrm>
                <a:off x="2306599"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5" name="Straight Connector 2034">
                <a:extLst>
                  <a:ext uri="{FF2B5EF4-FFF2-40B4-BE49-F238E27FC236}">
                    <a16:creationId xmlns:a16="http://schemas.microsoft.com/office/drawing/2014/main" id="{9C203DDF-9EC6-42CA-82A4-B36E9732D657}"/>
                  </a:ext>
                </a:extLst>
              </p:cNvPr>
              <p:cNvCxnSpPr/>
              <p:nvPr userDrawn="1"/>
            </p:nvCxnSpPr>
            <p:spPr>
              <a:xfrm>
                <a:off x="2800870"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6" name="Straight Connector 2035">
                <a:extLst>
                  <a:ext uri="{FF2B5EF4-FFF2-40B4-BE49-F238E27FC236}">
                    <a16:creationId xmlns:a16="http://schemas.microsoft.com/office/drawing/2014/main" id="{45917DC4-72A8-445B-A89D-DB24F13E75B5}"/>
                  </a:ext>
                </a:extLst>
              </p:cNvPr>
              <p:cNvCxnSpPr/>
              <p:nvPr userDrawn="1"/>
            </p:nvCxnSpPr>
            <p:spPr>
              <a:xfrm>
                <a:off x="2636113"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7" name="Straight Connector 2036">
                <a:extLst>
                  <a:ext uri="{FF2B5EF4-FFF2-40B4-BE49-F238E27FC236}">
                    <a16:creationId xmlns:a16="http://schemas.microsoft.com/office/drawing/2014/main" id="{250E3C34-4E8B-4492-83A8-F62ED6E47ECB}"/>
                  </a:ext>
                </a:extLst>
              </p:cNvPr>
              <p:cNvCxnSpPr/>
              <p:nvPr userDrawn="1"/>
            </p:nvCxnSpPr>
            <p:spPr>
              <a:xfrm>
                <a:off x="3130384"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8" name="Straight Connector 2037">
                <a:extLst>
                  <a:ext uri="{FF2B5EF4-FFF2-40B4-BE49-F238E27FC236}">
                    <a16:creationId xmlns:a16="http://schemas.microsoft.com/office/drawing/2014/main" id="{2DA6F0F4-D527-4063-ABE6-DA7B1AFA0343}"/>
                  </a:ext>
                </a:extLst>
              </p:cNvPr>
              <p:cNvCxnSpPr/>
              <p:nvPr userDrawn="1"/>
            </p:nvCxnSpPr>
            <p:spPr>
              <a:xfrm>
                <a:off x="2965627"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9" name="Straight Connector 2038">
                <a:extLst>
                  <a:ext uri="{FF2B5EF4-FFF2-40B4-BE49-F238E27FC236}">
                    <a16:creationId xmlns:a16="http://schemas.microsoft.com/office/drawing/2014/main" id="{4ADD9BC8-05F2-4ACD-B6AF-D75161CC54BF}"/>
                  </a:ext>
                </a:extLst>
              </p:cNvPr>
              <p:cNvCxnSpPr/>
              <p:nvPr userDrawn="1"/>
            </p:nvCxnSpPr>
            <p:spPr>
              <a:xfrm>
                <a:off x="3459898"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0" name="Straight Connector 2039">
                <a:extLst>
                  <a:ext uri="{FF2B5EF4-FFF2-40B4-BE49-F238E27FC236}">
                    <a16:creationId xmlns:a16="http://schemas.microsoft.com/office/drawing/2014/main" id="{9F6DE046-7C11-473D-826E-ECFF5561C559}"/>
                  </a:ext>
                </a:extLst>
              </p:cNvPr>
              <p:cNvCxnSpPr/>
              <p:nvPr userDrawn="1"/>
            </p:nvCxnSpPr>
            <p:spPr>
              <a:xfrm>
                <a:off x="3295141"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1" name="Straight Connector 2040">
                <a:extLst>
                  <a:ext uri="{FF2B5EF4-FFF2-40B4-BE49-F238E27FC236}">
                    <a16:creationId xmlns:a16="http://schemas.microsoft.com/office/drawing/2014/main" id="{CA944FFF-70A6-4FF9-A022-A40BFBCD9312}"/>
                  </a:ext>
                </a:extLst>
              </p:cNvPr>
              <p:cNvCxnSpPr/>
              <p:nvPr userDrawn="1"/>
            </p:nvCxnSpPr>
            <p:spPr>
              <a:xfrm>
                <a:off x="3789412"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2" name="Straight Connector 2041">
                <a:extLst>
                  <a:ext uri="{FF2B5EF4-FFF2-40B4-BE49-F238E27FC236}">
                    <a16:creationId xmlns:a16="http://schemas.microsoft.com/office/drawing/2014/main" id="{3C2DFD9C-328E-4B1F-8B1C-6671D1EBF9DB}"/>
                  </a:ext>
                </a:extLst>
              </p:cNvPr>
              <p:cNvCxnSpPr/>
              <p:nvPr userDrawn="1"/>
            </p:nvCxnSpPr>
            <p:spPr>
              <a:xfrm>
                <a:off x="3624655"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3" name="Straight Connector 2042">
                <a:extLst>
                  <a:ext uri="{FF2B5EF4-FFF2-40B4-BE49-F238E27FC236}">
                    <a16:creationId xmlns:a16="http://schemas.microsoft.com/office/drawing/2014/main" id="{29C922E8-2F3D-43CE-A121-17CF94547BAD}"/>
                  </a:ext>
                </a:extLst>
              </p:cNvPr>
              <p:cNvCxnSpPr/>
              <p:nvPr userDrawn="1"/>
            </p:nvCxnSpPr>
            <p:spPr>
              <a:xfrm>
                <a:off x="4118926"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4" name="Straight Connector 2043">
                <a:extLst>
                  <a:ext uri="{FF2B5EF4-FFF2-40B4-BE49-F238E27FC236}">
                    <a16:creationId xmlns:a16="http://schemas.microsoft.com/office/drawing/2014/main" id="{7A93877F-AB12-4FF8-91C4-04D0B4ECC66A}"/>
                  </a:ext>
                </a:extLst>
              </p:cNvPr>
              <p:cNvCxnSpPr/>
              <p:nvPr userDrawn="1"/>
            </p:nvCxnSpPr>
            <p:spPr>
              <a:xfrm>
                <a:off x="3954169"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5" name="Straight Connector 2044">
                <a:extLst>
                  <a:ext uri="{FF2B5EF4-FFF2-40B4-BE49-F238E27FC236}">
                    <a16:creationId xmlns:a16="http://schemas.microsoft.com/office/drawing/2014/main" id="{935663A9-3DAF-4FEA-B361-F7CDC8C4262A}"/>
                  </a:ext>
                </a:extLst>
              </p:cNvPr>
              <p:cNvCxnSpPr/>
              <p:nvPr userDrawn="1"/>
            </p:nvCxnSpPr>
            <p:spPr>
              <a:xfrm>
                <a:off x="4448440"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6" name="Straight Connector 2045">
                <a:extLst>
                  <a:ext uri="{FF2B5EF4-FFF2-40B4-BE49-F238E27FC236}">
                    <a16:creationId xmlns:a16="http://schemas.microsoft.com/office/drawing/2014/main" id="{348D3BE9-3FCA-4C32-81F4-B88BA2668C71}"/>
                  </a:ext>
                </a:extLst>
              </p:cNvPr>
              <p:cNvCxnSpPr/>
              <p:nvPr userDrawn="1"/>
            </p:nvCxnSpPr>
            <p:spPr>
              <a:xfrm>
                <a:off x="4283683"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7" name="Straight Connector 2046">
                <a:extLst>
                  <a:ext uri="{FF2B5EF4-FFF2-40B4-BE49-F238E27FC236}">
                    <a16:creationId xmlns:a16="http://schemas.microsoft.com/office/drawing/2014/main" id="{3DAAF9E5-FC2D-41C4-A0F9-5294F77E362D}"/>
                  </a:ext>
                </a:extLst>
              </p:cNvPr>
              <p:cNvCxnSpPr/>
              <p:nvPr userDrawn="1"/>
            </p:nvCxnSpPr>
            <p:spPr>
              <a:xfrm>
                <a:off x="4777954"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8" name="Straight Connector 2047">
                <a:extLst>
                  <a:ext uri="{FF2B5EF4-FFF2-40B4-BE49-F238E27FC236}">
                    <a16:creationId xmlns:a16="http://schemas.microsoft.com/office/drawing/2014/main" id="{E7DF4BB4-CC67-4504-963E-61FA8714FA3B}"/>
                  </a:ext>
                </a:extLst>
              </p:cNvPr>
              <p:cNvCxnSpPr/>
              <p:nvPr userDrawn="1"/>
            </p:nvCxnSpPr>
            <p:spPr>
              <a:xfrm>
                <a:off x="4613197"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9" name="Straight Connector 2048">
                <a:extLst>
                  <a:ext uri="{FF2B5EF4-FFF2-40B4-BE49-F238E27FC236}">
                    <a16:creationId xmlns:a16="http://schemas.microsoft.com/office/drawing/2014/main" id="{EE734A94-C376-4C99-98CE-E1B12E811DC8}"/>
                  </a:ext>
                </a:extLst>
              </p:cNvPr>
              <p:cNvCxnSpPr/>
              <p:nvPr userDrawn="1"/>
            </p:nvCxnSpPr>
            <p:spPr>
              <a:xfrm>
                <a:off x="5107468"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0" name="Straight Connector 2049">
                <a:extLst>
                  <a:ext uri="{FF2B5EF4-FFF2-40B4-BE49-F238E27FC236}">
                    <a16:creationId xmlns:a16="http://schemas.microsoft.com/office/drawing/2014/main" id="{865EE46D-C843-4A85-BA7D-E64DCF36E286}"/>
                  </a:ext>
                </a:extLst>
              </p:cNvPr>
              <p:cNvCxnSpPr/>
              <p:nvPr userDrawn="1"/>
            </p:nvCxnSpPr>
            <p:spPr>
              <a:xfrm>
                <a:off x="4942711"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1" name="Straight Connector 2050">
                <a:extLst>
                  <a:ext uri="{FF2B5EF4-FFF2-40B4-BE49-F238E27FC236}">
                    <a16:creationId xmlns:a16="http://schemas.microsoft.com/office/drawing/2014/main" id="{AF1C7CAA-6590-4527-B14A-DB14548A9F12}"/>
                  </a:ext>
                </a:extLst>
              </p:cNvPr>
              <p:cNvCxnSpPr/>
              <p:nvPr userDrawn="1"/>
            </p:nvCxnSpPr>
            <p:spPr>
              <a:xfrm>
                <a:off x="5436982"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2" name="Straight Connector 2051">
                <a:extLst>
                  <a:ext uri="{FF2B5EF4-FFF2-40B4-BE49-F238E27FC236}">
                    <a16:creationId xmlns:a16="http://schemas.microsoft.com/office/drawing/2014/main" id="{A3A71923-A512-4D0E-9FB4-90750AA5BCE6}"/>
                  </a:ext>
                </a:extLst>
              </p:cNvPr>
              <p:cNvCxnSpPr/>
              <p:nvPr userDrawn="1"/>
            </p:nvCxnSpPr>
            <p:spPr>
              <a:xfrm>
                <a:off x="5272225"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3" name="Straight Connector 2052">
                <a:extLst>
                  <a:ext uri="{FF2B5EF4-FFF2-40B4-BE49-F238E27FC236}">
                    <a16:creationId xmlns:a16="http://schemas.microsoft.com/office/drawing/2014/main" id="{762BFA0C-869D-4074-BA13-586C7453508C}"/>
                  </a:ext>
                </a:extLst>
              </p:cNvPr>
              <p:cNvCxnSpPr/>
              <p:nvPr userDrawn="1"/>
            </p:nvCxnSpPr>
            <p:spPr>
              <a:xfrm>
                <a:off x="5766496"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4" name="Straight Connector 2053">
                <a:extLst>
                  <a:ext uri="{FF2B5EF4-FFF2-40B4-BE49-F238E27FC236}">
                    <a16:creationId xmlns:a16="http://schemas.microsoft.com/office/drawing/2014/main" id="{45DD90F0-013E-470F-B932-DF34112F9148}"/>
                  </a:ext>
                </a:extLst>
              </p:cNvPr>
              <p:cNvCxnSpPr/>
              <p:nvPr userDrawn="1"/>
            </p:nvCxnSpPr>
            <p:spPr>
              <a:xfrm>
                <a:off x="5601739"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5" name="Straight Connector 2054">
                <a:extLst>
                  <a:ext uri="{FF2B5EF4-FFF2-40B4-BE49-F238E27FC236}">
                    <a16:creationId xmlns:a16="http://schemas.microsoft.com/office/drawing/2014/main" id="{13AE674F-F33B-4A4B-B56D-548693F3C815}"/>
                  </a:ext>
                </a:extLst>
              </p:cNvPr>
              <p:cNvCxnSpPr/>
              <p:nvPr userDrawn="1"/>
            </p:nvCxnSpPr>
            <p:spPr>
              <a:xfrm>
                <a:off x="6096010"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6" name="Straight Connector 2055">
                <a:extLst>
                  <a:ext uri="{FF2B5EF4-FFF2-40B4-BE49-F238E27FC236}">
                    <a16:creationId xmlns:a16="http://schemas.microsoft.com/office/drawing/2014/main" id="{A680FD1A-7D29-481B-B6C3-2DEAB6286BCC}"/>
                  </a:ext>
                </a:extLst>
              </p:cNvPr>
              <p:cNvCxnSpPr/>
              <p:nvPr userDrawn="1"/>
            </p:nvCxnSpPr>
            <p:spPr>
              <a:xfrm>
                <a:off x="5931253"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7" name="Straight Connector 2056">
                <a:extLst>
                  <a:ext uri="{FF2B5EF4-FFF2-40B4-BE49-F238E27FC236}">
                    <a16:creationId xmlns:a16="http://schemas.microsoft.com/office/drawing/2014/main" id="{2C3A5CB2-2CE4-46D5-876B-ABBCC2F3E017}"/>
                  </a:ext>
                </a:extLst>
              </p:cNvPr>
              <p:cNvCxnSpPr/>
              <p:nvPr userDrawn="1"/>
            </p:nvCxnSpPr>
            <p:spPr>
              <a:xfrm>
                <a:off x="6425524"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8" name="Straight Connector 2057">
                <a:extLst>
                  <a:ext uri="{FF2B5EF4-FFF2-40B4-BE49-F238E27FC236}">
                    <a16:creationId xmlns:a16="http://schemas.microsoft.com/office/drawing/2014/main" id="{403D01B7-569C-4059-9608-4A861B81AF1A}"/>
                  </a:ext>
                </a:extLst>
              </p:cNvPr>
              <p:cNvCxnSpPr/>
              <p:nvPr userDrawn="1"/>
            </p:nvCxnSpPr>
            <p:spPr>
              <a:xfrm>
                <a:off x="6260767"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9" name="Straight Connector 2058">
                <a:extLst>
                  <a:ext uri="{FF2B5EF4-FFF2-40B4-BE49-F238E27FC236}">
                    <a16:creationId xmlns:a16="http://schemas.microsoft.com/office/drawing/2014/main" id="{1ABF768A-3814-4A15-90CF-BDACE6502F77}"/>
                  </a:ext>
                </a:extLst>
              </p:cNvPr>
              <p:cNvCxnSpPr/>
              <p:nvPr userDrawn="1"/>
            </p:nvCxnSpPr>
            <p:spPr>
              <a:xfrm>
                <a:off x="6590280"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0" name="Straight Connector 2059">
                <a:extLst>
                  <a:ext uri="{FF2B5EF4-FFF2-40B4-BE49-F238E27FC236}">
                    <a16:creationId xmlns:a16="http://schemas.microsoft.com/office/drawing/2014/main" id="{FCFCFDC3-7C9D-45CE-A25A-F9D0990F0DA5}"/>
                  </a:ext>
                </a:extLst>
              </p:cNvPr>
              <p:cNvCxnSpPr/>
              <p:nvPr userDrawn="1"/>
            </p:nvCxnSpPr>
            <p:spPr>
              <a:xfrm>
                <a:off x="6919794"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1" name="Straight Connector 2060">
                <a:extLst>
                  <a:ext uri="{FF2B5EF4-FFF2-40B4-BE49-F238E27FC236}">
                    <a16:creationId xmlns:a16="http://schemas.microsoft.com/office/drawing/2014/main" id="{502D6FFE-63AA-48A3-A3A2-EA8186B7CE75}"/>
                  </a:ext>
                </a:extLst>
              </p:cNvPr>
              <p:cNvCxnSpPr/>
              <p:nvPr userDrawn="1"/>
            </p:nvCxnSpPr>
            <p:spPr>
              <a:xfrm>
                <a:off x="6755037"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2" name="Straight Connector 2061">
                <a:extLst>
                  <a:ext uri="{FF2B5EF4-FFF2-40B4-BE49-F238E27FC236}">
                    <a16:creationId xmlns:a16="http://schemas.microsoft.com/office/drawing/2014/main" id="{45D02340-9CEF-4D15-8728-8CE100E598AD}"/>
                  </a:ext>
                </a:extLst>
              </p:cNvPr>
              <p:cNvCxnSpPr/>
              <p:nvPr userDrawn="1"/>
            </p:nvCxnSpPr>
            <p:spPr>
              <a:xfrm>
                <a:off x="7249308"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3" name="Straight Connector 2062">
                <a:extLst>
                  <a:ext uri="{FF2B5EF4-FFF2-40B4-BE49-F238E27FC236}">
                    <a16:creationId xmlns:a16="http://schemas.microsoft.com/office/drawing/2014/main" id="{48E771BA-5C48-40DE-821E-676678C2CE43}"/>
                  </a:ext>
                </a:extLst>
              </p:cNvPr>
              <p:cNvCxnSpPr/>
              <p:nvPr userDrawn="1"/>
            </p:nvCxnSpPr>
            <p:spPr>
              <a:xfrm>
                <a:off x="7084551"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4" name="Straight Connector 2063">
                <a:extLst>
                  <a:ext uri="{FF2B5EF4-FFF2-40B4-BE49-F238E27FC236}">
                    <a16:creationId xmlns:a16="http://schemas.microsoft.com/office/drawing/2014/main" id="{6677D2F6-CD4B-448A-A392-97ABF94545FA}"/>
                  </a:ext>
                </a:extLst>
              </p:cNvPr>
              <p:cNvCxnSpPr/>
              <p:nvPr userDrawn="1"/>
            </p:nvCxnSpPr>
            <p:spPr>
              <a:xfrm>
                <a:off x="7578822"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5" name="Straight Connector 2064">
                <a:extLst>
                  <a:ext uri="{FF2B5EF4-FFF2-40B4-BE49-F238E27FC236}">
                    <a16:creationId xmlns:a16="http://schemas.microsoft.com/office/drawing/2014/main" id="{64CC4814-104F-4D03-8563-371B90F226B0}"/>
                  </a:ext>
                </a:extLst>
              </p:cNvPr>
              <p:cNvCxnSpPr/>
              <p:nvPr userDrawn="1"/>
            </p:nvCxnSpPr>
            <p:spPr>
              <a:xfrm>
                <a:off x="7414065"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6" name="Straight Connector 2065">
                <a:extLst>
                  <a:ext uri="{FF2B5EF4-FFF2-40B4-BE49-F238E27FC236}">
                    <a16:creationId xmlns:a16="http://schemas.microsoft.com/office/drawing/2014/main" id="{AAAE3F7E-7C9A-4A46-9A19-BE2828746503}"/>
                  </a:ext>
                </a:extLst>
              </p:cNvPr>
              <p:cNvCxnSpPr/>
              <p:nvPr userDrawn="1"/>
            </p:nvCxnSpPr>
            <p:spPr>
              <a:xfrm>
                <a:off x="7908336"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7" name="Straight Connector 2066">
                <a:extLst>
                  <a:ext uri="{FF2B5EF4-FFF2-40B4-BE49-F238E27FC236}">
                    <a16:creationId xmlns:a16="http://schemas.microsoft.com/office/drawing/2014/main" id="{66306011-B0C8-4751-B99B-CD8502EB33BD}"/>
                  </a:ext>
                </a:extLst>
              </p:cNvPr>
              <p:cNvCxnSpPr/>
              <p:nvPr userDrawn="1"/>
            </p:nvCxnSpPr>
            <p:spPr>
              <a:xfrm>
                <a:off x="7743579"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8" name="Straight Connector 2067">
                <a:extLst>
                  <a:ext uri="{FF2B5EF4-FFF2-40B4-BE49-F238E27FC236}">
                    <a16:creationId xmlns:a16="http://schemas.microsoft.com/office/drawing/2014/main" id="{6C77A301-58B5-4369-BDF7-67D58A257A01}"/>
                  </a:ext>
                </a:extLst>
              </p:cNvPr>
              <p:cNvCxnSpPr/>
              <p:nvPr userDrawn="1"/>
            </p:nvCxnSpPr>
            <p:spPr>
              <a:xfrm>
                <a:off x="8237850"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9" name="Straight Connector 2068">
                <a:extLst>
                  <a:ext uri="{FF2B5EF4-FFF2-40B4-BE49-F238E27FC236}">
                    <a16:creationId xmlns:a16="http://schemas.microsoft.com/office/drawing/2014/main" id="{CA097E7B-A969-46D4-8193-89CFFA1C307D}"/>
                  </a:ext>
                </a:extLst>
              </p:cNvPr>
              <p:cNvCxnSpPr/>
              <p:nvPr userDrawn="1"/>
            </p:nvCxnSpPr>
            <p:spPr>
              <a:xfrm>
                <a:off x="8073093"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0" name="Straight Connector 2069">
                <a:extLst>
                  <a:ext uri="{FF2B5EF4-FFF2-40B4-BE49-F238E27FC236}">
                    <a16:creationId xmlns:a16="http://schemas.microsoft.com/office/drawing/2014/main" id="{85326DB9-2FFE-4E9B-9018-91D22694127E}"/>
                  </a:ext>
                </a:extLst>
              </p:cNvPr>
              <p:cNvCxnSpPr/>
              <p:nvPr userDrawn="1"/>
            </p:nvCxnSpPr>
            <p:spPr>
              <a:xfrm>
                <a:off x="8567364"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1" name="Straight Connector 2070">
                <a:extLst>
                  <a:ext uri="{FF2B5EF4-FFF2-40B4-BE49-F238E27FC236}">
                    <a16:creationId xmlns:a16="http://schemas.microsoft.com/office/drawing/2014/main" id="{FA90063D-1E8D-4171-950D-0515962A8A4C}"/>
                  </a:ext>
                </a:extLst>
              </p:cNvPr>
              <p:cNvCxnSpPr/>
              <p:nvPr userDrawn="1"/>
            </p:nvCxnSpPr>
            <p:spPr>
              <a:xfrm>
                <a:off x="8402607"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2" name="Straight Connector 2071">
                <a:extLst>
                  <a:ext uri="{FF2B5EF4-FFF2-40B4-BE49-F238E27FC236}">
                    <a16:creationId xmlns:a16="http://schemas.microsoft.com/office/drawing/2014/main" id="{07D091C2-97B3-4AA9-BF62-A6C5EB90FCCF}"/>
                  </a:ext>
                </a:extLst>
              </p:cNvPr>
              <p:cNvCxnSpPr/>
              <p:nvPr userDrawn="1"/>
            </p:nvCxnSpPr>
            <p:spPr>
              <a:xfrm>
                <a:off x="8896878"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3" name="Straight Connector 2072">
                <a:extLst>
                  <a:ext uri="{FF2B5EF4-FFF2-40B4-BE49-F238E27FC236}">
                    <a16:creationId xmlns:a16="http://schemas.microsoft.com/office/drawing/2014/main" id="{BCDDE9C1-2235-4F77-851D-2A5D7A6D307E}"/>
                  </a:ext>
                </a:extLst>
              </p:cNvPr>
              <p:cNvCxnSpPr/>
              <p:nvPr userDrawn="1"/>
            </p:nvCxnSpPr>
            <p:spPr>
              <a:xfrm>
                <a:off x="8732121"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4" name="Straight Connector 2073">
                <a:extLst>
                  <a:ext uri="{FF2B5EF4-FFF2-40B4-BE49-F238E27FC236}">
                    <a16:creationId xmlns:a16="http://schemas.microsoft.com/office/drawing/2014/main" id="{1358DD33-9840-49F5-916C-281567870CAB}"/>
                  </a:ext>
                </a:extLst>
              </p:cNvPr>
              <p:cNvCxnSpPr/>
              <p:nvPr userDrawn="1"/>
            </p:nvCxnSpPr>
            <p:spPr>
              <a:xfrm>
                <a:off x="9226392"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5" name="Straight Connector 2074">
                <a:extLst>
                  <a:ext uri="{FF2B5EF4-FFF2-40B4-BE49-F238E27FC236}">
                    <a16:creationId xmlns:a16="http://schemas.microsoft.com/office/drawing/2014/main" id="{33E555CD-25CB-45A8-9457-432593C24ACA}"/>
                  </a:ext>
                </a:extLst>
              </p:cNvPr>
              <p:cNvCxnSpPr/>
              <p:nvPr userDrawn="1"/>
            </p:nvCxnSpPr>
            <p:spPr>
              <a:xfrm>
                <a:off x="9061635"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6" name="Straight Connector 2075">
                <a:extLst>
                  <a:ext uri="{FF2B5EF4-FFF2-40B4-BE49-F238E27FC236}">
                    <a16:creationId xmlns:a16="http://schemas.microsoft.com/office/drawing/2014/main" id="{1320B94B-8741-4C4D-BFAE-1155B5D4DF33}"/>
                  </a:ext>
                </a:extLst>
              </p:cNvPr>
              <p:cNvCxnSpPr/>
              <p:nvPr userDrawn="1"/>
            </p:nvCxnSpPr>
            <p:spPr>
              <a:xfrm>
                <a:off x="9555906"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7" name="Straight Connector 2076">
                <a:extLst>
                  <a:ext uri="{FF2B5EF4-FFF2-40B4-BE49-F238E27FC236}">
                    <a16:creationId xmlns:a16="http://schemas.microsoft.com/office/drawing/2014/main" id="{A64B07E2-57C0-4074-8FC5-5D8E56152217}"/>
                  </a:ext>
                </a:extLst>
              </p:cNvPr>
              <p:cNvCxnSpPr/>
              <p:nvPr userDrawn="1"/>
            </p:nvCxnSpPr>
            <p:spPr>
              <a:xfrm>
                <a:off x="9391149"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8" name="Straight Connector 2077">
                <a:extLst>
                  <a:ext uri="{FF2B5EF4-FFF2-40B4-BE49-F238E27FC236}">
                    <a16:creationId xmlns:a16="http://schemas.microsoft.com/office/drawing/2014/main" id="{386FE378-792B-4FF4-97B5-9059EEA24E33}"/>
                  </a:ext>
                </a:extLst>
              </p:cNvPr>
              <p:cNvCxnSpPr/>
              <p:nvPr userDrawn="1"/>
            </p:nvCxnSpPr>
            <p:spPr>
              <a:xfrm>
                <a:off x="9885420"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9" name="Straight Connector 2078">
                <a:extLst>
                  <a:ext uri="{FF2B5EF4-FFF2-40B4-BE49-F238E27FC236}">
                    <a16:creationId xmlns:a16="http://schemas.microsoft.com/office/drawing/2014/main" id="{F2A3D371-9C51-417D-9B2B-61374FE4851F}"/>
                  </a:ext>
                </a:extLst>
              </p:cNvPr>
              <p:cNvCxnSpPr/>
              <p:nvPr userDrawn="1"/>
            </p:nvCxnSpPr>
            <p:spPr>
              <a:xfrm>
                <a:off x="9720663"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0" name="Straight Connector 2079">
                <a:extLst>
                  <a:ext uri="{FF2B5EF4-FFF2-40B4-BE49-F238E27FC236}">
                    <a16:creationId xmlns:a16="http://schemas.microsoft.com/office/drawing/2014/main" id="{DA1FD462-14C4-4DE1-974A-01E6227E82A2}"/>
                  </a:ext>
                </a:extLst>
              </p:cNvPr>
              <p:cNvCxnSpPr/>
              <p:nvPr userDrawn="1"/>
            </p:nvCxnSpPr>
            <p:spPr>
              <a:xfrm>
                <a:off x="10214934"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1" name="Straight Connector 2080">
                <a:extLst>
                  <a:ext uri="{FF2B5EF4-FFF2-40B4-BE49-F238E27FC236}">
                    <a16:creationId xmlns:a16="http://schemas.microsoft.com/office/drawing/2014/main" id="{A83DF3A0-6082-4977-A8F9-A056B16EE32F}"/>
                  </a:ext>
                </a:extLst>
              </p:cNvPr>
              <p:cNvCxnSpPr/>
              <p:nvPr userDrawn="1"/>
            </p:nvCxnSpPr>
            <p:spPr>
              <a:xfrm>
                <a:off x="10050177"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2" name="Straight Connector 2081">
                <a:extLst>
                  <a:ext uri="{FF2B5EF4-FFF2-40B4-BE49-F238E27FC236}">
                    <a16:creationId xmlns:a16="http://schemas.microsoft.com/office/drawing/2014/main" id="{E968AB59-612D-42A9-A79E-65077F990111}"/>
                  </a:ext>
                </a:extLst>
              </p:cNvPr>
              <p:cNvCxnSpPr/>
              <p:nvPr userDrawn="1"/>
            </p:nvCxnSpPr>
            <p:spPr>
              <a:xfrm>
                <a:off x="10544448"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3" name="Straight Connector 2082">
                <a:extLst>
                  <a:ext uri="{FF2B5EF4-FFF2-40B4-BE49-F238E27FC236}">
                    <a16:creationId xmlns:a16="http://schemas.microsoft.com/office/drawing/2014/main" id="{A6FF53F8-DE09-45FA-9945-814280C87A46}"/>
                  </a:ext>
                </a:extLst>
              </p:cNvPr>
              <p:cNvCxnSpPr/>
              <p:nvPr userDrawn="1"/>
            </p:nvCxnSpPr>
            <p:spPr>
              <a:xfrm>
                <a:off x="10379691"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4" name="Straight Connector 2083">
                <a:extLst>
                  <a:ext uri="{FF2B5EF4-FFF2-40B4-BE49-F238E27FC236}">
                    <a16:creationId xmlns:a16="http://schemas.microsoft.com/office/drawing/2014/main" id="{67FC9E8C-5E20-4E01-93DF-877E650D9B9E}"/>
                  </a:ext>
                </a:extLst>
              </p:cNvPr>
              <p:cNvCxnSpPr/>
              <p:nvPr userDrawn="1"/>
            </p:nvCxnSpPr>
            <p:spPr>
              <a:xfrm>
                <a:off x="10873962"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5" name="Straight Connector 2084">
                <a:extLst>
                  <a:ext uri="{FF2B5EF4-FFF2-40B4-BE49-F238E27FC236}">
                    <a16:creationId xmlns:a16="http://schemas.microsoft.com/office/drawing/2014/main" id="{671215D9-A9E4-49CC-80DB-02465B59BB0B}"/>
                  </a:ext>
                </a:extLst>
              </p:cNvPr>
              <p:cNvCxnSpPr/>
              <p:nvPr userDrawn="1"/>
            </p:nvCxnSpPr>
            <p:spPr>
              <a:xfrm>
                <a:off x="10709205"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6" name="Straight Connector 2085">
                <a:extLst>
                  <a:ext uri="{FF2B5EF4-FFF2-40B4-BE49-F238E27FC236}">
                    <a16:creationId xmlns:a16="http://schemas.microsoft.com/office/drawing/2014/main" id="{63DF0AE8-A239-4607-957B-A6E6898D2DC7}"/>
                  </a:ext>
                </a:extLst>
              </p:cNvPr>
              <p:cNvCxnSpPr/>
              <p:nvPr userDrawn="1"/>
            </p:nvCxnSpPr>
            <p:spPr>
              <a:xfrm>
                <a:off x="11203476"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7" name="Straight Connector 2086">
                <a:extLst>
                  <a:ext uri="{FF2B5EF4-FFF2-40B4-BE49-F238E27FC236}">
                    <a16:creationId xmlns:a16="http://schemas.microsoft.com/office/drawing/2014/main" id="{30186851-514A-445D-ADCB-EC889CCD8529}"/>
                  </a:ext>
                </a:extLst>
              </p:cNvPr>
              <p:cNvCxnSpPr/>
              <p:nvPr userDrawn="1"/>
            </p:nvCxnSpPr>
            <p:spPr>
              <a:xfrm>
                <a:off x="11038719"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8" name="Straight Connector 2087">
                <a:extLst>
                  <a:ext uri="{FF2B5EF4-FFF2-40B4-BE49-F238E27FC236}">
                    <a16:creationId xmlns:a16="http://schemas.microsoft.com/office/drawing/2014/main" id="{450EADC7-2D8F-40C6-982A-60998A2CB1D9}"/>
                  </a:ext>
                </a:extLst>
              </p:cNvPr>
              <p:cNvCxnSpPr/>
              <p:nvPr userDrawn="1"/>
            </p:nvCxnSpPr>
            <p:spPr>
              <a:xfrm>
                <a:off x="11532990"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9" name="Straight Connector 2088">
                <a:extLst>
                  <a:ext uri="{FF2B5EF4-FFF2-40B4-BE49-F238E27FC236}">
                    <a16:creationId xmlns:a16="http://schemas.microsoft.com/office/drawing/2014/main" id="{1343E186-906F-4D8B-9237-973C30D350A1}"/>
                  </a:ext>
                </a:extLst>
              </p:cNvPr>
              <p:cNvCxnSpPr/>
              <p:nvPr userDrawn="1"/>
            </p:nvCxnSpPr>
            <p:spPr>
              <a:xfrm>
                <a:off x="11368233"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0" name="Straight Connector 2089">
                <a:extLst>
                  <a:ext uri="{FF2B5EF4-FFF2-40B4-BE49-F238E27FC236}">
                    <a16:creationId xmlns:a16="http://schemas.microsoft.com/office/drawing/2014/main" id="{BB771F8B-0200-4B12-AA58-9E8731C9BB33}"/>
                  </a:ext>
                </a:extLst>
              </p:cNvPr>
              <p:cNvCxnSpPr/>
              <p:nvPr userDrawn="1"/>
            </p:nvCxnSpPr>
            <p:spPr>
              <a:xfrm>
                <a:off x="11862504"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1" name="Straight Connector 2090">
                <a:extLst>
                  <a:ext uri="{FF2B5EF4-FFF2-40B4-BE49-F238E27FC236}">
                    <a16:creationId xmlns:a16="http://schemas.microsoft.com/office/drawing/2014/main" id="{5F989D3F-0729-4046-83A7-57A4CDB4A767}"/>
                  </a:ext>
                </a:extLst>
              </p:cNvPr>
              <p:cNvCxnSpPr/>
              <p:nvPr userDrawn="1"/>
            </p:nvCxnSpPr>
            <p:spPr>
              <a:xfrm>
                <a:off x="11697747"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27119EA8-DF83-4A6C-9AAA-FA1740AC79C1}"/>
                </a:ext>
              </a:extLst>
            </p:cNvPr>
            <p:cNvGrpSpPr/>
            <p:nvPr userDrawn="1"/>
          </p:nvGrpSpPr>
          <p:grpSpPr>
            <a:xfrm>
              <a:off x="-435429" y="-435426"/>
              <a:ext cx="13043121" cy="7728852"/>
              <a:chOff x="-435429" y="-435426"/>
              <a:chExt cx="13043121" cy="7728852"/>
            </a:xfrm>
          </p:grpSpPr>
          <p:cxnSp>
            <p:nvCxnSpPr>
              <p:cNvPr id="1898" name="Straight Connector 1897">
                <a:extLst>
                  <a:ext uri="{FF2B5EF4-FFF2-40B4-BE49-F238E27FC236}">
                    <a16:creationId xmlns:a16="http://schemas.microsoft.com/office/drawing/2014/main" id="{20D09B73-2843-43CA-8CF2-C731325248A1}"/>
                  </a:ext>
                </a:extLst>
              </p:cNvPr>
              <p:cNvCxnSpPr/>
              <p:nvPr/>
            </p:nvCxnSpPr>
            <p:spPr>
              <a:xfrm>
                <a:off x="12355692" y="4898565"/>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E345FD7F-A9C1-42D0-BF09-FB40DC99AA53}"/>
                  </a:ext>
                </a:extLst>
              </p:cNvPr>
              <p:cNvCxnSpPr/>
              <p:nvPr/>
            </p:nvCxnSpPr>
            <p:spPr>
              <a:xfrm>
                <a:off x="-435429" y="326571"/>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CC5BC418-FCEF-43F6-84FC-4A873C290BAA}"/>
                  </a:ext>
                </a:extLst>
              </p:cNvPr>
              <p:cNvCxnSpPr/>
              <p:nvPr/>
            </p:nvCxnSpPr>
            <p:spPr>
              <a:xfrm>
                <a:off x="-435429" y="0"/>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2221C01C-53D2-46A1-AAF1-1CA8804E7746}"/>
                  </a:ext>
                </a:extLst>
              </p:cNvPr>
              <p:cNvCxnSpPr/>
              <p:nvPr/>
            </p:nvCxnSpPr>
            <p:spPr>
              <a:xfrm>
                <a:off x="-435429" y="979713"/>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1D0DC50C-11F4-4D74-A05A-CE145AD8A183}"/>
                  </a:ext>
                </a:extLst>
              </p:cNvPr>
              <p:cNvCxnSpPr/>
              <p:nvPr/>
            </p:nvCxnSpPr>
            <p:spPr>
              <a:xfrm>
                <a:off x="-435429" y="653142"/>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06075E29-B89D-4D19-977C-378BE5702E0E}"/>
                  </a:ext>
                </a:extLst>
              </p:cNvPr>
              <p:cNvCxnSpPr/>
              <p:nvPr/>
            </p:nvCxnSpPr>
            <p:spPr>
              <a:xfrm>
                <a:off x="-435429" y="1632855"/>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60B9ABF4-6542-49BC-AD52-F3531B803CCC}"/>
                  </a:ext>
                </a:extLst>
              </p:cNvPr>
              <p:cNvCxnSpPr/>
              <p:nvPr/>
            </p:nvCxnSpPr>
            <p:spPr>
              <a:xfrm>
                <a:off x="-435429" y="1306284"/>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C2786AC8-310A-40D6-B68B-17F04D2237D9}"/>
                  </a:ext>
                </a:extLst>
              </p:cNvPr>
              <p:cNvCxnSpPr/>
              <p:nvPr/>
            </p:nvCxnSpPr>
            <p:spPr>
              <a:xfrm>
                <a:off x="-435429" y="2285997"/>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626541A1-55F4-431B-A2DF-C0F15EEB2EB0}"/>
                  </a:ext>
                </a:extLst>
              </p:cNvPr>
              <p:cNvCxnSpPr/>
              <p:nvPr/>
            </p:nvCxnSpPr>
            <p:spPr>
              <a:xfrm>
                <a:off x="-435429" y="1959426"/>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1A9182CB-3E1F-4152-AE87-E88804D6B6D5}"/>
                  </a:ext>
                </a:extLst>
              </p:cNvPr>
              <p:cNvCxnSpPr/>
              <p:nvPr/>
            </p:nvCxnSpPr>
            <p:spPr>
              <a:xfrm>
                <a:off x="-435429" y="2939139"/>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6D4A6424-105E-4EB5-930F-78470A1E4957}"/>
                  </a:ext>
                </a:extLst>
              </p:cNvPr>
              <p:cNvCxnSpPr/>
              <p:nvPr/>
            </p:nvCxnSpPr>
            <p:spPr>
              <a:xfrm>
                <a:off x="-435429" y="2612568"/>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B82F1B8B-9B5D-47E9-A5E2-E08116E411E9}"/>
                  </a:ext>
                </a:extLst>
              </p:cNvPr>
              <p:cNvCxnSpPr/>
              <p:nvPr/>
            </p:nvCxnSpPr>
            <p:spPr>
              <a:xfrm>
                <a:off x="-435429" y="3592281"/>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6251671E-7195-4186-B532-CC29D56BEFD5}"/>
                  </a:ext>
                </a:extLst>
              </p:cNvPr>
              <p:cNvCxnSpPr/>
              <p:nvPr/>
            </p:nvCxnSpPr>
            <p:spPr>
              <a:xfrm>
                <a:off x="-435429" y="3265710"/>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0D46A5BA-19D2-4A30-BEE8-B97BB78E015B}"/>
                  </a:ext>
                </a:extLst>
              </p:cNvPr>
              <p:cNvCxnSpPr/>
              <p:nvPr/>
            </p:nvCxnSpPr>
            <p:spPr>
              <a:xfrm>
                <a:off x="-435429" y="4245423"/>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D4A539D6-CD6F-4D11-993D-5CC4B0CC2106}"/>
                  </a:ext>
                </a:extLst>
              </p:cNvPr>
              <p:cNvCxnSpPr/>
              <p:nvPr/>
            </p:nvCxnSpPr>
            <p:spPr>
              <a:xfrm>
                <a:off x="-435429" y="3918852"/>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1FE7DE87-E28C-404C-BB81-9E2D2458B379}"/>
                  </a:ext>
                </a:extLst>
              </p:cNvPr>
              <p:cNvCxnSpPr/>
              <p:nvPr/>
            </p:nvCxnSpPr>
            <p:spPr>
              <a:xfrm>
                <a:off x="-435429" y="4898565"/>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BE5A7807-C8C4-43E7-815B-22994995506E}"/>
                  </a:ext>
                </a:extLst>
              </p:cNvPr>
              <p:cNvCxnSpPr/>
              <p:nvPr/>
            </p:nvCxnSpPr>
            <p:spPr>
              <a:xfrm>
                <a:off x="-435429" y="4571994"/>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BA9E55CF-4A3C-4598-9E64-10F7FBE98C94}"/>
                  </a:ext>
                </a:extLst>
              </p:cNvPr>
              <p:cNvCxnSpPr/>
              <p:nvPr/>
            </p:nvCxnSpPr>
            <p:spPr>
              <a:xfrm>
                <a:off x="-435429" y="5551707"/>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972532AE-0359-4D8F-BE38-76E659D05FCE}"/>
                  </a:ext>
                </a:extLst>
              </p:cNvPr>
              <p:cNvCxnSpPr/>
              <p:nvPr/>
            </p:nvCxnSpPr>
            <p:spPr>
              <a:xfrm>
                <a:off x="-435429" y="5225136"/>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ECB890B9-059A-4331-8BEC-92C62266C9C8}"/>
                  </a:ext>
                </a:extLst>
              </p:cNvPr>
              <p:cNvCxnSpPr/>
              <p:nvPr/>
            </p:nvCxnSpPr>
            <p:spPr>
              <a:xfrm>
                <a:off x="-435429" y="6204849"/>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73085996-FF29-41BB-8ADE-690F7664E3EE}"/>
                  </a:ext>
                </a:extLst>
              </p:cNvPr>
              <p:cNvCxnSpPr/>
              <p:nvPr/>
            </p:nvCxnSpPr>
            <p:spPr>
              <a:xfrm>
                <a:off x="-435429" y="5878278"/>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D5B61798-D3C5-42E4-B07F-CACA21FE238F}"/>
                  </a:ext>
                </a:extLst>
              </p:cNvPr>
              <p:cNvCxnSpPr/>
              <p:nvPr/>
            </p:nvCxnSpPr>
            <p:spPr>
              <a:xfrm>
                <a:off x="-435429" y="6857991"/>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A924165C-DB76-4EB9-9CAA-473B566AA775}"/>
                  </a:ext>
                </a:extLst>
              </p:cNvPr>
              <p:cNvCxnSpPr/>
              <p:nvPr/>
            </p:nvCxnSpPr>
            <p:spPr>
              <a:xfrm>
                <a:off x="-435429" y="6531420"/>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07" name="Straight Connector 806">
                <a:extLst>
                  <a:ext uri="{FF2B5EF4-FFF2-40B4-BE49-F238E27FC236}">
                    <a16:creationId xmlns:a16="http://schemas.microsoft.com/office/drawing/2014/main" id="{23E491F9-7909-4052-A925-59CF4238B0B8}"/>
                  </a:ext>
                </a:extLst>
              </p:cNvPr>
              <p:cNvCxnSpPr/>
              <p:nvPr/>
            </p:nvCxnSpPr>
            <p:spPr>
              <a:xfrm flipH="1" flipV="1">
                <a:off x="11862503"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08" name="Straight Connector 807">
                <a:extLst>
                  <a:ext uri="{FF2B5EF4-FFF2-40B4-BE49-F238E27FC236}">
                    <a16:creationId xmlns:a16="http://schemas.microsoft.com/office/drawing/2014/main" id="{5D5E3801-DC79-4573-8874-70EE0596096E}"/>
                  </a:ext>
                </a:extLst>
              </p:cNvPr>
              <p:cNvCxnSpPr/>
              <p:nvPr/>
            </p:nvCxnSpPr>
            <p:spPr>
              <a:xfrm flipH="1" flipV="1">
                <a:off x="12192017"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09" name="Straight Connector 808">
                <a:extLst>
                  <a:ext uri="{FF2B5EF4-FFF2-40B4-BE49-F238E27FC236}">
                    <a16:creationId xmlns:a16="http://schemas.microsoft.com/office/drawing/2014/main" id="{2CEB60EF-5666-4660-92D2-3C1890C71F22}"/>
                  </a:ext>
                </a:extLst>
              </p:cNvPr>
              <p:cNvCxnSpPr/>
              <p:nvPr/>
            </p:nvCxnSpPr>
            <p:spPr>
              <a:xfrm flipH="1" flipV="1">
                <a:off x="11203475"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0" name="Straight Connector 809">
                <a:extLst>
                  <a:ext uri="{FF2B5EF4-FFF2-40B4-BE49-F238E27FC236}">
                    <a16:creationId xmlns:a16="http://schemas.microsoft.com/office/drawing/2014/main" id="{0CD97106-A5E9-4968-8AED-FEB374BC0AEA}"/>
                  </a:ext>
                </a:extLst>
              </p:cNvPr>
              <p:cNvCxnSpPr/>
              <p:nvPr/>
            </p:nvCxnSpPr>
            <p:spPr>
              <a:xfrm flipH="1" flipV="1">
                <a:off x="11532989"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1" name="Straight Connector 810">
                <a:extLst>
                  <a:ext uri="{FF2B5EF4-FFF2-40B4-BE49-F238E27FC236}">
                    <a16:creationId xmlns:a16="http://schemas.microsoft.com/office/drawing/2014/main" id="{8B853DFE-0173-40B1-BDFB-6310B4534161}"/>
                  </a:ext>
                </a:extLst>
              </p:cNvPr>
              <p:cNvCxnSpPr/>
              <p:nvPr/>
            </p:nvCxnSpPr>
            <p:spPr>
              <a:xfrm flipH="1" flipV="1">
                <a:off x="10544447"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2" name="Straight Connector 811">
                <a:extLst>
                  <a:ext uri="{FF2B5EF4-FFF2-40B4-BE49-F238E27FC236}">
                    <a16:creationId xmlns:a16="http://schemas.microsoft.com/office/drawing/2014/main" id="{9BDBDA9C-3418-4E9A-A045-4FD86824DAAA}"/>
                  </a:ext>
                </a:extLst>
              </p:cNvPr>
              <p:cNvCxnSpPr/>
              <p:nvPr/>
            </p:nvCxnSpPr>
            <p:spPr>
              <a:xfrm flipH="1" flipV="1">
                <a:off x="10873961"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3" name="Straight Connector 812">
                <a:extLst>
                  <a:ext uri="{FF2B5EF4-FFF2-40B4-BE49-F238E27FC236}">
                    <a16:creationId xmlns:a16="http://schemas.microsoft.com/office/drawing/2014/main" id="{985FF995-8CA0-4EBB-977E-C5F8FF4E8885}"/>
                  </a:ext>
                </a:extLst>
              </p:cNvPr>
              <p:cNvCxnSpPr/>
              <p:nvPr/>
            </p:nvCxnSpPr>
            <p:spPr>
              <a:xfrm flipH="1" flipV="1">
                <a:off x="9885419"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4" name="Straight Connector 813">
                <a:extLst>
                  <a:ext uri="{FF2B5EF4-FFF2-40B4-BE49-F238E27FC236}">
                    <a16:creationId xmlns:a16="http://schemas.microsoft.com/office/drawing/2014/main" id="{CD4E6672-CF43-4FA9-92D9-8F694F42EFBF}"/>
                  </a:ext>
                </a:extLst>
              </p:cNvPr>
              <p:cNvCxnSpPr/>
              <p:nvPr/>
            </p:nvCxnSpPr>
            <p:spPr>
              <a:xfrm flipH="1" flipV="1">
                <a:off x="10214933"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5" name="Straight Connector 814">
                <a:extLst>
                  <a:ext uri="{FF2B5EF4-FFF2-40B4-BE49-F238E27FC236}">
                    <a16:creationId xmlns:a16="http://schemas.microsoft.com/office/drawing/2014/main" id="{2C814BD9-1857-4680-A13B-356D802C1F0D}"/>
                  </a:ext>
                </a:extLst>
              </p:cNvPr>
              <p:cNvCxnSpPr/>
              <p:nvPr/>
            </p:nvCxnSpPr>
            <p:spPr>
              <a:xfrm flipH="1" flipV="1">
                <a:off x="9226391"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6" name="Straight Connector 815">
                <a:extLst>
                  <a:ext uri="{FF2B5EF4-FFF2-40B4-BE49-F238E27FC236}">
                    <a16:creationId xmlns:a16="http://schemas.microsoft.com/office/drawing/2014/main" id="{7EC10050-B383-4805-9048-F97BE7EE132B}"/>
                  </a:ext>
                </a:extLst>
              </p:cNvPr>
              <p:cNvCxnSpPr/>
              <p:nvPr/>
            </p:nvCxnSpPr>
            <p:spPr>
              <a:xfrm flipH="1" flipV="1">
                <a:off x="9555905"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7" name="Straight Connector 816">
                <a:extLst>
                  <a:ext uri="{FF2B5EF4-FFF2-40B4-BE49-F238E27FC236}">
                    <a16:creationId xmlns:a16="http://schemas.microsoft.com/office/drawing/2014/main" id="{4CE9DB14-187E-4291-AC7C-5CB0B929C542}"/>
                  </a:ext>
                </a:extLst>
              </p:cNvPr>
              <p:cNvCxnSpPr/>
              <p:nvPr/>
            </p:nvCxnSpPr>
            <p:spPr>
              <a:xfrm flipH="1" flipV="1">
                <a:off x="8567363"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8" name="Straight Connector 817">
                <a:extLst>
                  <a:ext uri="{FF2B5EF4-FFF2-40B4-BE49-F238E27FC236}">
                    <a16:creationId xmlns:a16="http://schemas.microsoft.com/office/drawing/2014/main" id="{A2D31992-58B7-4B67-A0E2-2CECF017E012}"/>
                  </a:ext>
                </a:extLst>
              </p:cNvPr>
              <p:cNvCxnSpPr/>
              <p:nvPr/>
            </p:nvCxnSpPr>
            <p:spPr>
              <a:xfrm flipH="1" flipV="1">
                <a:off x="8896877"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9" name="Straight Connector 818">
                <a:extLst>
                  <a:ext uri="{FF2B5EF4-FFF2-40B4-BE49-F238E27FC236}">
                    <a16:creationId xmlns:a16="http://schemas.microsoft.com/office/drawing/2014/main" id="{9D0AAA67-3337-4635-9BF4-FA8C35435836}"/>
                  </a:ext>
                </a:extLst>
              </p:cNvPr>
              <p:cNvCxnSpPr/>
              <p:nvPr/>
            </p:nvCxnSpPr>
            <p:spPr>
              <a:xfrm flipH="1" flipV="1">
                <a:off x="7908335"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0" name="Straight Connector 819">
                <a:extLst>
                  <a:ext uri="{FF2B5EF4-FFF2-40B4-BE49-F238E27FC236}">
                    <a16:creationId xmlns:a16="http://schemas.microsoft.com/office/drawing/2014/main" id="{0A4E5BE8-904C-43AB-97FA-366FE4BF8FCA}"/>
                  </a:ext>
                </a:extLst>
              </p:cNvPr>
              <p:cNvCxnSpPr/>
              <p:nvPr/>
            </p:nvCxnSpPr>
            <p:spPr>
              <a:xfrm flipH="1" flipV="1">
                <a:off x="8237849"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1" name="Straight Connector 820">
                <a:extLst>
                  <a:ext uri="{FF2B5EF4-FFF2-40B4-BE49-F238E27FC236}">
                    <a16:creationId xmlns:a16="http://schemas.microsoft.com/office/drawing/2014/main" id="{D0B24FC6-5911-4E83-ADC9-17AED34D359E}"/>
                  </a:ext>
                </a:extLst>
              </p:cNvPr>
              <p:cNvCxnSpPr/>
              <p:nvPr/>
            </p:nvCxnSpPr>
            <p:spPr>
              <a:xfrm flipH="1" flipV="1">
                <a:off x="7249307"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2" name="Straight Connector 821">
                <a:extLst>
                  <a:ext uri="{FF2B5EF4-FFF2-40B4-BE49-F238E27FC236}">
                    <a16:creationId xmlns:a16="http://schemas.microsoft.com/office/drawing/2014/main" id="{CA53439D-95A1-4C09-B2EF-501C93497F31}"/>
                  </a:ext>
                </a:extLst>
              </p:cNvPr>
              <p:cNvCxnSpPr/>
              <p:nvPr/>
            </p:nvCxnSpPr>
            <p:spPr>
              <a:xfrm flipH="1" flipV="1">
                <a:off x="7578821"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3" name="Straight Connector 822">
                <a:extLst>
                  <a:ext uri="{FF2B5EF4-FFF2-40B4-BE49-F238E27FC236}">
                    <a16:creationId xmlns:a16="http://schemas.microsoft.com/office/drawing/2014/main" id="{7B303BF8-4BC3-4851-8DB2-91A47D086A29}"/>
                  </a:ext>
                </a:extLst>
              </p:cNvPr>
              <p:cNvCxnSpPr/>
              <p:nvPr/>
            </p:nvCxnSpPr>
            <p:spPr>
              <a:xfrm flipH="1" flipV="1">
                <a:off x="6590279"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4" name="Straight Connector 823">
                <a:extLst>
                  <a:ext uri="{FF2B5EF4-FFF2-40B4-BE49-F238E27FC236}">
                    <a16:creationId xmlns:a16="http://schemas.microsoft.com/office/drawing/2014/main" id="{2911A49C-7461-4127-B557-48F0F5917B8A}"/>
                  </a:ext>
                </a:extLst>
              </p:cNvPr>
              <p:cNvCxnSpPr/>
              <p:nvPr/>
            </p:nvCxnSpPr>
            <p:spPr>
              <a:xfrm flipH="1" flipV="1">
                <a:off x="6919793"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5" name="Straight Connector 824">
                <a:extLst>
                  <a:ext uri="{FF2B5EF4-FFF2-40B4-BE49-F238E27FC236}">
                    <a16:creationId xmlns:a16="http://schemas.microsoft.com/office/drawing/2014/main" id="{6EFAFDED-BE93-43BF-8A54-8EDB8E088DDB}"/>
                  </a:ext>
                </a:extLst>
              </p:cNvPr>
              <p:cNvCxnSpPr/>
              <p:nvPr/>
            </p:nvCxnSpPr>
            <p:spPr>
              <a:xfrm flipH="1" flipV="1">
                <a:off x="5931251"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6" name="Straight Connector 825">
                <a:extLst>
                  <a:ext uri="{FF2B5EF4-FFF2-40B4-BE49-F238E27FC236}">
                    <a16:creationId xmlns:a16="http://schemas.microsoft.com/office/drawing/2014/main" id="{ABD390CF-7751-44B6-B25E-CD5D75A58F81}"/>
                  </a:ext>
                </a:extLst>
              </p:cNvPr>
              <p:cNvCxnSpPr/>
              <p:nvPr/>
            </p:nvCxnSpPr>
            <p:spPr>
              <a:xfrm flipH="1" flipV="1">
                <a:off x="6260765"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7" name="Straight Connector 826">
                <a:extLst>
                  <a:ext uri="{FF2B5EF4-FFF2-40B4-BE49-F238E27FC236}">
                    <a16:creationId xmlns:a16="http://schemas.microsoft.com/office/drawing/2014/main" id="{E6CDE806-B014-4319-88A4-24F26955E4FA}"/>
                  </a:ext>
                </a:extLst>
              </p:cNvPr>
              <p:cNvCxnSpPr/>
              <p:nvPr/>
            </p:nvCxnSpPr>
            <p:spPr>
              <a:xfrm flipH="1" flipV="1">
                <a:off x="5272223"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8" name="Straight Connector 827">
                <a:extLst>
                  <a:ext uri="{FF2B5EF4-FFF2-40B4-BE49-F238E27FC236}">
                    <a16:creationId xmlns:a16="http://schemas.microsoft.com/office/drawing/2014/main" id="{6AC9636A-087D-41D2-BDBE-A4336C626F36}"/>
                  </a:ext>
                </a:extLst>
              </p:cNvPr>
              <p:cNvCxnSpPr/>
              <p:nvPr/>
            </p:nvCxnSpPr>
            <p:spPr>
              <a:xfrm flipH="1" flipV="1">
                <a:off x="5601737"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9" name="Straight Connector 828">
                <a:extLst>
                  <a:ext uri="{FF2B5EF4-FFF2-40B4-BE49-F238E27FC236}">
                    <a16:creationId xmlns:a16="http://schemas.microsoft.com/office/drawing/2014/main" id="{44B2108E-4818-4C19-8EA4-ABFDBB8BFC42}"/>
                  </a:ext>
                </a:extLst>
              </p:cNvPr>
              <p:cNvCxnSpPr/>
              <p:nvPr/>
            </p:nvCxnSpPr>
            <p:spPr>
              <a:xfrm flipH="1" flipV="1">
                <a:off x="4613195"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0" name="Straight Connector 829">
                <a:extLst>
                  <a:ext uri="{FF2B5EF4-FFF2-40B4-BE49-F238E27FC236}">
                    <a16:creationId xmlns:a16="http://schemas.microsoft.com/office/drawing/2014/main" id="{0F59C71B-8CDC-4753-87E3-308896877930}"/>
                  </a:ext>
                </a:extLst>
              </p:cNvPr>
              <p:cNvCxnSpPr/>
              <p:nvPr/>
            </p:nvCxnSpPr>
            <p:spPr>
              <a:xfrm flipH="1" flipV="1">
                <a:off x="4942709"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1" name="Straight Connector 830">
                <a:extLst>
                  <a:ext uri="{FF2B5EF4-FFF2-40B4-BE49-F238E27FC236}">
                    <a16:creationId xmlns:a16="http://schemas.microsoft.com/office/drawing/2014/main" id="{C71CB4DF-AB29-4FA0-B052-91B0698043BF}"/>
                  </a:ext>
                </a:extLst>
              </p:cNvPr>
              <p:cNvCxnSpPr/>
              <p:nvPr/>
            </p:nvCxnSpPr>
            <p:spPr>
              <a:xfrm flipH="1" flipV="1">
                <a:off x="3954167"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2" name="Straight Connector 831">
                <a:extLst>
                  <a:ext uri="{FF2B5EF4-FFF2-40B4-BE49-F238E27FC236}">
                    <a16:creationId xmlns:a16="http://schemas.microsoft.com/office/drawing/2014/main" id="{DFA3A068-0510-412A-ADA1-5092C9D556AE}"/>
                  </a:ext>
                </a:extLst>
              </p:cNvPr>
              <p:cNvCxnSpPr/>
              <p:nvPr/>
            </p:nvCxnSpPr>
            <p:spPr>
              <a:xfrm flipH="1" flipV="1">
                <a:off x="4283681"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3" name="Straight Connector 832">
                <a:extLst>
                  <a:ext uri="{FF2B5EF4-FFF2-40B4-BE49-F238E27FC236}">
                    <a16:creationId xmlns:a16="http://schemas.microsoft.com/office/drawing/2014/main" id="{01E18317-A34C-47AD-8CAF-4888355EE5FF}"/>
                  </a:ext>
                </a:extLst>
              </p:cNvPr>
              <p:cNvCxnSpPr/>
              <p:nvPr/>
            </p:nvCxnSpPr>
            <p:spPr>
              <a:xfrm flipH="1" flipV="1">
                <a:off x="3295139"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4" name="Straight Connector 833">
                <a:extLst>
                  <a:ext uri="{FF2B5EF4-FFF2-40B4-BE49-F238E27FC236}">
                    <a16:creationId xmlns:a16="http://schemas.microsoft.com/office/drawing/2014/main" id="{A2B51684-F1FD-45E4-86C2-728CCE00451C}"/>
                  </a:ext>
                </a:extLst>
              </p:cNvPr>
              <p:cNvCxnSpPr/>
              <p:nvPr/>
            </p:nvCxnSpPr>
            <p:spPr>
              <a:xfrm flipH="1" flipV="1">
                <a:off x="3624653"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5" name="Straight Connector 834">
                <a:extLst>
                  <a:ext uri="{FF2B5EF4-FFF2-40B4-BE49-F238E27FC236}">
                    <a16:creationId xmlns:a16="http://schemas.microsoft.com/office/drawing/2014/main" id="{1F078F63-78C0-4BBE-81E1-ABC00599B730}"/>
                  </a:ext>
                </a:extLst>
              </p:cNvPr>
              <p:cNvCxnSpPr/>
              <p:nvPr/>
            </p:nvCxnSpPr>
            <p:spPr>
              <a:xfrm flipH="1" flipV="1">
                <a:off x="2636111"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6" name="Straight Connector 835">
                <a:extLst>
                  <a:ext uri="{FF2B5EF4-FFF2-40B4-BE49-F238E27FC236}">
                    <a16:creationId xmlns:a16="http://schemas.microsoft.com/office/drawing/2014/main" id="{B27BF890-768C-4F31-B491-4F7E847E6735}"/>
                  </a:ext>
                </a:extLst>
              </p:cNvPr>
              <p:cNvCxnSpPr/>
              <p:nvPr/>
            </p:nvCxnSpPr>
            <p:spPr>
              <a:xfrm flipH="1" flipV="1">
                <a:off x="2965625"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7" name="Straight Connector 836">
                <a:extLst>
                  <a:ext uri="{FF2B5EF4-FFF2-40B4-BE49-F238E27FC236}">
                    <a16:creationId xmlns:a16="http://schemas.microsoft.com/office/drawing/2014/main" id="{13C5CDF4-4A4B-47A9-83A6-F6E77AF40C62}"/>
                  </a:ext>
                </a:extLst>
              </p:cNvPr>
              <p:cNvCxnSpPr/>
              <p:nvPr/>
            </p:nvCxnSpPr>
            <p:spPr>
              <a:xfrm flipH="1" flipV="1">
                <a:off x="1977083"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8" name="Straight Connector 837">
                <a:extLst>
                  <a:ext uri="{FF2B5EF4-FFF2-40B4-BE49-F238E27FC236}">
                    <a16:creationId xmlns:a16="http://schemas.microsoft.com/office/drawing/2014/main" id="{543B6AA4-C53C-4EE8-8EA0-BE3B5759B748}"/>
                  </a:ext>
                </a:extLst>
              </p:cNvPr>
              <p:cNvCxnSpPr/>
              <p:nvPr/>
            </p:nvCxnSpPr>
            <p:spPr>
              <a:xfrm flipH="1" flipV="1">
                <a:off x="2306597"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9" name="Straight Connector 838">
                <a:extLst>
                  <a:ext uri="{FF2B5EF4-FFF2-40B4-BE49-F238E27FC236}">
                    <a16:creationId xmlns:a16="http://schemas.microsoft.com/office/drawing/2014/main" id="{30ECDC17-842A-4651-8F79-53482293C1AD}"/>
                  </a:ext>
                </a:extLst>
              </p:cNvPr>
              <p:cNvCxnSpPr/>
              <p:nvPr/>
            </p:nvCxnSpPr>
            <p:spPr>
              <a:xfrm flipH="1" flipV="1">
                <a:off x="1318055"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40" name="Straight Connector 839">
                <a:extLst>
                  <a:ext uri="{FF2B5EF4-FFF2-40B4-BE49-F238E27FC236}">
                    <a16:creationId xmlns:a16="http://schemas.microsoft.com/office/drawing/2014/main" id="{6CDEA0D1-7207-4A2E-8690-2D97EE16411C}"/>
                  </a:ext>
                </a:extLst>
              </p:cNvPr>
              <p:cNvCxnSpPr/>
              <p:nvPr/>
            </p:nvCxnSpPr>
            <p:spPr>
              <a:xfrm flipH="1" flipV="1">
                <a:off x="1647569"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41" name="Straight Connector 840">
                <a:extLst>
                  <a:ext uri="{FF2B5EF4-FFF2-40B4-BE49-F238E27FC236}">
                    <a16:creationId xmlns:a16="http://schemas.microsoft.com/office/drawing/2014/main" id="{447171EA-65EB-403E-9D79-D2A25318DDF4}"/>
                  </a:ext>
                </a:extLst>
              </p:cNvPr>
              <p:cNvCxnSpPr/>
              <p:nvPr/>
            </p:nvCxnSpPr>
            <p:spPr>
              <a:xfrm flipH="1" flipV="1">
                <a:off x="659027"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42" name="Straight Connector 841">
                <a:extLst>
                  <a:ext uri="{FF2B5EF4-FFF2-40B4-BE49-F238E27FC236}">
                    <a16:creationId xmlns:a16="http://schemas.microsoft.com/office/drawing/2014/main" id="{11A73AC6-4D57-447F-AF49-9A8DED55DB3C}"/>
                  </a:ext>
                </a:extLst>
              </p:cNvPr>
              <p:cNvCxnSpPr/>
              <p:nvPr/>
            </p:nvCxnSpPr>
            <p:spPr>
              <a:xfrm flipH="1" flipV="1">
                <a:off x="988541"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43" name="Straight Connector 842">
                <a:extLst>
                  <a:ext uri="{FF2B5EF4-FFF2-40B4-BE49-F238E27FC236}">
                    <a16:creationId xmlns:a16="http://schemas.microsoft.com/office/drawing/2014/main" id="{0ECEB3F6-EC08-4D9B-9209-E2EDFB37D50E}"/>
                  </a:ext>
                </a:extLst>
              </p:cNvPr>
              <p:cNvCxnSpPr/>
              <p:nvPr/>
            </p:nvCxnSpPr>
            <p:spPr>
              <a:xfrm flipH="1" flipV="1">
                <a:off x="0"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44" name="Straight Connector 843">
                <a:extLst>
                  <a:ext uri="{FF2B5EF4-FFF2-40B4-BE49-F238E27FC236}">
                    <a16:creationId xmlns:a16="http://schemas.microsoft.com/office/drawing/2014/main" id="{D83D5BC5-FB7F-44AF-98CC-867D34F8081A}"/>
                  </a:ext>
                </a:extLst>
              </p:cNvPr>
              <p:cNvCxnSpPr/>
              <p:nvPr/>
            </p:nvCxnSpPr>
            <p:spPr>
              <a:xfrm flipH="1" flipV="1">
                <a:off x="329513"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4" name="Straight Connector 1883">
                <a:extLst>
                  <a:ext uri="{FF2B5EF4-FFF2-40B4-BE49-F238E27FC236}">
                    <a16:creationId xmlns:a16="http://schemas.microsoft.com/office/drawing/2014/main" id="{7DCCF481-4B83-49DD-83B8-9FEE075F7676}"/>
                  </a:ext>
                </a:extLst>
              </p:cNvPr>
              <p:cNvCxnSpPr/>
              <p:nvPr/>
            </p:nvCxnSpPr>
            <p:spPr>
              <a:xfrm>
                <a:off x="12355692" y="326571"/>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5" name="Straight Connector 1884">
                <a:extLst>
                  <a:ext uri="{FF2B5EF4-FFF2-40B4-BE49-F238E27FC236}">
                    <a16:creationId xmlns:a16="http://schemas.microsoft.com/office/drawing/2014/main" id="{18CBF373-FFFF-471F-B492-9F56EFA5C78A}"/>
                  </a:ext>
                </a:extLst>
              </p:cNvPr>
              <p:cNvCxnSpPr/>
              <p:nvPr/>
            </p:nvCxnSpPr>
            <p:spPr>
              <a:xfrm>
                <a:off x="12355692" y="0"/>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6" name="Straight Connector 1885">
                <a:extLst>
                  <a:ext uri="{FF2B5EF4-FFF2-40B4-BE49-F238E27FC236}">
                    <a16:creationId xmlns:a16="http://schemas.microsoft.com/office/drawing/2014/main" id="{E68F9435-D080-4457-B603-EADD7AA341ED}"/>
                  </a:ext>
                </a:extLst>
              </p:cNvPr>
              <p:cNvCxnSpPr/>
              <p:nvPr/>
            </p:nvCxnSpPr>
            <p:spPr>
              <a:xfrm>
                <a:off x="12355692" y="979713"/>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7" name="Straight Connector 1886">
                <a:extLst>
                  <a:ext uri="{FF2B5EF4-FFF2-40B4-BE49-F238E27FC236}">
                    <a16:creationId xmlns:a16="http://schemas.microsoft.com/office/drawing/2014/main" id="{032447B0-9A58-46EF-9B17-C2790FF516CC}"/>
                  </a:ext>
                </a:extLst>
              </p:cNvPr>
              <p:cNvCxnSpPr/>
              <p:nvPr/>
            </p:nvCxnSpPr>
            <p:spPr>
              <a:xfrm>
                <a:off x="12355692" y="653142"/>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8" name="Straight Connector 1887">
                <a:extLst>
                  <a:ext uri="{FF2B5EF4-FFF2-40B4-BE49-F238E27FC236}">
                    <a16:creationId xmlns:a16="http://schemas.microsoft.com/office/drawing/2014/main" id="{6218CD48-A2E5-4193-B033-68524EB33141}"/>
                  </a:ext>
                </a:extLst>
              </p:cNvPr>
              <p:cNvCxnSpPr/>
              <p:nvPr/>
            </p:nvCxnSpPr>
            <p:spPr>
              <a:xfrm>
                <a:off x="12355692" y="1632855"/>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9" name="Straight Connector 1888">
                <a:extLst>
                  <a:ext uri="{FF2B5EF4-FFF2-40B4-BE49-F238E27FC236}">
                    <a16:creationId xmlns:a16="http://schemas.microsoft.com/office/drawing/2014/main" id="{64C36808-3CA5-4C2E-90BF-B47207466DA4}"/>
                  </a:ext>
                </a:extLst>
              </p:cNvPr>
              <p:cNvCxnSpPr/>
              <p:nvPr/>
            </p:nvCxnSpPr>
            <p:spPr>
              <a:xfrm>
                <a:off x="12355692" y="1306284"/>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0" name="Straight Connector 1889">
                <a:extLst>
                  <a:ext uri="{FF2B5EF4-FFF2-40B4-BE49-F238E27FC236}">
                    <a16:creationId xmlns:a16="http://schemas.microsoft.com/office/drawing/2014/main" id="{5A6E9B5B-010A-4780-961B-45BDEAFA1FCE}"/>
                  </a:ext>
                </a:extLst>
              </p:cNvPr>
              <p:cNvCxnSpPr/>
              <p:nvPr/>
            </p:nvCxnSpPr>
            <p:spPr>
              <a:xfrm>
                <a:off x="12355692" y="2285997"/>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1" name="Straight Connector 1890">
                <a:extLst>
                  <a:ext uri="{FF2B5EF4-FFF2-40B4-BE49-F238E27FC236}">
                    <a16:creationId xmlns:a16="http://schemas.microsoft.com/office/drawing/2014/main" id="{455BC4F4-C865-44B2-AB00-8B01C86D70E6}"/>
                  </a:ext>
                </a:extLst>
              </p:cNvPr>
              <p:cNvCxnSpPr/>
              <p:nvPr/>
            </p:nvCxnSpPr>
            <p:spPr>
              <a:xfrm>
                <a:off x="12355692" y="1959426"/>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2" name="Straight Connector 1891">
                <a:extLst>
                  <a:ext uri="{FF2B5EF4-FFF2-40B4-BE49-F238E27FC236}">
                    <a16:creationId xmlns:a16="http://schemas.microsoft.com/office/drawing/2014/main" id="{8BB82876-4884-4403-89E0-5948E797CB5B}"/>
                  </a:ext>
                </a:extLst>
              </p:cNvPr>
              <p:cNvCxnSpPr/>
              <p:nvPr/>
            </p:nvCxnSpPr>
            <p:spPr>
              <a:xfrm>
                <a:off x="12355692" y="2939139"/>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3" name="Straight Connector 1892">
                <a:extLst>
                  <a:ext uri="{FF2B5EF4-FFF2-40B4-BE49-F238E27FC236}">
                    <a16:creationId xmlns:a16="http://schemas.microsoft.com/office/drawing/2014/main" id="{C77E13C1-5FC7-46F5-A38F-5BF0BE316B9B}"/>
                  </a:ext>
                </a:extLst>
              </p:cNvPr>
              <p:cNvCxnSpPr/>
              <p:nvPr/>
            </p:nvCxnSpPr>
            <p:spPr>
              <a:xfrm>
                <a:off x="12355692" y="2612568"/>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4" name="Straight Connector 1893">
                <a:extLst>
                  <a:ext uri="{FF2B5EF4-FFF2-40B4-BE49-F238E27FC236}">
                    <a16:creationId xmlns:a16="http://schemas.microsoft.com/office/drawing/2014/main" id="{76243603-CDED-4A39-BDB9-B685DA1E86A3}"/>
                  </a:ext>
                </a:extLst>
              </p:cNvPr>
              <p:cNvCxnSpPr/>
              <p:nvPr/>
            </p:nvCxnSpPr>
            <p:spPr>
              <a:xfrm>
                <a:off x="12355692" y="3592281"/>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5" name="Straight Connector 1894">
                <a:extLst>
                  <a:ext uri="{FF2B5EF4-FFF2-40B4-BE49-F238E27FC236}">
                    <a16:creationId xmlns:a16="http://schemas.microsoft.com/office/drawing/2014/main" id="{5B2A8128-10AA-4A8A-9362-E7ED7726B70C}"/>
                  </a:ext>
                </a:extLst>
              </p:cNvPr>
              <p:cNvCxnSpPr/>
              <p:nvPr/>
            </p:nvCxnSpPr>
            <p:spPr>
              <a:xfrm>
                <a:off x="12355692" y="3265710"/>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6" name="Straight Connector 1895">
                <a:extLst>
                  <a:ext uri="{FF2B5EF4-FFF2-40B4-BE49-F238E27FC236}">
                    <a16:creationId xmlns:a16="http://schemas.microsoft.com/office/drawing/2014/main" id="{A978AD4C-641A-45C9-B3AE-59B971EDFAC6}"/>
                  </a:ext>
                </a:extLst>
              </p:cNvPr>
              <p:cNvCxnSpPr/>
              <p:nvPr/>
            </p:nvCxnSpPr>
            <p:spPr>
              <a:xfrm>
                <a:off x="12355692" y="4245423"/>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7" name="Straight Connector 1896">
                <a:extLst>
                  <a:ext uri="{FF2B5EF4-FFF2-40B4-BE49-F238E27FC236}">
                    <a16:creationId xmlns:a16="http://schemas.microsoft.com/office/drawing/2014/main" id="{FBD49316-306F-4CA9-82E0-CA1C990DB314}"/>
                  </a:ext>
                </a:extLst>
              </p:cNvPr>
              <p:cNvCxnSpPr/>
              <p:nvPr/>
            </p:nvCxnSpPr>
            <p:spPr>
              <a:xfrm>
                <a:off x="12355692" y="3918852"/>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9" name="Straight Connector 1898">
                <a:extLst>
                  <a:ext uri="{FF2B5EF4-FFF2-40B4-BE49-F238E27FC236}">
                    <a16:creationId xmlns:a16="http://schemas.microsoft.com/office/drawing/2014/main" id="{37C66047-97D4-44B1-81EB-D15BED5DDE50}"/>
                  </a:ext>
                </a:extLst>
              </p:cNvPr>
              <p:cNvCxnSpPr/>
              <p:nvPr/>
            </p:nvCxnSpPr>
            <p:spPr>
              <a:xfrm>
                <a:off x="12355692" y="4571994"/>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00" name="Straight Connector 1899">
                <a:extLst>
                  <a:ext uri="{FF2B5EF4-FFF2-40B4-BE49-F238E27FC236}">
                    <a16:creationId xmlns:a16="http://schemas.microsoft.com/office/drawing/2014/main" id="{EDEE9B5F-4198-4FFD-87EF-ED0C68469DB4}"/>
                  </a:ext>
                </a:extLst>
              </p:cNvPr>
              <p:cNvCxnSpPr/>
              <p:nvPr/>
            </p:nvCxnSpPr>
            <p:spPr>
              <a:xfrm>
                <a:off x="12355692" y="5551707"/>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01" name="Straight Connector 1900">
                <a:extLst>
                  <a:ext uri="{FF2B5EF4-FFF2-40B4-BE49-F238E27FC236}">
                    <a16:creationId xmlns:a16="http://schemas.microsoft.com/office/drawing/2014/main" id="{97ECF772-DEA1-40E3-BFDB-E51697A425D0}"/>
                  </a:ext>
                </a:extLst>
              </p:cNvPr>
              <p:cNvCxnSpPr/>
              <p:nvPr/>
            </p:nvCxnSpPr>
            <p:spPr>
              <a:xfrm>
                <a:off x="12355692" y="5225136"/>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02" name="Straight Connector 1901">
                <a:extLst>
                  <a:ext uri="{FF2B5EF4-FFF2-40B4-BE49-F238E27FC236}">
                    <a16:creationId xmlns:a16="http://schemas.microsoft.com/office/drawing/2014/main" id="{BD1D36AA-35E5-4293-B351-3DF089A44C02}"/>
                  </a:ext>
                </a:extLst>
              </p:cNvPr>
              <p:cNvCxnSpPr/>
              <p:nvPr/>
            </p:nvCxnSpPr>
            <p:spPr>
              <a:xfrm>
                <a:off x="12355692" y="6204849"/>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03" name="Straight Connector 1902">
                <a:extLst>
                  <a:ext uri="{FF2B5EF4-FFF2-40B4-BE49-F238E27FC236}">
                    <a16:creationId xmlns:a16="http://schemas.microsoft.com/office/drawing/2014/main" id="{09194D05-1C9E-4D15-8B40-4076083BB5DC}"/>
                  </a:ext>
                </a:extLst>
              </p:cNvPr>
              <p:cNvCxnSpPr/>
              <p:nvPr/>
            </p:nvCxnSpPr>
            <p:spPr>
              <a:xfrm>
                <a:off x="12355692" y="5878278"/>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04" name="Straight Connector 1903">
                <a:extLst>
                  <a:ext uri="{FF2B5EF4-FFF2-40B4-BE49-F238E27FC236}">
                    <a16:creationId xmlns:a16="http://schemas.microsoft.com/office/drawing/2014/main" id="{C590795A-B842-403A-BF47-FA39EEDB5D95}"/>
                  </a:ext>
                </a:extLst>
              </p:cNvPr>
              <p:cNvCxnSpPr/>
              <p:nvPr/>
            </p:nvCxnSpPr>
            <p:spPr>
              <a:xfrm>
                <a:off x="12355692" y="6857991"/>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05" name="Straight Connector 1904">
                <a:extLst>
                  <a:ext uri="{FF2B5EF4-FFF2-40B4-BE49-F238E27FC236}">
                    <a16:creationId xmlns:a16="http://schemas.microsoft.com/office/drawing/2014/main" id="{19285929-1B30-43E3-9B71-9D76E5A843AA}"/>
                  </a:ext>
                </a:extLst>
              </p:cNvPr>
              <p:cNvCxnSpPr/>
              <p:nvPr/>
            </p:nvCxnSpPr>
            <p:spPr>
              <a:xfrm>
                <a:off x="12355692" y="6531420"/>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2" name="Straight Connector 2091">
                <a:extLst>
                  <a:ext uri="{FF2B5EF4-FFF2-40B4-BE49-F238E27FC236}">
                    <a16:creationId xmlns:a16="http://schemas.microsoft.com/office/drawing/2014/main" id="{18955715-BE40-407F-8E29-AC978F520BFD}"/>
                  </a:ext>
                </a:extLst>
              </p:cNvPr>
              <p:cNvCxnSpPr/>
              <p:nvPr userDrawn="1"/>
            </p:nvCxnSpPr>
            <p:spPr>
              <a:xfrm flipH="1" flipV="1">
                <a:off x="11862503"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3" name="Straight Connector 2092">
                <a:extLst>
                  <a:ext uri="{FF2B5EF4-FFF2-40B4-BE49-F238E27FC236}">
                    <a16:creationId xmlns:a16="http://schemas.microsoft.com/office/drawing/2014/main" id="{5638E2CC-1302-4B4E-8CB7-E6E75197EED1}"/>
                  </a:ext>
                </a:extLst>
              </p:cNvPr>
              <p:cNvCxnSpPr/>
              <p:nvPr userDrawn="1"/>
            </p:nvCxnSpPr>
            <p:spPr>
              <a:xfrm flipH="1" flipV="1">
                <a:off x="12192017"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4" name="Straight Connector 2093">
                <a:extLst>
                  <a:ext uri="{FF2B5EF4-FFF2-40B4-BE49-F238E27FC236}">
                    <a16:creationId xmlns:a16="http://schemas.microsoft.com/office/drawing/2014/main" id="{5E6D3FA3-7D69-4381-82C8-6EE5806A8F4D}"/>
                  </a:ext>
                </a:extLst>
              </p:cNvPr>
              <p:cNvCxnSpPr/>
              <p:nvPr userDrawn="1"/>
            </p:nvCxnSpPr>
            <p:spPr>
              <a:xfrm flipH="1" flipV="1">
                <a:off x="11203475"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5" name="Straight Connector 2094">
                <a:extLst>
                  <a:ext uri="{FF2B5EF4-FFF2-40B4-BE49-F238E27FC236}">
                    <a16:creationId xmlns:a16="http://schemas.microsoft.com/office/drawing/2014/main" id="{88D3BC91-170B-4944-82FE-C6537FCEDCE5}"/>
                  </a:ext>
                </a:extLst>
              </p:cNvPr>
              <p:cNvCxnSpPr/>
              <p:nvPr userDrawn="1"/>
            </p:nvCxnSpPr>
            <p:spPr>
              <a:xfrm flipH="1" flipV="1">
                <a:off x="11532989"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6" name="Straight Connector 2095">
                <a:extLst>
                  <a:ext uri="{FF2B5EF4-FFF2-40B4-BE49-F238E27FC236}">
                    <a16:creationId xmlns:a16="http://schemas.microsoft.com/office/drawing/2014/main" id="{7154F9DC-E9CA-4FB6-9A29-2054090C74EC}"/>
                  </a:ext>
                </a:extLst>
              </p:cNvPr>
              <p:cNvCxnSpPr/>
              <p:nvPr userDrawn="1"/>
            </p:nvCxnSpPr>
            <p:spPr>
              <a:xfrm flipH="1" flipV="1">
                <a:off x="10544447"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7" name="Straight Connector 2096">
                <a:extLst>
                  <a:ext uri="{FF2B5EF4-FFF2-40B4-BE49-F238E27FC236}">
                    <a16:creationId xmlns:a16="http://schemas.microsoft.com/office/drawing/2014/main" id="{42CC8AC6-600C-4B77-AD8B-466BCE26A6C1}"/>
                  </a:ext>
                </a:extLst>
              </p:cNvPr>
              <p:cNvCxnSpPr/>
              <p:nvPr userDrawn="1"/>
            </p:nvCxnSpPr>
            <p:spPr>
              <a:xfrm flipH="1" flipV="1">
                <a:off x="10873961"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8" name="Straight Connector 2097">
                <a:extLst>
                  <a:ext uri="{FF2B5EF4-FFF2-40B4-BE49-F238E27FC236}">
                    <a16:creationId xmlns:a16="http://schemas.microsoft.com/office/drawing/2014/main" id="{2E2A4CE9-8101-4A20-9DAD-69474F75CE04}"/>
                  </a:ext>
                </a:extLst>
              </p:cNvPr>
              <p:cNvCxnSpPr/>
              <p:nvPr userDrawn="1"/>
            </p:nvCxnSpPr>
            <p:spPr>
              <a:xfrm flipH="1" flipV="1">
                <a:off x="9885419"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9" name="Straight Connector 2098">
                <a:extLst>
                  <a:ext uri="{FF2B5EF4-FFF2-40B4-BE49-F238E27FC236}">
                    <a16:creationId xmlns:a16="http://schemas.microsoft.com/office/drawing/2014/main" id="{32752D81-C2BC-4FED-A471-0D8EC660E2C3}"/>
                  </a:ext>
                </a:extLst>
              </p:cNvPr>
              <p:cNvCxnSpPr/>
              <p:nvPr userDrawn="1"/>
            </p:nvCxnSpPr>
            <p:spPr>
              <a:xfrm flipH="1" flipV="1">
                <a:off x="10214933"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0" name="Straight Connector 2099">
                <a:extLst>
                  <a:ext uri="{FF2B5EF4-FFF2-40B4-BE49-F238E27FC236}">
                    <a16:creationId xmlns:a16="http://schemas.microsoft.com/office/drawing/2014/main" id="{CC1234EC-92F9-4C9A-9D17-BCE595C17B1A}"/>
                  </a:ext>
                </a:extLst>
              </p:cNvPr>
              <p:cNvCxnSpPr/>
              <p:nvPr userDrawn="1"/>
            </p:nvCxnSpPr>
            <p:spPr>
              <a:xfrm flipH="1" flipV="1">
                <a:off x="9226391"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1" name="Straight Connector 2100">
                <a:extLst>
                  <a:ext uri="{FF2B5EF4-FFF2-40B4-BE49-F238E27FC236}">
                    <a16:creationId xmlns:a16="http://schemas.microsoft.com/office/drawing/2014/main" id="{1BC8A546-E995-4E23-8D85-FEBEF1B8B4BB}"/>
                  </a:ext>
                </a:extLst>
              </p:cNvPr>
              <p:cNvCxnSpPr/>
              <p:nvPr userDrawn="1"/>
            </p:nvCxnSpPr>
            <p:spPr>
              <a:xfrm flipH="1" flipV="1">
                <a:off x="9555905"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2" name="Straight Connector 2101">
                <a:extLst>
                  <a:ext uri="{FF2B5EF4-FFF2-40B4-BE49-F238E27FC236}">
                    <a16:creationId xmlns:a16="http://schemas.microsoft.com/office/drawing/2014/main" id="{57733B90-9D75-4030-A3A5-818E2AB1D53F}"/>
                  </a:ext>
                </a:extLst>
              </p:cNvPr>
              <p:cNvCxnSpPr/>
              <p:nvPr userDrawn="1"/>
            </p:nvCxnSpPr>
            <p:spPr>
              <a:xfrm flipH="1" flipV="1">
                <a:off x="8567363"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3" name="Straight Connector 2102">
                <a:extLst>
                  <a:ext uri="{FF2B5EF4-FFF2-40B4-BE49-F238E27FC236}">
                    <a16:creationId xmlns:a16="http://schemas.microsoft.com/office/drawing/2014/main" id="{E9EB7894-0DE4-4276-9991-2625FF673EC3}"/>
                  </a:ext>
                </a:extLst>
              </p:cNvPr>
              <p:cNvCxnSpPr/>
              <p:nvPr userDrawn="1"/>
            </p:nvCxnSpPr>
            <p:spPr>
              <a:xfrm flipH="1" flipV="1">
                <a:off x="8896877"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4" name="Straight Connector 2103">
                <a:extLst>
                  <a:ext uri="{FF2B5EF4-FFF2-40B4-BE49-F238E27FC236}">
                    <a16:creationId xmlns:a16="http://schemas.microsoft.com/office/drawing/2014/main" id="{B729F981-201D-4A68-8485-8DEC52F62E61}"/>
                  </a:ext>
                </a:extLst>
              </p:cNvPr>
              <p:cNvCxnSpPr/>
              <p:nvPr userDrawn="1"/>
            </p:nvCxnSpPr>
            <p:spPr>
              <a:xfrm flipH="1" flipV="1">
                <a:off x="7908335"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5" name="Straight Connector 2104">
                <a:extLst>
                  <a:ext uri="{FF2B5EF4-FFF2-40B4-BE49-F238E27FC236}">
                    <a16:creationId xmlns:a16="http://schemas.microsoft.com/office/drawing/2014/main" id="{68C875F6-9F9B-4268-BCD1-0EAEEAF16F9C}"/>
                  </a:ext>
                </a:extLst>
              </p:cNvPr>
              <p:cNvCxnSpPr/>
              <p:nvPr userDrawn="1"/>
            </p:nvCxnSpPr>
            <p:spPr>
              <a:xfrm flipH="1" flipV="1">
                <a:off x="8237849"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6" name="Straight Connector 2105">
                <a:extLst>
                  <a:ext uri="{FF2B5EF4-FFF2-40B4-BE49-F238E27FC236}">
                    <a16:creationId xmlns:a16="http://schemas.microsoft.com/office/drawing/2014/main" id="{49182ECF-19FD-4540-AE84-90DA119FE625}"/>
                  </a:ext>
                </a:extLst>
              </p:cNvPr>
              <p:cNvCxnSpPr/>
              <p:nvPr userDrawn="1"/>
            </p:nvCxnSpPr>
            <p:spPr>
              <a:xfrm flipH="1" flipV="1">
                <a:off x="7249307"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7" name="Straight Connector 2106">
                <a:extLst>
                  <a:ext uri="{FF2B5EF4-FFF2-40B4-BE49-F238E27FC236}">
                    <a16:creationId xmlns:a16="http://schemas.microsoft.com/office/drawing/2014/main" id="{67D375AF-52AB-4F3B-9764-C16383B7093D}"/>
                  </a:ext>
                </a:extLst>
              </p:cNvPr>
              <p:cNvCxnSpPr/>
              <p:nvPr userDrawn="1"/>
            </p:nvCxnSpPr>
            <p:spPr>
              <a:xfrm flipH="1" flipV="1">
                <a:off x="7578821"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8" name="Straight Connector 2107">
                <a:extLst>
                  <a:ext uri="{FF2B5EF4-FFF2-40B4-BE49-F238E27FC236}">
                    <a16:creationId xmlns:a16="http://schemas.microsoft.com/office/drawing/2014/main" id="{877BC8F1-8106-499A-B32A-E6A88CA2718B}"/>
                  </a:ext>
                </a:extLst>
              </p:cNvPr>
              <p:cNvCxnSpPr/>
              <p:nvPr userDrawn="1"/>
            </p:nvCxnSpPr>
            <p:spPr>
              <a:xfrm flipH="1" flipV="1">
                <a:off x="6590279"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9" name="Straight Connector 2108">
                <a:extLst>
                  <a:ext uri="{FF2B5EF4-FFF2-40B4-BE49-F238E27FC236}">
                    <a16:creationId xmlns:a16="http://schemas.microsoft.com/office/drawing/2014/main" id="{1ABA91D5-02CB-48E9-AFC6-D648F9858D61}"/>
                  </a:ext>
                </a:extLst>
              </p:cNvPr>
              <p:cNvCxnSpPr/>
              <p:nvPr userDrawn="1"/>
            </p:nvCxnSpPr>
            <p:spPr>
              <a:xfrm flipH="1" flipV="1">
                <a:off x="6919793"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0" name="Straight Connector 2109">
                <a:extLst>
                  <a:ext uri="{FF2B5EF4-FFF2-40B4-BE49-F238E27FC236}">
                    <a16:creationId xmlns:a16="http://schemas.microsoft.com/office/drawing/2014/main" id="{187480F7-5D56-47DC-8159-3C927A11B8F5}"/>
                  </a:ext>
                </a:extLst>
              </p:cNvPr>
              <p:cNvCxnSpPr/>
              <p:nvPr userDrawn="1"/>
            </p:nvCxnSpPr>
            <p:spPr>
              <a:xfrm flipH="1" flipV="1">
                <a:off x="5931251"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1" name="Straight Connector 2110">
                <a:extLst>
                  <a:ext uri="{FF2B5EF4-FFF2-40B4-BE49-F238E27FC236}">
                    <a16:creationId xmlns:a16="http://schemas.microsoft.com/office/drawing/2014/main" id="{77A69EF4-3281-4A63-8BA9-5BB34F66857A}"/>
                  </a:ext>
                </a:extLst>
              </p:cNvPr>
              <p:cNvCxnSpPr/>
              <p:nvPr userDrawn="1"/>
            </p:nvCxnSpPr>
            <p:spPr>
              <a:xfrm flipH="1" flipV="1">
                <a:off x="6260765"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2" name="Straight Connector 2111">
                <a:extLst>
                  <a:ext uri="{FF2B5EF4-FFF2-40B4-BE49-F238E27FC236}">
                    <a16:creationId xmlns:a16="http://schemas.microsoft.com/office/drawing/2014/main" id="{39F765CF-D877-4E6C-8BD0-4688625623CE}"/>
                  </a:ext>
                </a:extLst>
              </p:cNvPr>
              <p:cNvCxnSpPr/>
              <p:nvPr userDrawn="1"/>
            </p:nvCxnSpPr>
            <p:spPr>
              <a:xfrm flipH="1" flipV="1">
                <a:off x="5272223"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3" name="Straight Connector 2112">
                <a:extLst>
                  <a:ext uri="{FF2B5EF4-FFF2-40B4-BE49-F238E27FC236}">
                    <a16:creationId xmlns:a16="http://schemas.microsoft.com/office/drawing/2014/main" id="{A159A1EA-9975-4CEF-9740-B976438CB8A4}"/>
                  </a:ext>
                </a:extLst>
              </p:cNvPr>
              <p:cNvCxnSpPr/>
              <p:nvPr userDrawn="1"/>
            </p:nvCxnSpPr>
            <p:spPr>
              <a:xfrm flipH="1" flipV="1">
                <a:off x="5601737"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4" name="Straight Connector 2113">
                <a:extLst>
                  <a:ext uri="{FF2B5EF4-FFF2-40B4-BE49-F238E27FC236}">
                    <a16:creationId xmlns:a16="http://schemas.microsoft.com/office/drawing/2014/main" id="{5BD5C484-36E6-4C93-B2E2-4DE58CD754FD}"/>
                  </a:ext>
                </a:extLst>
              </p:cNvPr>
              <p:cNvCxnSpPr/>
              <p:nvPr userDrawn="1"/>
            </p:nvCxnSpPr>
            <p:spPr>
              <a:xfrm flipH="1" flipV="1">
                <a:off x="4613195"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5" name="Straight Connector 2114">
                <a:extLst>
                  <a:ext uri="{FF2B5EF4-FFF2-40B4-BE49-F238E27FC236}">
                    <a16:creationId xmlns:a16="http://schemas.microsoft.com/office/drawing/2014/main" id="{5AA32D50-6D4D-4163-8E85-A8902ABA7916}"/>
                  </a:ext>
                </a:extLst>
              </p:cNvPr>
              <p:cNvCxnSpPr/>
              <p:nvPr userDrawn="1"/>
            </p:nvCxnSpPr>
            <p:spPr>
              <a:xfrm flipH="1" flipV="1">
                <a:off x="4942709"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6" name="Straight Connector 2115">
                <a:extLst>
                  <a:ext uri="{FF2B5EF4-FFF2-40B4-BE49-F238E27FC236}">
                    <a16:creationId xmlns:a16="http://schemas.microsoft.com/office/drawing/2014/main" id="{6DCC40B9-BD3D-4450-A249-8B987B5DCB6E}"/>
                  </a:ext>
                </a:extLst>
              </p:cNvPr>
              <p:cNvCxnSpPr/>
              <p:nvPr userDrawn="1"/>
            </p:nvCxnSpPr>
            <p:spPr>
              <a:xfrm flipH="1" flipV="1">
                <a:off x="3954167"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7" name="Straight Connector 2116">
                <a:extLst>
                  <a:ext uri="{FF2B5EF4-FFF2-40B4-BE49-F238E27FC236}">
                    <a16:creationId xmlns:a16="http://schemas.microsoft.com/office/drawing/2014/main" id="{89A7B52C-4AD1-45CC-9C19-1E7E5F245D10}"/>
                  </a:ext>
                </a:extLst>
              </p:cNvPr>
              <p:cNvCxnSpPr/>
              <p:nvPr userDrawn="1"/>
            </p:nvCxnSpPr>
            <p:spPr>
              <a:xfrm flipH="1" flipV="1">
                <a:off x="4283681"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8" name="Straight Connector 2117">
                <a:extLst>
                  <a:ext uri="{FF2B5EF4-FFF2-40B4-BE49-F238E27FC236}">
                    <a16:creationId xmlns:a16="http://schemas.microsoft.com/office/drawing/2014/main" id="{DEC05E5E-3D4B-4389-B071-5516A1A7F16F}"/>
                  </a:ext>
                </a:extLst>
              </p:cNvPr>
              <p:cNvCxnSpPr/>
              <p:nvPr userDrawn="1"/>
            </p:nvCxnSpPr>
            <p:spPr>
              <a:xfrm flipH="1" flipV="1">
                <a:off x="3295139"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9" name="Straight Connector 2118">
                <a:extLst>
                  <a:ext uri="{FF2B5EF4-FFF2-40B4-BE49-F238E27FC236}">
                    <a16:creationId xmlns:a16="http://schemas.microsoft.com/office/drawing/2014/main" id="{B835C85E-0FC9-475E-A20F-3EA2E027E444}"/>
                  </a:ext>
                </a:extLst>
              </p:cNvPr>
              <p:cNvCxnSpPr/>
              <p:nvPr userDrawn="1"/>
            </p:nvCxnSpPr>
            <p:spPr>
              <a:xfrm flipH="1" flipV="1">
                <a:off x="3624653"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0" name="Straight Connector 2119">
                <a:extLst>
                  <a:ext uri="{FF2B5EF4-FFF2-40B4-BE49-F238E27FC236}">
                    <a16:creationId xmlns:a16="http://schemas.microsoft.com/office/drawing/2014/main" id="{7B6D0C7C-1910-42C4-931C-8B0E0D50F48D}"/>
                  </a:ext>
                </a:extLst>
              </p:cNvPr>
              <p:cNvCxnSpPr/>
              <p:nvPr userDrawn="1"/>
            </p:nvCxnSpPr>
            <p:spPr>
              <a:xfrm flipH="1" flipV="1">
                <a:off x="2636111"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1" name="Straight Connector 2120">
                <a:extLst>
                  <a:ext uri="{FF2B5EF4-FFF2-40B4-BE49-F238E27FC236}">
                    <a16:creationId xmlns:a16="http://schemas.microsoft.com/office/drawing/2014/main" id="{21278BB2-F644-46A5-8D69-879E4155CB9E}"/>
                  </a:ext>
                </a:extLst>
              </p:cNvPr>
              <p:cNvCxnSpPr/>
              <p:nvPr userDrawn="1"/>
            </p:nvCxnSpPr>
            <p:spPr>
              <a:xfrm flipH="1" flipV="1">
                <a:off x="2965625"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2" name="Straight Connector 2121">
                <a:extLst>
                  <a:ext uri="{FF2B5EF4-FFF2-40B4-BE49-F238E27FC236}">
                    <a16:creationId xmlns:a16="http://schemas.microsoft.com/office/drawing/2014/main" id="{A21BBD2C-6258-4A19-BB5C-5FF47112C4A5}"/>
                  </a:ext>
                </a:extLst>
              </p:cNvPr>
              <p:cNvCxnSpPr/>
              <p:nvPr userDrawn="1"/>
            </p:nvCxnSpPr>
            <p:spPr>
              <a:xfrm flipH="1" flipV="1">
                <a:off x="1977083"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3" name="Straight Connector 2122">
                <a:extLst>
                  <a:ext uri="{FF2B5EF4-FFF2-40B4-BE49-F238E27FC236}">
                    <a16:creationId xmlns:a16="http://schemas.microsoft.com/office/drawing/2014/main" id="{48116147-B980-486E-AF28-3CCFE568C1E3}"/>
                  </a:ext>
                </a:extLst>
              </p:cNvPr>
              <p:cNvCxnSpPr/>
              <p:nvPr userDrawn="1"/>
            </p:nvCxnSpPr>
            <p:spPr>
              <a:xfrm flipH="1" flipV="1">
                <a:off x="2306597"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4" name="Straight Connector 2123">
                <a:extLst>
                  <a:ext uri="{FF2B5EF4-FFF2-40B4-BE49-F238E27FC236}">
                    <a16:creationId xmlns:a16="http://schemas.microsoft.com/office/drawing/2014/main" id="{700800A8-572C-445C-87F6-C9F8F63FC1AE}"/>
                  </a:ext>
                </a:extLst>
              </p:cNvPr>
              <p:cNvCxnSpPr/>
              <p:nvPr userDrawn="1"/>
            </p:nvCxnSpPr>
            <p:spPr>
              <a:xfrm flipH="1" flipV="1">
                <a:off x="1318055"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5" name="Straight Connector 2124">
                <a:extLst>
                  <a:ext uri="{FF2B5EF4-FFF2-40B4-BE49-F238E27FC236}">
                    <a16:creationId xmlns:a16="http://schemas.microsoft.com/office/drawing/2014/main" id="{B05BC7E7-AD65-4241-9D62-F84F492B3E88}"/>
                  </a:ext>
                </a:extLst>
              </p:cNvPr>
              <p:cNvCxnSpPr/>
              <p:nvPr userDrawn="1"/>
            </p:nvCxnSpPr>
            <p:spPr>
              <a:xfrm flipH="1" flipV="1">
                <a:off x="1647569"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6" name="Straight Connector 2125">
                <a:extLst>
                  <a:ext uri="{FF2B5EF4-FFF2-40B4-BE49-F238E27FC236}">
                    <a16:creationId xmlns:a16="http://schemas.microsoft.com/office/drawing/2014/main" id="{C345A2B3-B095-4911-9931-8FE4BA1568DF}"/>
                  </a:ext>
                </a:extLst>
              </p:cNvPr>
              <p:cNvCxnSpPr/>
              <p:nvPr userDrawn="1"/>
            </p:nvCxnSpPr>
            <p:spPr>
              <a:xfrm flipH="1" flipV="1">
                <a:off x="659027"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7" name="Straight Connector 2126">
                <a:extLst>
                  <a:ext uri="{FF2B5EF4-FFF2-40B4-BE49-F238E27FC236}">
                    <a16:creationId xmlns:a16="http://schemas.microsoft.com/office/drawing/2014/main" id="{EFFD2F0B-C60B-4858-A70D-7869E9228341}"/>
                  </a:ext>
                </a:extLst>
              </p:cNvPr>
              <p:cNvCxnSpPr/>
              <p:nvPr userDrawn="1"/>
            </p:nvCxnSpPr>
            <p:spPr>
              <a:xfrm flipH="1" flipV="1">
                <a:off x="988541"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8" name="Straight Connector 2127">
                <a:extLst>
                  <a:ext uri="{FF2B5EF4-FFF2-40B4-BE49-F238E27FC236}">
                    <a16:creationId xmlns:a16="http://schemas.microsoft.com/office/drawing/2014/main" id="{9C4F4319-8E5B-491E-8A16-E420FB9BF300}"/>
                  </a:ext>
                </a:extLst>
              </p:cNvPr>
              <p:cNvCxnSpPr/>
              <p:nvPr userDrawn="1"/>
            </p:nvCxnSpPr>
            <p:spPr>
              <a:xfrm flipH="1" flipV="1">
                <a:off x="0"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9" name="Straight Connector 2128">
                <a:extLst>
                  <a:ext uri="{FF2B5EF4-FFF2-40B4-BE49-F238E27FC236}">
                    <a16:creationId xmlns:a16="http://schemas.microsoft.com/office/drawing/2014/main" id="{FFB34A7A-6794-45FC-9163-FF8C69C3C72F}"/>
                  </a:ext>
                </a:extLst>
              </p:cNvPr>
              <p:cNvCxnSpPr/>
              <p:nvPr userDrawn="1"/>
            </p:nvCxnSpPr>
            <p:spPr>
              <a:xfrm flipH="1" flipV="1">
                <a:off x="329513"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grpSp>
      </p:grpSp>
      <p:sp>
        <p:nvSpPr>
          <p:cNvPr id="2" name="Title Placeholder 1"/>
          <p:cNvSpPr>
            <a:spLocks noGrp="1"/>
          </p:cNvSpPr>
          <p:nvPr userDrawn="1">
            <p:ph type="title"/>
          </p:nvPr>
        </p:nvSpPr>
        <p:spPr bwMode="auto">
          <a:xfrm>
            <a:off x="659008" y="325235"/>
            <a:ext cx="10873955" cy="817244"/>
          </a:xfrm>
          <a:prstGeom prst="rect">
            <a:avLst/>
          </a:prstGeom>
        </p:spPr>
        <p:txBody>
          <a:bodyPr vert="horz" lIns="0" tIns="0" rIns="0" bIns="0" rtlCol="0" anchor="t" anchorCtr="0">
            <a:noAutofit/>
          </a:bodyPr>
          <a:lstStyle/>
          <a:p>
            <a:r>
              <a:rPr lang="en-GB" noProof="0"/>
              <a:t>Click to edit </a:t>
            </a:r>
            <a:br>
              <a:rPr lang="en-GB" noProof="0"/>
            </a:br>
            <a:r>
              <a:rPr lang="en-GB" noProof="0"/>
              <a:t>Master title style</a:t>
            </a:r>
          </a:p>
        </p:txBody>
      </p:sp>
      <p:sp>
        <p:nvSpPr>
          <p:cNvPr id="3" name="Text Placeholder 2"/>
          <p:cNvSpPr>
            <a:spLocks noGrp="1"/>
          </p:cNvSpPr>
          <p:nvPr userDrawn="1">
            <p:ph type="body" idx="1"/>
          </p:nvPr>
        </p:nvSpPr>
        <p:spPr bwMode="auto">
          <a:xfrm>
            <a:off x="659008" y="1141197"/>
            <a:ext cx="10873955" cy="5142128"/>
          </a:xfrm>
          <a:prstGeom prst="rect">
            <a:avLst/>
          </a:prstGeom>
        </p:spPr>
        <p:txBody>
          <a:bodyPr vert="horz" lIns="0" tIns="0" rIns="0" bIns="0" rtlCol="0">
            <a:noAutofit/>
          </a:body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a:t>Fifth level</a:t>
            </a:r>
            <a:endParaRPr lang="en-GB" noProof="0" dirty="0"/>
          </a:p>
        </p:txBody>
      </p:sp>
      <p:sp>
        <p:nvSpPr>
          <p:cNvPr id="21" name="Slide Number Placeholder 5"/>
          <p:cNvSpPr>
            <a:spLocks noGrp="1"/>
          </p:cNvSpPr>
          <p:nvPr userDrawn="1">
            <p:ph type="sldNum" sz="quarter" idx="4"/>
          </p:nvPr>
        </p:nvSpPr>
        <p:spPr bwMode="gray">
          <a:xfrm>
            <a:off x="11037663" y="6403940"/>
            <a:ext cx="495300" cy="188119"/>
          </a:xfrm>
          <a:prstGeom prst="rect">
            <a:avLst/>
          </a:prstGeom>
        </p:spPr>
        <p:txBody>
          <a:bodyPr vert="horz" lIns="0" tIns="0" rIns="0" bIns="0" rtlCol="0" anchor="ctr"/>
          <a:lstStyle>
            <a:lvl1pPr algn="r">
              <a:defRPr sz="1000" b="0" i="0">
                <a:solidFill>
                  <a:schemeClr val="tx1"/>
                </a:solidFill>
              </a:defRPr>
            </a:lvl1pPr>
          </a:lstStyle>
          <a:p>
            <a:fld id="{DDD2A080-DA64-4F5C-9131-47EB793B4410}" type="slidenum">
              <a:rPr lang="en-GB" smtClean="0"/>
              <a:pPr/>
              <a:t>‹#›</a:t>
            </a:fld>
            <a:endParaRPr lang="en-GB" dirty="0"/>
          </a:p>
        </p:txBody>
      </p:sp>
      <p:sp>
        <p:nvSpPr>
          <p:cNvPr id="5" name="Footer Placeholder 4">
            <a:extLst>
              <a:ext uri="{FF2B5EF4-FFF2-40B4-BE49-F238E27FC236}">
                <a16:creationId xmlns:a16="http://schemas.microsoft.com/office/drawing/2014/main" id="{23CCD4DD-CD62-41D2-B52A-25AF9A5EF44A}"/>
              </a:ext>
            </a:extLst>
          </p:cNvPr>
          <p:cNvSpPr>
            <a:spLocks noGrp="1"/>
          </p:cNvSpPr>
          <p:nvPr userDrawn="1">
            <p:ph type="ftr" sz="quarter" idx="3"/>
          </p:nvPr>
        </p:nvSpPr>
        <p:spPr>
          <a:xfrm>
            <a:off x="659007" y="6403940"/>
            <a:ext cx="8896889" cy="187200"/>
          </a:xfrm>
          <a:prstGeom prst="rect">
            <a:avLst/>
          </a:prstGeom>
        </p:spPr>
        <p:txBody>
          <a:bodyPr vert="horz" lIns="0" tIns="0" rIns="0" bIns="0" rtlCol="0" anchor="ctr">
            <a:noAutofit/>
          </a:bodyPr>
          <a:lstStyle>
            <a:lvl1pPr algn="l">
              <a:defRPr lang="en-US" sz="900" smtClean="0"/>
            </a:lvl1pPr>
          </a:lstStyle>
          <a:p>
            <a:endParaRPr lang="en-GB" noProof="0" dirty="0"/>
          </a:p>
        </p:txBody>
      </p:sp>
    </p:spTree>
    <p:extLst>
      <p:ext uri="{BB962C8B-B14F-4D97-AF65-F5344CB8AC3E}">
        <p14:creationId xmlns:p14="http://schemas.microsoft.com/office/powerpoint/2010/main" val="4239967618"/>
      </p:ext>
    </p:extLst>
  </p:cSld>
  <p:clrMap bg1="lt1" tx1="dk1" bg2="lt2" tx2="dk2" accent1="accent1" accent2="accent2" accent3="accent3" accent4="accent4" accent5="accent5" accent6="accent6" hlink="hlink" folHlink="folHlink"/>
  <p:sldLayoutIdLst>
    <p:sldLayoutId id="2147483707" r:id="rId1"/>
    <p:sldLayoutId id="2147483685" r:id="rId2"/>
    <p:sldLayoutId id="2147483737" r:id="rId3"/>
    <p:sldLayoutId id="2147483729" r:id="rId4"/>
    <p:sldLayoutId id="2147483725" r:id="rId5"/>
    <p:sldLayoutId id="2147483777" r:id="rId6"/>
    <p:sldLayoutId id="2147483781" r:id="rId7"/>
    <p:sldLayoutId id="2147483796" r:id="rId8"/>
    <p:sldLayoutId id="2147483797" r:id="rId9"/>
    <p:sldLayoutId id="2147483692" r:id="rId10"/>
    <p:sldLayoutId id="2147483711" r:id="rId11"/>
    <p:sldLayoutId id="2147483779" r:id="rId12"/>
    <p:sldLayoutId id="2147483694" r:id="rId13"/>
    <p:sldLayoutId id="2147483695" r:id="rId14"/>
    <p:sldLayoutId id="2147483696" r:id="rId15"/>
    <p:sldLayoutId id="2147483736" r:id="rId16"/>
    <p:sldLayoutId id="2147483773" r:id="rId17"/>
    <p:sldLayoutId id="2147483774" r:id="rId18"/>
    <p:sldLayoutId id="2147483731" r:id="rId19"/>
    <p:sldLayoutId id="2147483697" r:id="rId20"/>
    <p:sldLayoutId id="2147483740" r:id="rId21"/>
    <p:sldLayoutId id="2147483716" r:id="rId22"/>
    <p:sldLayoutId id="2147483718" r:id="rId23"/>
    <p:sldLayoutId id="2147483719" r:id="rId24"/>
    <p:sldLayoutId id="2147483700" r:id="rId25"/>
    <p:sldLayoutId id="2147483743" r:id="rId26"/>
    <p:sldLayoutId id="2147483742" r:id="rId27"/>
    <p:sldLayoutId id="2147483741" r:id="rId28"/>
    <p:sldLayoutId id="2147483775" r:id="rId29"/>
    <p:sldLayoutId id="2147483776" r:id="rId30"/>
    <p:sldLayoutId id="2147483726" r:id="rId31"/>
    <p:sldLayoutId id="2147483778" r:id="rId32"/>
  </p:sldLayoutIdLst>
  <p:hf hdr="0" ftr="0" dt="0"/>
  <p:txStyles>
    <p:titleStyle>
      <a:lvl1pPr algn="l" defTabSz="914400" rtl="0" eaLnBrk="1" latinLnBrk="0" hangingPunct="1">
        <a:lnSpc>
          <a:spcPct val="83000"/>
        </a:lnSpc>
        <a:spcBef>
          <a:spcPct val="0"/>
        </a:spcBef>
        <a:buNone/>
        <a:defRPr sz="2800" b="1" kern="1200" baseline="0">
          <a:solidFill>
            <a:schemeClr val="tx2"/>
          </a:solidFill>
          <a:latin typeface="+mj-lt"/>
          <a:ea typeface="+mj-ea"/>
          <a:cs typeface="ING Me" pitchFamily="2" charset="0"/>
        </a:defRPr>
      </a:lvl1pPr>
    </p:titleStyle>
    <p:bodyStyle>
      <a:lvl1pPr marL="0" indent="0" algn="l" defTabSz="914400" rtl="0" eaLnBrk="1" latinLnBrk="0" hangingPunct="1">
        <a:lnSpc>
          <a:spcPct val="90000"/>
        </a:lnSpc>
        <a:spcBef>
          <a:spcPts val="0"/>
        </a:spcBef>
        <a:spcAft>
          <a:spcPts val="300"/>
        </a:spcAft>
        <a:buFont typeface="Arial" panose="020B0604020202020204" pitchFamily="34" charset="0"/>
        <a:buNone/>
        <a:defRPr sz="2000" b="0" kern="1200" baseline="0">
          <a:solidFill>
            <a:schemeClr val="tx1"/>
          </a:solidFill>
          <a:latin typeface="+mn-lt"/>
          <a:ea typeface="+mn-ea"/>
          <a:cs typeface="ING Me" pitchFamily="2" charset="0"/>
        </a:defRPr>
      </a:lvl1pPr>
      <a:lvl2pPr marL="180000" indent="-180000" algn="l" defTabSz="914400" rtl="0" eaLnBrk="1" latinLnBrk="0" hangingPunct="1">
        <a:lnSpc>
          <a:spcPct val="90000"/>
        </a:lnSpc>
        <a:spcBef>
          <a:spcPts val="0"/>
        </a:spcBef>
        <a:spcAft>
          <a:spcPts val="300"/>
        </a:spcAft>
        <a:buFontTx/>
        <a:buBlip>
          <a:blip r:embed="rId34">
            <a:extLst>
              <a:ext uri="{96DAC541-7B7A-43D3-8B79-37D633B846F1}">
                <asvg:svgBlip xmlns:asvg="http://schemas.microsoft.com/office/drawing/2016/SVG/main" r:embed="rId35"/>
              </a:ext>
            </a:extLst>
          </a:blip>
        </a:buBlip>
        <a:defRPr sz="2000" kern="1200" baseline="0">
          <a:solidFill>
            <a:schemeClr val="tx1"/>
          </a:solidFill>
          <a:latin typeface="+mn-lt"/>
          <a:ea typeface="+mn-ea"/>
          <a:cs typeface="ING Me" pitchFamily="2" charset="0"/>
        </a:defRPr>
      </a:lvl2pPr>
      <a:lvl3pPr marL="360000" indent="-180000" algn="l" defTabSz="914400" rtl="0" eaLnBrk="1" latinLnBrk="0" hangingPunct="1">
        <a:lnSpc>
          <a:spcPct val="90000"/>
        </a:lnSpc>
        <a:spcBef>
          <a:spcPts val="0"/>
        </a:spcBef>
        <a:spcAft>
          <a:spcPts val="300"/>
        </a:spcAft>
        <a:buClr>
          <a:schemeClr val="tx2"/>
        </a:buClr>
        <a:buFontTx/>
        <a:buBlip>
          <a:blip r:embed="rId36">
            <a:extLst>
              <a:ext uri="{96DAC541-7B7A-43D3-8B79-37D633B846F1}">
                <asvg:svgBlip xmlns:asvg="http://schemas.microsoft.com/office/drawing/2016/SVG/main" r:embed="rId37"/>
              </a:ext>
            </a:extLst>
          </a:blip>
        </a:buBlip>
        <a:defRPr sz="2000" kern="1200" baseline="0">
          <a:solidFill>
            <a:schemeClr val="tx1"/>
          </a:solidFill>
          <a:latin typeface="+mn-lt"/>
          <a:ea typeface="+mn-ea"/>
          <a:cs typeface="ING Me" pitchFamily="2" charset="0"/>
        </a:defRPr>
      </a:lvl3pPr>
      <a:lvl4pPr marL="540000" indent="-180000" algn="l" defTabSz="914400" rtl="0" eaLnBrk="1" latinLnBrk="0" hangingPunct="1">
        <a:lnSpc>
          <a:spcPct val="90000"/>
        </a:lnSpc>
        <a:spcBef>
          <a:spcPts val="0"/>
        </a:spcBef>
        <a:spcAft>
          <a:spcPts val="300"/>
        </a:spcAft>
        <a:buClr>
          <a:schemeClr val="bg2"/>
        </a:buClr>
        <a:buFontTx/>
        <a:buBlip>
          <a:blip r:embed="rId38">
            <a:extLst>
              <a:ext uri="{96DAC541-7B7A-43D3-8B79-37D633B846F1}">
                <asvg:svgBlip xmlns:asvg="http://schemas.microsoft.com/office/drawing/2016/SVG/main" r:embed="rId39"/>
              </a:ext>
            </a:extLst>
          </a:blip>
        </a:buBlip>
        <a:defRPr sz="2000" kern="1200" baseline="0">
          <a:solidFill>
            <a:schemeClr val="tx1"/>
          </a:solidFill>
          <a:latin typeface="+mn-lt"/>
          <a:ea typeface="+mn-ea"/>
          <a:cs typeface="ING Me" pitchFamily="2" charset="0"/>
        </a:defRPr>
      </a:lvl4pPr>
      <a:lvl5pPr marL="720000" indent="-180000" algn="l" defTabSz="914400" rtl="0" eaLnBrk="1" latinLnBrk="0" hangingPunct="1">
        <a:lnSpc>
          <a:spcPct val="90000"/>
        </a:lnSpc>
        <a:spcBef>
          <a:spcPts val="0"/>
        </a:spcBef>
        <a:spcAft>
          <a:spcPts val="300"/>
        </a:spcAft>
        <a:buClr>
          <a:schemeClr val="accent3"/>
        </a:buClr>
        <a:buFontTx/>
        <a:buBlip>
          <a:blip r:embed="rId40">
            <a:extLst>
              <a:ext uri="{96DAC541-7B7A-43D3-8B79-37D633B846F1}">
                <asvg:svgBlip xmlns:asvg="http://schemas.microsoft.com/office/drawing/2016/SVG/main" r:embed="rId41"/>
              </a:ext>
            </a:extLst>
          </a:blip>
        </a:buBlip>
        <a:defRPr sz="2000" kern="1200" baseline="0">
          <a:solidFill>
            <a:schemeClr val="tx1"/>
          </a:solidFill>
          <a:latin typeface="+mn-lt"/>
          <a:ea typeface="+mn-ea"/>
          <a:cs typeface="ING Me"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400" kern="1200">
          <a:solidFill>
            <a:schemeClr val="tx1"/>
          </a:solidFill>
          <a:latin typeface="+mn-lt"/>
          <a:ea typeface="+mn-ea"/>
          <a:cs typeface="+mn-cs"/>
        </a:defRPr>
      </a:lvl1pPr>
      <a:lvl2pPr marL="0" algn="l" defTabSz="914400" rtl="0" eaLnBrk="1" latinLnBrk="0" hangingPunct="1">
        <a:defRPr sz="1400" kern="1200">
          <a:solidFill>
            <a:schemeClr val="tx1"/>
          </a:solidFill>
          <a:latin typeface="+mn-lt"/>
          <a:ea typeface="+mn-ea"/>
          <a:cs typeface="+mn-cs"/>
        </a:defRPr>
      </a:lvl2pPr>
      <a:lvl3pPr marL="0" algn="l" defTabSz="914400" rtl="0" eaLnBrk="1" latinLnBrk="0" hangingPunct="1">
        <a:defRPr sz="1400" kern="1200">
          <a:solidFill>
            <a:schemeClr val="tx1"/>
          </a:solidFill>
          <a:latin typeface="+mn-lt"/>
          <a:ea typeface="+mn-ea"/>
          <a:cs typeface="+mn-cs"/>
        </a:defRPr>
      </a:lvl3pPr>
      <a:lvl4pPr marL="0" algn="l" defTabSz="914400" rtl="0" eaLnBrk="1" latinLnBrk="0" hangingPunct="1">
        <a:defRPr sz="1400" kern="1200">
          <a:solidFill>
            <a:schemeClr val="tx1"/>
          </a:solidFill>
          <a:latin typeface="+mn-lt"/>
          <a:ea typeface="+mn-ea"/>
          <a:cs typeface="+mn-cs"/>
        </a:defRPr>
      </a:lvl4pPr>
      <a:lvl5pPr marL="0" algn="l" defTabSz="914400" rtl="0" eaLnBrk="1" latinLnBrk="0" hangingPunct="1">
        <a:defRPr sz="1400" kern="1200">
          <a:solidFill>
            <a:schemeClr val="tx1"/>
          </a:solidFill>
          <a:latin typeface="+mn-lt"/>
          <a:ea typeface="+mn-ea"/>
          <a:cs typeface="+mn-cs"/>
        </a:defRPr>
      </a:lvl5pPr>
      <a:lvl6pPr marL="0" algn="l" defTabSz="914400" rtl="0" eaLnBrk="1" latinLnBrk="0" hangingPunct="1">
        <a:defRPr sz="1400" kern="1200">
          <a:solidFill>
            <a:schemeClr val="tx1"/>
          </a:solidFill>
          <a:latin typeface="+mn-lt"/>
          <a:ea typeface="+mn-ea"/>
          <a:cs typeface="+mn-cs"/>
        </a:defRPr>
      </a:lvl6pPr>
      <a:lvl7pPr marL="0" algn="l" defTabSz="914400" rtl="0" eaLnBrk="1" latinLnBrk="0" hangingPunct="1">
        <a:defRPr sz="1400" kern="1200">
          <a:solidFill>
            <a:schemeClr val="tx1"/>
          </a:solidFill>
          <a:latin typeface="+mn-lt"/>
          <a:ea typeface="+mn-ea"/>
          <a:cs typeface="+mn-cs"/>
        </a:defRPr>
      </a:lvl7pPr>
      <a:lvl8pPr marL="0" algn="l" defTabSz="914400" rtl="0" eaLnBrk="1" latinLnBrk="0" hangingPunct="1">
        <a:defRPr sz="1400" kern="1200">
          <a:solidFill>
            <a:schemeClr val="tx1"/>
          </a:solidFill>
          <a:latin typeface="+mn-lt"/>
          <a:ea typeface="+mn-ea"/>
          <a:cs typeface="+mn-cs"/>
        </a:defRPr>
      </a:lvl8pPr>
      <a:lvl9pPr marL="0" algn="l" defTabSz="9144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721" userDrawn="1">
          <p15:clr>
            <a:srgbClr val="F26B43"/>
          </p15:clr>
        </p15:guide>
        <p15:guide id="9" orient="horz" pos="205" userDrawn="1">
          <p15:clr>
            <a:srgbClr val="F26B43"/>
          </p15:clr>
        </p15:guide>
        <p15:guide id="11" orient="horz" pos="3904" userDrawn="1">
          <p15:clr>
            <a:srgbClr val="F26B43"/>
          </p15:clr>
        </p15:guide>
        <p15:guide id="13" pos="7473" userDrawn="1">
          <p15:clr>
            <a:srgbClr val="F26B43"/>
          </p15:clr>
        </p15:guide>
        <p15:guide id="14" pos="417" userDrawn="1">
          <p15:clr>
            <a:srgbClr val="F26B43"/>
          </p15:clr>
        </p15:guide>
        <p15:guide id="18" pos="3840" userDrawn="1">
          <p15:clr>
            <a:srgbClr val="F26B43"/>
          </p15:clr>
        </p15:guide>
        <p15:guide id="19" orient="horz" pos="2160" userDrawn="1">
          <p15:clr>
            <a:srgbClr val="F26B43"/>
          </p15:clr>
        </p15:guide>
        <p15:guide id="20" pos="7268"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sp>
        <p:nvSpPr>
          <p:cNvPr id="876" name="Scale panel">
            <a:extLst>
              <a:ext uri="{FF2B5EF4-FFF2-40B4-BE49-F238E27FC236}">
                <a16:creationId xmlns:a16="http://schemas.microsoft.com/office/drawing/2014/main" id="{7D99C099-15B5-4131-8313-8D2176B4F5F3}"/>
              </a:ext>
            </a:extLst>
          </p:cNvPr>
          <p:cNvSpPr>
            <a:spLocks noChangeArrowheads="1"/>
          </p:cNvSpPr>
          <p:nvPr userDrawn="1"/>
        </p:nvSpPr>
        <p:spPr bwMode="gray">
          <a:xfrm>
            <a:off x="-2368598" y="-435426"/>
            <a:ext cx="16929187" cy="7728851"/>
          </a:xfrm>
          <a:prstGeom prst="rect">
            <a:avLst/>
          </a:prstGeom>
          <a:solidFill>
            <a:srgbClr val="FFFFFF">
              <a:alpha val="0"/>
            </a:srgbClr>
          </a:solidFill>
          <a:ln>
            <a:noFill/>
          </a:ln>
          <a:effectLst/>
        </p:spPr>
        <p:txBody>
          <a:bodyPr wrap="square" lIns="180000" tIns="180000" rIns="180000" bIns="180000" anchor="ctr">
            <a:noAutofit/>
          </a:bodyPr>
          <a:lstStyle/>
          <a:p>
            <a:endParaRPr lang="en-GB" sz="1000" dirty="0"/>
          </a:p>
        </p:txBody>
      </p:sp>
      <p:grpSp>
        <p:nvGrpSpPr>
          <p:cNvPr id="268" name="Master Grid" hidden="1">
            <a:extLst>
              <a:ext uri="{FF2B5EF4-FFF2-40B4-BE49-F238E27FC236}">
                <a16:creationId xmlns:a16="http://schemas.microsoft.com/office/drawing/2014/main" id="{D42BA328-ECEA-4217-9F3F-D0202D59CA05}"/>
              </a:ext>
            </a:extLst>
          </p:cNvPr>
          <p:cNvGrpSpPr/>
          <p:nvPr userDrawn="1"/>
        </p:nvGrpSpPr>
        <p:grpSpPr>
          <a:xfrm>
            <a:off x="0" y="0"/>
            <a:ext cx="12192018" cy="6858000"/>
            <a:chOff x="152391" y="152400"/>
            <a:chExt cx="12192018" cy="6858000"/>
          </a:xfrm>
        </p:grpSpPr>
        <p:grpSp>
          <p:nvGrpSpPr>
            <p:cNvPr id="396" name="GRID">
              <a:extLst>
                <a:ext uri="{FF2B5EF4-FFF2-40B4-BE49-F238E27FC236}">
                  <a16:creationId xmlns:a16="http://schemas.microsoft.com/office/drawing/2014/main" id="{D7354782-E49A-4699-9B7B-4355C8BEEA02}"/>
                </a:ext>
              </a:extLst>
            </p:cNvPr>
            <p:cNvGrpSpPr/>
            <p:nvPr/>
          </p:nvGrpSpPr>
          <p:grpSpPr>
            <a:xfrm>
              <a:off x="152391" y="152400"/>
              <a:ext cx="12192018" cy="6858000"/>
              <a:chOff x="-1" y="0"/>
              <a:chExt cx="12192018" cy="6858000"/>
            </a:xfrm>
          </p:grpSpPr>
          <p:grpSp>
            <p:nvGrpSpPr>
              <p:cNvPr id="455" name="Group 454">
                <a:extLst>
                  <a:ext uri="{FF2B5EF4-FFF2-40B4-BE49-F238E27FC236}">
                    <a16:creationId xmlns:a16="http://schemas.microsoft.com/office/drawing/2014/main" id="{E22339AD-B53F-4786-BDB6-A89FE50DB2A6}"/>
                  </a:ext>
                </a:extLst>
              </p:cNvPr>
              <p:cNvGrpSpPr/>
              <p:nvPr/>
            </p:nvGrpSpPr>
            <p:grpSpPr>
              <a:xfrm>
                <a:off x="0" y="0"/>
                <a:ext cx="12192017" cy="6858000"/>
                <a:chOff x="0" y="0"/>
                <a:chExt cx="12192017" cy="6858000"/>
              </a:xfrm>
            </p:grpSpPr>
            <p:cxnSp>
              <p:nvCxnSpPr>
                <p:cNvPr id="479" name="Straight Connector 478">
                  <a:extLst>
                    <a:ext uri="{FF2B5EF4-FFF2-40B4-BE49-F238E27FC236}">
                      <a16:creationId xmlns:a16="http://schemas.microsoft.com/office/drawing/2014/main" id="{57B30F03-8C9D-4CD8-9D83-8DC8450A16C1}"/>
                    </a:ext>
                  </a:extLst>
                </p:cNvPr>
                <p:cNvCxnSpPr/>
                <p:nvPr/>
              </p:nvCxnSpPr>
              <p:spPr>
                <a:xfrm>
                  <a:off x="329514"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0" name="Straight Connector 479">
                  <a:extLst>
                    <a:ext uri="{FF2B5EF4-FFF2-40B4-BE49-F238E27FC236}">
                      <a16:creationId xmlns:a16="http://schemas.microsoft.com/office/drawing/2014/main" id="{9BF6938D-A300-4D5C-8E4F-4FBFF9880310}"/>
                    </a:ext>
                  </a:extLst>
                </p:cNvPr>
                <p:cNvCxnSpPr/>
                <p:nvPr/>
              </p:nvCxnSpPr>
              <p:spPr>
                <a:xfrm>
                  <a:off x="0"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1" name="Straight Connector 480">
                  <a:extLst>
                    <a:ext uri="{FF2B5EF4-FFF2-40B4-BE49-F238E27FC236}">
                      <a16:creationId xmlns:a16="http://schemas.microsoft.com/office/drawing/2014/main" id="{2C368DAC-ED72-418B-BB58-22A9EBABC287}"/>
                    </a:ext>
                  </a:extLst>
                </p:cNvPr>
                <p:cNvCxnSpPr/>
                <p:nvPr/>
              </p:nvCxnSpPr>
              <p:spPr>
                <a:xfrm>
                  <a:off x="988542"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2" name="Straight Connector 481">
                  <a:extLst>
                    <a:ext uri="{FF2B5EF4-FFF2-40B4-BE49-F238E27FC236}">
                      <a16:creationId xmlns:a16="http://schemas.microsoft.com/office/drawing/2014/main" id="{FEC1711E-ABCA-4911-8DBD-2875A8456EF4}"/>
                    </a:ext>
                  </a:extLst>
                </p:cNvPr>
                <p:cNvCxnSpPr/>
                <p:nvPr/>
              </p:nvCxnSpPr>
              <p:spPr>
                <a:xfrm>
                  <a:off x="659028"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3" name="Straight Connector 482">
                  <a:extLst>
                    <a:ext uri="{FF2B5EF4-FFF2-40B4-BE49-F238E27FC236}">
                      <a16:creationId xmlns:a16="http://schemas.microsoft.com/office/drawing/2014/main" id="{89290615-FFDF-4C1B-9930-59588ADCE1D0}"/>
                    </a:ext>
                  </a:extLst>
                </p:cNvPr>
                <p:cNvCxnSpPr/>
                <p:nvPr/>
              </p:nvCxnSpPr>
              <p:spPr>
                <a:xfrm>
                  <a:off x="1647570"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4" name="Straight Connector 483">
                  <a:extLst>
                    <a:ext uri="{FF2B5EF4-FFF2-40B4-BE49-F238E27FC236}">
                      <a16:creationId xmlns:a16="http://schemas.microsoft.com/office/drawing/2014/main" id="{087D6E6A-FBCD-44B7-811F-E440101FA6B3}"/>
                    </a:ext>
                  </a:extLst>
                </p:cNvPr>
                <p:cNvCxnSpPr/>
                <p:nvPr/>
              </p:nvCxnSpPr>
              <p:spPr>
                <a:xfrm>
                  <a:off x="1318056"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5" name="Straight Connector 484">
                  <a:extLst>
                    <a:ext uri="{FF2B5EF4-FFF2-40B4-BE49-F238E27FC236}">
                      <a16:creationId xmlns:a16="http://schemas.microsoft.com/office/drawing/2014/main" id="{C7EE4D9C-5972-4F11-AD88-CDE4D2D4A05E}"/>
                    </a:ext>
                  </a:extLst>
                </p:cNvPr>
                <p:cNvCxnSpPr/>
                <p:nvPr/>
              </p:nvCxnSpPr>
              <p:spPr>
                <a:xfrm>
                  <a:off x="2306598"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6" name="Straight Connector 485">
                  <a:extLst>
                    <a:ext uri="{FF2B5EF4-FFF2-40B4-BE49-F238E27FC236}">
                      <a16:creationId xmlns:a16="http://schemas.microsoft.com/office/drawing/2014/main" id="{A1D02A60-D36A-429F-8D81-D08F3EF38993}"/>
                    </a:ext>
                  </a:extLst>
                </p:cNvPr>
                <p:cNvCxnSpPr/>
                <p:nvPr/>
              </p:nvCxnSpPr>
              <p:spPr>
                <a:xfrm>
                  <a:off x="1977084"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7" name="Straight Connector 486">
                  <a:extLst>
                    <a:ext uri="{FF2B5EF4-FFF2-40B4-BE49-F238E27FC236}">
                      <a16:creationId xmlns:a16="http://schemas.microsoft.com/office/drawing/2014/main" id="{88E78551-A749-4A2E-8477-CABB2C2782EC}"/>
                    </a:ext>
                  </a:extLst>
                </p:cNvPr>
                <p:cNvCxnSpPr/>
                <p:nvPr/>
              </p:nvCxnSpPr>
              <p:spPr>
                <a:xfrm>
                  <a:off x="2965626"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8" name="Straight Connector 487">
                  <a:extLst>
                    <a:ext uri="{FF2B5EF4-FFF2-40B4-BE49-F238E27FC236}">
                      <a16:creationId xmlns:a16="http://schemas.microsoft.com/office/drawing/2014/main" id="{FBD58499-8938-44E0-8520-DDE63A4C4496}"/>
                    </a:ext>
                  </a:extLst>
                </p:cNvPr>
                <p:cNvCxnSpPr/>
                <p:nvPr/>
              </p:nvCxnSpPr>
              <p:spPr>
                <a:xfrm>
                  <a:off x="2636112"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9" name="Straight Connector 488">
                  <a:extLst>
                    <a:ext uri="{FF2B5EF4-FFF2-40B4-BE49-F238E27FC236}">
                      <a16:creationId xmlns:a16="http://schemas.microsoft.com/office/drawing/2014/main" id="{BC923EA8-C256-4634-8339-7DB6BA413CD2}"/>
                    </a:ext>
                  </a:extLst>
                </p:cNvPr>
                <p:cNvCxnSpPr/>
                <p:nvPr/>
              </p:nvCxnSpPr>
              <p:spPr>
                <a:xfrm>
                  <a:off x="3624654"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0" name="Straight Connector 489">
                  <a:extLst>
                    <a:ext uri="{FF2B5EF4-FFF2-40B4-BE49-F238E27FC236}">
                      <a16:creationId xmlns:a16="http://schemas.microsoft.com/office/drawing/2014/main" id="{3BABF286-6674-4701-B1E9-263284795AB3}"/>
                    </a:ext>
                  </a:extLst>
                </p:cNvPr>
                <p:cNvCxnSpPr/>
                <p:nvPr/>
              </p:nvCxnSpPr>
              <p:spPr>
                <a:xfrm>
                  <a:off x="3295140"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1" name="Straight Connector 490">
                  <a:extLst>
                    <a:ext uri="{FF2B5EF4-FFF2-40B4-BE49-F238E27FC236}">
                      <a16:creationId xmlns:a16="http://schemas.microsoft.com/office/drawing/2014/main" id="{99FB23A9-E6D7-43CC-A0D5-725192604B3D}"/>
                    </a:ext>
                  </a:extLst>
                </p:cNvPr>
                <p:cNvCxnSpPr/>
                <p:nvPr/>
              </p:nvCxnSpPr>
              <p:spPr>
                <a:xfrm>
                  <a:off x="4283682"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2" name="Straight Connector 491">
                  <a:extLst>
                    <a:ext uri="{FF2B5EF4-FFF2-40B4-BE49-F238E27FC236}">
                      <a16:creationId xmlns:a16="http://schemas.microsoft.com/office/drawing/2014/main" id="{F23FDEA7-2269-4F06-8F07-260EE77295DF}"/>
                    </a:ext>
                  </a:extLst>
                </p:cNvPr>
                <p:cNvCxnSpPr/>
                <p:nvPr/>
              </p:nvCxnSpPr>
              <p:spPr>
                <a:xfrm>
                  <a:off x="3954168"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3" name="Straight Connector 492">
                  <a:extLst>
                    <a:ext uri="{FF2B5EF4-FFF2-40B4-BE49-F238E27FC236}">
                      <a16:creationId xmlns:a16="http://schemas.microsoft.com/office/drawing/2014/main" id="{E8A88CA9-B891-491E-95C8-1C4D7ACDAA96}"/>
                    </a:ext>
                  </a:extLst>
                </p:cNvPr>
                <p:cNvCxnSpPr/>
                <p:nvPr/>
              </p:nvCxnSpPr>
              <p:spPr>
                <a:xfrm>
                  <a:off x="4942710"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4" name="Straight Connector 493">
                  <a:extLst>
                    <a:ext uri="{FF2B5EF4-FFF2-40B4-BE49-F238E27FC236}">
                      <a16:creationId xmlns:a16="http://schemas.microsoft.com/office/drawing/2014/main" id="{C6C7A0C6-4EAC-4FEF-85DD-F06A1AACCCD9}"/>
                    </a:ext>
                  </a:extLst>
                </p:cNvPr>
                <p:cNvCxnSpPr/>
                <p:nvPr/>
              </p:nvCxnSpPr>
              <p:spPr>
                <a:xfrm>
                  <a:off x="4613196"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5" name="Straight Connector 494">
                  <a:extLst>
                    <a:ext uri="{FF2B5EF4-FFF2-40B4-BE49-F238E27FC236}">
                      <a16:creationId xmlns:a16="http://schemas.microsoft.com/office/drawing/2014/main" id="{BC387629-3884-4ADF-98D9-B40527E1A937}"/>
                    </a:ext>
                  </a:extLst>
                </p:cNvPr>
                <p:cNvCxnSpPr/>
                <p:nvPr/>
              </p:nvCxnSpPr>
              <p:spPr>
                <a:xfrm>
                  <a:off x="5601738"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6" name="Straight Connector 495">
                  <a:extLst>
                    <a:ext uri="{FF2B5EF4-FFF2-40B4-BE49-F238E27FC236}">
                      <a16:creationId xmlns:a16="http://schemas.microsoft.com/office/drawing/2014/main" id="{DC1FB6E3-5983-42E2-B487-B2A550667A58}"/>
                    </a:ext>
                  </a:extLst>
                </p:cNvPr>
                <p:cNvCxnSpPr/>
                <p:nvPr/>
              </p:nvCxnSpPr>
              <p:spPr>
                <a:xfrm>
                  <a:off x="5272224"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7" name="Straight Connector 496">
                  <a:extLst>
                    <a:ext uri="{FF2B5EF4-FFF2-40B4-BE49-F238E27FC236}">
                      <a16:creationId xmlns:a16="http://schemas.microsoft.com/office/drawing/2014/main" id="{BE47B01B-846E-438F-95BE-84D5D1A6988B}"/>
                    </a:ext>
                  </a:extLst>
                </p:cNvPr>
                <p:cNvCxnSpPr/>
                <p:nvPr/>
              </p:nvCxnSpPr>
              <p:spPr>
                <a:xfrm>
                  <a:off x="6260766"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8" name="Straight Connector 497">
                  <a:extLst>
                    <a:ext uri="{FF2B5EF4-FFF2-40B4-BE49-F238E27FC236}">
                      <a16:creationId xmlns:a16="http://schemas.microsoft.com/office/drawing/2014/main" id="{DAAA516D-477A-4244-8BF2-30CB948742FB}"/>
                    </a:ext>
                  </a:extLst>
                </p:cNvPr>
                <p:cNvCxnSpPr/>
                <p:nvPr/>
              </p:nvCxnSpPr>
              <p:spPr>
                <a:xfrm>
                  <a:off x="5931252"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9" name="Straight Connector 498">
                  <a:extLst>
                    <a:ext uri="{FF2B5EF4-FFF2-40B4-BE49-F238E27FC236}">
                      <a16:creationId xmlns:a16="http://schemas.microsoft.com/office/drawing/2014/main" id="{1B7D312D-F4D1-4D37-9DD6-637968C596A3}"/>
                    </a:ext>
                  </a:extLst>
                </p:cNvPr>
                <p:cNvCxnSpPr/>
                <p:nvPr/>
              </p:nvCxnSpPr>
              <p:spPr>
                <a:xfrm>
                  <a:off x="6919794"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0" name="Straight Connector 499">
                  <a:extLst>
                    <a:ext uri="{FF2B5EF4-FFF2-40B4-BE49-F238E27FC236}">
                      <a16:creationId xmlns:a16="http://schemas.microsoft.com/office/drawing/2014/main" id="{F0831B2C-01F0-4C7A-BA32-9CB020598BF8}"/>
                    </a:ext>
                  </a:extLst>
                </p:cNvPr>
                <p:cNvCxnSpPr/>
                <p:nvPr/>
              </p:nvCxnSpPr>
              <p:spPr>
                <a:xfrm>
                  <a:off x="6590280"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1" name="Straight Connector 500">
                  <a:extLst>
                    <a:ext uri="{FF2B5EF4-FFF2-40B4-BE49-F238E27FC236}">
                      <a16:creationId xmlns:a16="http://schemas.microsoft.com/office/drawing/2014/main" id="{5FA4CBA0-89DA-4E51-8503-D9D34E32D744}"/>
                    </a:ext>
                  </a:extLst>
                </p:cNvPr>
                <p:cNvCxnSpPr/>
                <p:nvPr/>
              </p:nvCxnSpPr>
              <p:spPr>
                <a:xfrm>
                  <a:off x="7578822"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2" name="Straight Connector 501">
                  <a:extLst>
                    <a:ext uri="{FF2B5EF4-FFF2-40B4-BE49-F238E27FC236}">
                      <a16:creationId xmlns:a16="http://schemas.microsoft.com/office/drawing/2014/main" id="{D24F47CE-2594-44BF-B7AB-D72724CDF156}"/>
                    </a:ext>
                  </a:extLst>
                </p:cNvPr>
                <p:cNvCxnSpPr/>
                <p:nvPr/>
              </p:nvCxnSpPr>
              <p:spPr>
                <a:xfrm>
                  <a:off x="7249308"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3" name="Straight Connector 502">
                  <a:extLst>
                    <a:ext uri="{FF2B5EF4-FFF2-40B4-BE49-F238E27FC236}">
                      <a16:creationId xmlns:a16="http://schemas.microsoft.com/office/drawing/2014/main" id="{988568FF-7259-4F57-B421-DD1BF280A590}"/>
                    </a:ext>
                  </a:extLst>
                </p:cNvPr>
                <p:cNvCxnSpPr/>
                <p:nvPr/>
              </p:nvCxnSpPr>
              <p:spPr>
                <a:xfrm>
                  <a:off x="8237850"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4" name="Straight Connector 503">
                  <a:extLst>
                    <a:ext uri="{FF2B5EF4-FFF2-40B4-BE49-F238E27FC236}">
                      <a16:creationId xmlns:a16="http://schemas.microsoft.com/office/drawing/2014/main" id="{EB6004BB-45E2-44DE-9D6C-1EA1B31F75E8}"/>
                    </a:ext>
                  </a:extLst>
                </p:cNvPr>
                <p:cNvCxnSpPr/>
                <p:nvPr/>
              </p:nvCxnSpPr>
              <p:spPr>
                <a:xfrm>
                  <a:off x="7908336"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5" name="Straight Connector 504">
                  <a:extLst>
                    <a:ext uri="{FF2B5EF4-FFF2-40B4-BE49-F238E27FC236}">
                      <a16:creationId xmlns:a16="http://schemas.microsoft.com/office/drawing/2014/main" id="{8C72E3C8-520C-497F-A4D5-DCF44D12CD80}"/>
                    </a:ext>
                  </a:extLst>
                </p:cNvPr>
                <p:cNvCxnSpPr/>
                <p:nvPr/>
              </p:nvCxnSpPr>
              <p:spPr>
                <a:xfrm>
                  <a:off x="8896878"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6" name="Straight Connector 505">
                  <a:extLst>
                    <a:ext uri="{FF2B5EF4-FFF2-40B4-BE49-F238E27FC236}">
                      <a16:creationId xmlns:a16="http://schemas.microsoft.com/office/drawing/2014/main" id="{7B720938-127D-49F5-97AF-562D32A74600}"/>
                    </a:ext>
                  </a:extLst>
                </p:cNvPr>
                <p:cNvCxnSpPr/>
                <p:nvPr/>
              </p:nvCxnSpPr>
              <p:spPr>
                <a:xfrm>
                  <a:off x="8567364"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7" name="Straight Connector 506">
                  <a:extLst>
                    <a:ext uri="{FF2B5EF4-FFF2-40B4-BE49-F238E27FC236}">
                      <a16:creationId xmlns:a16="http://schemas.microsoft.com/office/drawing/2014/main" id="{852789AE-4FBE-467B-B00B-8D948D856D4C}"/>
                    </a:ext>
                  </a:extLst>
                </p:cNvPr>
                <p:cNvCxnSpPr/>
                <p:nvPr/>
              </p:nvCxnSpPr>
              <p:spPr>
                <a:xfrm>
                  <a:off x="9555906"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8" name="Straight Connector 507">
                  <a:extLst>
                    <a:ext uri="{FF2B5EF4-FFF2-40B4-BE49-F238E27FC236}">
                      <a16:creationId xmlns:a16="http://schemas.microsoft.com/office/drawing/2014/main" id="{FCDC861B-1131-4468-B891-4639874C33C1}"/>
                    </a:ext>
                  </a:extLst>
                </p:cNvPr>
                <p:cNvCxnSpPr/>
                <p:nvPr/>
              </p:nvCxnSpPr>
              <p:spPr>
                <a:xfrm>
                  <a:off x="9226392"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9" name="Straight Connector 508">
                  <a:extLst>
                    <a:ext uri="{FF2B5EF4-FFF2-40B4-BE49-F238E27FC236}">
                      <a16:creationId xmlns:a16="http://schemas.microsoft.com/office/drawing/2014/main" id="{3112DEAC-80A0-4F90-81EC-4D87F645E76D}"/>
                    </a:ext>
                  </a:extLst>
                </p:cNvPr>
                <p:cNvCxnSpPr/>
                <p:nvPr/>
              </p:nvCxnSpPr>
              <p:spPr>
                <a:xfrm>
                  <a:off x="10214934"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10" name="Straight Connector 509">
                  <a:extLst>
                    <a:ext uri="{FF2B5EF4-FFF2-40B4-BE49-F238E27FC236}">
                      <a16:creationId xmlns:a16="http://schemas.microsoft.com/office/drawing/2014/main" id="{8A83F6CC-CFBB-4012-B5AB-3DBB9C000E43}"/>
                    </a:ext>
                  </a:extLst>
                </p:cNvPr>
                <p:cNvCxnSpPr/>
                <p:nvPr/>
              </p:nvCxnSpPr>
              <p:spPr>
                <a:xfrm>
                  <a:off x="9885420"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11" name="Straight Connector 510">
                  <a:extLst>
                    <a:ext uri="{FF2B5EF4-FFF2-40B4-BE49-F238E27FC236}">
                      <a16:creationId xmlns:a16="http://schemas.microsoft.com/office/drawing/2014/main" id="{7086FB9D-BDC7-4EB6-B7F8-9727B0084ACC}"/>
                    </a:ext>
                  </a:extLst>
                </p:cNvPr>
                <p:cNvCxnSpPr/>
                <p:nvPr/>
              </p:nvCxnSpPr>
              <p:spPr>
                <a:xfrm>
                  <a:off x="10873962"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12" name="Straight Connector 511">
                  <a:extLst>
                    <a:ext uri="{FF2B5EF4-FFF2-40B4-BE49-F238E27FC236}">
                      <a16:creationId xmlns:a16="http://schemas.microsoft.com/office/drawing/2014/main" id="{C745221B-E8F8-4CB2-8FCD-AE0FE353C32A}"/>
                    </a:ext>
                  </a:extLst>
                </p:cNvPr>
                <p:cNvCxnSpPr/>
                <p:nvPr/>
              </p:nvCxnSpPr>
              <p:spPr>
                <a:xfrm>
                  <a:off x="10544448"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13" name="Straight Connector 512">
                  <a:extLst>
                    <a:ext uri="{FF2B5EF4-FFF2-40B4-BE49-F238E27FC236}">
                      <a16:creationId xmlns:a16="http://schemas.microsoft.com/office/drawing/2014/main" id="{5094AAE4-01E5-4C6E-81F6-3A5C0DA6FC6A}"/>
                    </a:ext>
                  </a:extLst>
                </p:cNvPr>
                <p:cNvCxnSpPr/>
                <p:nvPr/>
              </p:nvCxnSpPr>
              <p:spPr>
                <a:xfrm>
                  <a:off x="11532990"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14" name="Straight Connector 513">
                  <a:extLst>
                    <a:ext uri="{FF2B5EF4-FFF2-40B4-BE49-F238E27FC236}">
                      <a16:creationId xmlns:a16="http://schemas.microsoft.com/office/drawing/2014/main" id="{F528AFAE-A6AC-4CD7-BDA2-17857F962AB2}"/>
                    </a:ext>
                  </a:extLst>
                </p:cNvPr>
                <p:cNvCxnSpPr/>
                <p:nvPr/>
              </p:nvCxnSpPr>
              <p:spPr>
                <a:xfrm>
                  <a:off x="11203476"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15" name="Straight Connector 514">
                  <a:extLst>
                    <a:ext uri="{FF2B5EF4-FFF2-40B4-BE49-F238E27FC236}">
                      <a16:creationId xmlns:a16="http://schemas.microsoft.com/office/drawing/2014/main" id="{5F6B84C4-9796-4319-B3A5-7807A33D0C19}"/>
                    </a:ext>
                  </a:extLst>
                </p:cNvPr>
                <p:cNvCxnSpPr/>
                <p:nvPr/>
              </p:nvCxnSpPr>
              <p:spPr>
                <a:xfrm>
                  <a:off x="12192017"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16" name="Straight Connector 515">
                  <a:extLst>
                    <a:ext uri="{FF2B5EF4-FFF2-40B4-BE49-F238E27FC236}">
                      <a16:creationId xmlns:a16="http://schemas.microsoft.com/office/drawing/2014/main" id="{14BC46D6-8B78-452A-85E9-056E038007FC}"/>
                    </a:ext>
                  </a:extLst>
                </p:cNvPr>
                <p:cNvCxnSpPr/>
                <p:nvPr/>
              </p:nvCxnSpPr>
              <p:spPr>
                <a:xfrm>
                  <a:off x="11862504"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grpSp>
          <p:grpSp>
            <p:nvGrpSpPr>
              <p:cNvPr id="456" name="Group 455">
                <a:extLst>
                  <a:ext uri="{FF2B5EF4-FFF2-40B4-BE49-F238E27FC236}">
                    <a16:creationId xmlns:a16="http://schemas.microsoft.com/office/drawing/2014/main" id="{227661DF-0032-42D4-848A-1DF956BA62EE}"/>
                  </a:ext>
                </a:extLst>
              </p:cNvPr>
              <p:cNvGrpSpPr/>
              <p:nvPr/>
            </p:nvGrpSpPr>
            <p:grpSpPr>
              <a:xfrm>
                <a:off x="-1" y="0"/>
                <a:ext cx="12191993" cy="6857991"/>
                <a:chOff x="0" y="0"/>
                <a:chExt cx="290286" cy="6857991"/>
              </a:xfrm>
            </p:grpSpPr>
            <p:cxnSp>
              <p:nvCxnSpPr>
                <p:cNvPr id="457" name="Straight Connector 456">
                  <a:extLst>
                    <a:ext uri="{FF2B5EF4-FFF2-40B4-BE49-F238E27FC236}">
                      <a16:creationId xmlns:a16="http://schemas.microsoft.com/office/drawing/2014/main" id="{A8B104F2-1FE8-4D63-B92B-36A1B724A029}"/>
                    </a:ext>
                  </a:extLst>
                </p:cNvPr>
                <p:cNvCxnSpPr/>
                <p:nvPr/>
              </p:nvCxnSpPr>
              <p:spPr>
                <a:xfrm>
                  <a:off x="0" y="326571"/>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58" name="Straight Connector 457">
                  <a:extLst>
                    <a:ext uri="{FF2B5EF4-FFF2-40B4-BE49-F238E27FC236}">
                      <a16:creationId xmlns:a16="http://schemas.microsoft.com/office/drawing/2014/main" id="{DE01FDE6-42EE-47DE-A4B5-3566FC6E0209}"/>
                    </a:ext>
                  </a:extLst>
                </p:cNvPr>
                <p:cNvCxnSpPr/>
                <p:nvPr/>
              </p:nvCxnSpPr>
              <p:spPr>
                <a:xfrm>
                  <a:off x="0" y="0"/>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59" name="Straight Connector 458">
                  <a:extLst>
                    <a:ext uri="{FF2B5EF4-FFF2-40B4-BE49-F238E27FC236}">
                      <a16:creationId xmlns:a16="http://schemas.microsoft.com/office/drawing/2014/main" id="{8E20FD14-D0FA-43AC-95DB-3150872E1F31}"/>
                    </a:ext>
                  </a:extLst>
                </p:cNvPr>
                <p:cNvCxnSpPr/>
                <p:nvPr/>
              </p:nvCxnSpPr>
              <p:spPr>
                <a:xfrm>
                  <a:off x="0" y="979713"/>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0" name="Straight Connector 459">
                  <a:extLst>
                    <a:ext uri="{FF2B5EF4-FFF2-40B4-BE49-F238E27FC236}">
                      <a16:creationId xmlns:a16="http://schemas.microsoft.com/office/drawing/2014/main" id="{028DF3B0-4034-45B4-A3E1-B0B55513AF6F}"/>
                    </a:ext>
                  </a:extLst>
                </p:cNvPr>
                <p:cNvCxnSpPr/>
                <p:nvPr/>
              </p:nvCxnSpPr>
              <p:spPr>
                <a:xfrm>
                  <a:off x="0" y="653142"/>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1" name="Straight Connector 460">
                  <a:extLst>
                    <a:ext uri="{FF2B5EF4-FFF2-40B4-BE49-F238E27FC236}">
                      <a16:creationId xmlns:a16="http://schemas.microsoft.com/office/drawing/2014/main" id="{7C67B68B-36B6-46CB-AF56-B2B821C00FAF}"/>
                    </a:ext>
                  </a:extLst>
                </p:cNvPr>
                <p:cNvCxnSpPr/>
                <p:nvPr/>
              </p:nvCxnSpPr>
              <p:spPr>
                <a:xfrm>
                  <a:off x="0" y="1632855"/>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2" name="Straight Connector 461">
                  <a:extLst>
                    <a:ext uri="{FF2B5EF4-FFF2-40B4-BE49-F238E27FC236}">
                      <a16:creationId xmlns:a16="http://schemas.microsoft.com/office/drawing/2014/main" id="{DE60AE33-3E26-48DF-B7AD-4C1629648BD3}"/>
                    </a:ext>
                  </a:extLst>
                </p:cNvPr>
                <p:cNvCxnSpPr/>
                <p:nvPr/>
              </p:nvCxnSpPr>
              <p:spPr>
                <a:xfrm>
                  <a:off x="0" y="1306284"/>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3" name="Straight Connector 462">
                  <a:extLst>
                    <a:ext uri="{FF2B5EF4-FFF2-40B4-BE49-F238E27FC236}">
                      <a16:creationId xmlns:a16="http://schemas.microsoft.com/office/drawing/2014/main" id="{49230077-BD1C-4346-9269-CE1185B4EC60}"/>
                    </a:ext>
                  </a:extLst>
                </p:cNvPr>
                <p:cNvCxnSpPr/>
                <p:nvPr/>
              </p:nvCxnSpPr>
              <p:spPr>
                <a:xfrm>
                  <a:off x="0" y="2285997"/>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4" name="Straight Connector 463">
                  <a:extLst>
                    <a:ext uri="{FF2B5EF4-FFF2-40B4-BE49-F238E27FC236}">
                      <a16:creationId xmlns:a16="http://schemas.microsoft.com/office/drawing/2014/main" id="{03416EBD-0E45-458C-9475-D1F38956C958}"/>
                    </a:ext>
                  </a:extLst>
                </p:cNvPr>
                <p:cNvCxnSpPr/>
                <p:nvPr/>
              </p:nvCxnSpPr>
              <p:spPr>
                <a:xfrm>
                  <a:off x="0" y="1959426"/>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5" name="Straight Connector 464">
                  <a:extLst>
                    <a:ext uri="{FF2B5EF4-FFF2-40B4-BE49-F238E27FC236}">
                      <a16:creationId xmlns:a16="http://schemas.microsoft.com/office/drawing/2014/main" id="{AD9E3C15-C229-48BA-83EF-B53E947B4C17}"/>
                    </a:ext>
                  </a:extLst>
                </p:cNvPr>
                <p:cNvCxnSpPr/>
                <p:nvPr/>
              </p:nvCxnSpPr>
              <p:spPr>
                <a:xfrm>
                  <a:off x="0" y="2939139"/>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6" name="Straight Connector 465">
                  <a:extLst>
                    <a:ext uri="{FF2B5EF4-FFF2-40B4-BE49-F238E27FC236}">
                      <a16:creationId xmlns:a16="http://schemas.microsoft.com/office/drawing/2014/main" id="{7108ABE6-2564-47F9-80A8-9647EEAB9EE3}"/>
                    </a:ext>
                  </a:extLst>
                </p:cNvPr>
                <p:cNvCxnSpPr/>
                <p:nvPr/>
              </p:nvCxnSpPr>
              <p:spPr>
                <a:xfrm>
                  <a:off x="0" y="2612568"/>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7" name="Straight Connector 466">
                  <a:extLst>
                    <a:ext uri="{FF2B5EF4-FFF2-40B4-BE49-F238E27FC236}">
                      <a16:creationId xmlns:a16="http://schemas.microsoft.com/office/drawing/2014/main" id="{31F5B969-81B8-4151-AA30-AB80C3D57C89}"/>
                    </a:ext>
                  </a:extLst>
                </p:cNvPr>
                <p:cNvCxnSpPr/>
                <p:nvPr/>
              </p:nvCxnSpPr>
              <p:spPr>
                <a:xfrm>
                  <a:off x="0" y="3592281"/>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8" name="Straight Connector 467">
                  <a:extLst>
                    <a:ext uri="{FF2B5EF4-FFF2-40B4-BE49-F238E27FC236}">
                      <a16:creationId xmlns:a16="http://schemas.microsoft.com/office/drawing/2014/main" id="{D0AC87BF-14F2-4A12-9B7F-08750A4DDC11}"/>
                    </a:ext>
                  </a:extLst>
                </p:cNvPr>
                <p:cNvCxnSpPr/>
                <p:nvPr/>
              </p:nvCxnSpPr>
              <p:spPr>
                <a:xfrm>
                  <a:off x="0" y="3265710"/>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9" name="Straight Connector 468">
                  <a:extLst>
                    <a:ext uri="{FF2B5EF4-FFF2-40B4-BE49-F238E27FC236}">
                      <a16:creationId xmlns:a16="http://schemas.microsoft.com/office/drawing/2014/main" id="{63C86CDC-0953-42F0-8DF7-1B70CE60A563}"/>
                    </a:ext>
                  </a:extLst>
                </p:cNvPr>
                <p:cNvCxnSpPr/>
                <p:nvPr/>
              </p:nvCxnSpPr>
              <p:spPr>
                <a:xfrm>
                  <a:off x="0" y="4245423"/>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0" name="Straight Connector 469">
                  <a:extLst>
                    <a:ext uri="{FF2B5EF4-FFF2-40B4-BE49-F238E27FC236}">
                      <a16:creationId xmlns:a16="http://schemas.microsoft.com/office/drawing/2014/main" id="{BCD5262D-4A74-4B84-84F0-2923CBB4ADC4}"/>
                    </a:ext>
                  </a:extLst>
                </p:cNvPr>
                <p:cNvCxnSpPr/>
                <p:nvPr/>
              </p:nvCxnSpPr>
              <p:spPr>
                <a:xfrm>
                  <a:off x="0" y="3918852"/>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1" name="Straight Connector 470">
                  <a:extLst>
                    <a:ext uri="{FF2B5EF4-FFF2-40B4-BE49-F238E27FC236}">
                      <a16:creationId xmlns:a16="http://schemas.microsoft.com/office/drawing/2014/main" id="{E2397635-6E7F-42E1-9838-F7A4B2562AC5}"/>
                    </a:ext>
                  </a:extLst>
                </p:cNvPr>
                <p:cNvCxnSpPr/>
                <p:nvPr/>
              </p:nvCxnSpPr>
              <p:spPr>
                <a:xfrm>
                  <a:off x="0" y="4898565"/>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2" name="Straight Connector 471">
                  <a:extLst>
                    <a:ext uri="{FF2B5EF4-FFF2-40B4-BE49-F238E27FC236}">
                      <a16:creationId xmlns:a16="http://schemas.microsoft.com/office/drawing/2014/main" id="{C725B471-3E31-4D81-AD68-871863B5FFF8}"/>
                    </a:ext>
                  </a:extLst>
                </p:cNvPr>
                <p:cNvCxnSpPr/>
                <p:nvPr/>
              </p:nvCxnSpPr>
              <p:spPr>
                <a:xfrm>
                  <a:off x="0" y="4571994"/>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3" name="Straight Connector 472">
                  <a:extLst>
                    <a:ext uri="{FF2B5EF4-FFF2-40B4-BE49-F238E27FC236}">
                      <a16:creationId xmlns:a16="http://schemas.microsoft.com/office/drawing/2014/main" id="{4A732D9C-81BE-41A0-9553-5A9BAC5D4997}"/>
                    </a:ext>
                  </a:extLst>
                </p:cNvPr>
                <p:cNvCxnSpPr/>
                <p:nvPr/>
              </p:nvCxnSpPr>
              <p:spPr>
                <a:xfrm>
                  <a:off x="0" y="5551707"/>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4" name="Straight Connector 473">
                  <a:extLst>
                    <a:ext uri="{FF2B5EF4-FFF2-40B4-BE49-F238E27FC236}">
                      <a16:creationId xmlns:a16="http://schemas.microsoft.com/office/drawing/2014/main" id="{449D03A4-8841-4AB5-ACF6-D4CCD93B40CA}"/>
                    </a:ext>
                  </a:extLst>
                </p:cNvPr>
                <p:cNvCxnSpPr/>
                <p:nvPr/>
              </p:nvCxnSpPr>
              <p:spPr>
                <a:xfrm>
                  <a:off x="0" y="5225136"/>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5" name="Straight Connector 474">
                  <a:extLst>
                    <a:ext uri="{FF2B5EF4-FFF2-40B4-BE49-F238E27FC236}">
                      <a16:creationId xmlns:a16="http://schemas.microsoft.com/office/drawing/2014/main" id="{3C358C4E-BEE4-438F-A5A7-D41B9CEC66DF}"/>
                    </a:ext>
                  </a:extLst>
                </p:cNvPr>
                <p:cNvCxnSpPr/>
                <p:nvPr/>
              </p:nvCxnSpPr>
              <p:spPr>
                <a:xfrm>
                  <a:off x="0" y="6204849"/>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6" name="Straight Connector 475">
                  <a:extLst>
                    <a:ext uri="{FF2B5EF4-FFF2-40B4-BE49-F238E27FC236}">
                      <a16:creationId xmlns:a16="http://schemas.microsoft.com/office/drawing/2014/main" id="{D39A6CFE-5C25-41AE-9585-4B6B3A882D6C}"/>
                    </a:ext>
                  </a:extLst>
                </p:cNvPr>
                <p:cNvCxnSpPr/>
                <p:nvPr/>
              </p:nvCxnSpPr>
              <p:spPr>
                <a:xfrm>
                  <a:off x="0" y="5878278"/>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7" name="Straight Connector 476">
                  <a:extLst>
                    <a:ext uri="{FF2B5EF4-FFF2-40B4-BE49-F238E27FC236}">
                      <a16:creationId xmlns:a16="http://schemas.microsoft.com/office/drawing/2014/main" id="{0A11B869-E168-4FCB-8D8E-CAD61A31502C}"/>
                    </a:ext>
                  </a:extLst>
                </p:cNvPr>
                <p:cNvCxnSpPr/>
                <p:nvPr/>
              </p:nvCxnSpPr>
              <p:spPr>
                <a:xfrm>
                  <a:off x="0" y="6857991"/>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8" name="Straight Connector 477">
                  <a:extLst>
                    <a:ext uri="{FF2B5EF4-FFF2-40B4-BE49-F238E27FC236}">
                      <a16:creationId xmlns:a16="http://schemas.microsoft.com/office/drawing/2014/main" id="{637D3411-FEB4-42A4-A4E6-53C82CAF12C1}"/>
                    </a:ext>
                  </a:extLst>
                </p:cNvPr>
                <p:cNvCxnSpPr/>
                <p:nvPr/>
              </p:nvCxnSpPr>
              <p:spPr>
                <a:xfrm>
                  <a:off x="0" y="6531420"/>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grpSp>
        </p:grpSp>
        <p:grpSp>
          <p:nvGrpSpPr>
            <p:cNvPr id="397" name="Group 396">
              <a:extLst>
                <a:ext uri="{FF2B5EF4-FFF2-40B4-BE49-F238E27FC236}">
                  <a16:creationId xmlns:a16="http://schemas.microsoft.com/office/drawing/2014/main" id="{F5F0C4C6-AF74-44DA-9406-3E7AED384149}"/>
                </a:ext>
              </a:extLst>
            </p:cNvPr>
            <p:cNvGrpSpPr/>
            <p:nvPr/>
          </p:nvGrpSpPr>
          <p:grpSpPr>
            <a:xfrm>
              <a:off x="481914" y="478968"/>
              <a:ext cx="11532990" cy="5878800"/>
              <a:chOff x="329514" y="326568"/>
              <a:chExt cx="11532990" cy="5878800"/>
            </a:xfrm>
          </p:grpSpPr>
          <p:grpSp>
            <p:nvGrpSpPr>
              <p:cNvPr id="398" name="Group 397">
                <a:extLst>
                  <a:ext uri="{FF2B5EF4-FFF2-40B4-BE49-F238E27FC236}">
                    <a16:creationId xmlns:a16="http://schemas.microsoft.com/office/drawing/2014/main" id="{959629C5-B76B-49DB-8665-BCCF0700AEA9}"/>
                  </a:ext>
                </a:extLst>
              </p:cNvPr>
              <p:cNvGrpSpPr/>
              <p:nvPr/>
            </p:nvGrpSpPr>
            <p:grpSpPr>
              <a:xfrm>
                <a:off x="329514" y="326568"/>
                <a:ext cx="11532990" cy="5878800"/>
                <a:chOff x="329514" y="7659249"/>
                <a:chExt cx="11532990" cy="290284"/>
              </a:xfrm>
            </p:grpSpPr>
            <p:cxnSp>
              <p:nvCxnSpPr>
                <p:cNvPr id="419" name="Straight Connector 418">
                  <a:extLst>
                    <a:ext uri="{FF2B5EF4-FFF2-40B4-BE49-F238E27FC236}">
                      <a16:creationId xmlns:a16="http://schemas.microsoft.com/office/drawing/2014/main" id="{02A9E9C8-12EF-4FD8-B59F-AD9AFA41F250}"/>
                    </a:ext>
                  </a:extLst>
                </p:cNvPr>
                <p:cNvCxnSpPr/>
                <p:nvPr/>
              </p:nvCxnSpPr>
              <p:spPr>
                <a:xfrm>
                  <a:off x="329514"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0" name="Straight Connector 419">
                  <a:extLst>
                    <a:ext uri="{FF2B5EF4-FFF2-40B4-BE49-F238E27FC236}">
                      <a16:creationId xmlns:a16="http://schemas.microsoft.com/office/drawing/2014/main" id="{89F3C64C-E468-4B31-B0E8-E457A553D7FF}"/>
                    </a:ext>
                  </a:extLst>
                </p:cNvPr>
                <p:cNvCxnSpPr/>
                <p:nvPr/>
              </p:nvCxnSpPr>
              <p:spPr>
                <a:xfrm>
                  <a:off x="988542"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1" name="Straight Connector 420">
                  <a:extLst>
                    <a:ext uri="{FF2B5EF4-FFF2-40B4-BE49-F238E27FC236}">
                      <a16:creationId xmlns:a16="http://schemas.microsoft.com/office/drawing/2014/main" id="{8D3063DD-D920-4264-AC88-BA167696829E}"/>
                    </a:ext>
                  </a:extLst>
                </p:cNvPr>
                <p:cNvCxnSpPr/>
                <p:nvPr/>
              </p:nvCxnSpPr>
              <p:spPr>
                <a:xfrm>
                  <a:off x="659028"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2" name="Straight Connector 421">
                  <a:extLst>
                    <a:ext uri="{FF2B5EF4-FFF2-40B4-BE49-F238E27FC236}">
                      <a16:creationId xmlns:a16="http://schemas.microsoft.com/office/drawing/2014/main" id="{D4D63840-5FEB-44F8-8D70-127D1369FFA3}"/>
                    </a:ext>
                  </a:extLst>
                </p:cNvPr>
                <p:cNvCxnSpPr/>
                <p:nvPr/>
              </p:nvCxnSpPr>
              <p:spPr>
                <a:xfrm>
                  <a:off x="1647570"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3" name="Straight Connector 422">
                  <a:extLst>
                    <a:ext uri="{FF2B5EF4-FFF2-40B4-BE49-F238E27FC236}">
                      <a16:creationId xmlns:a16="http://schemas.microsoft.com/office/drawing/2014/main" id="{0CBB9098-BD71-4673-A661-673C0DF5AA6F}"/>
                    </a:ext>
                  </a:extLst>
                </p:cNvPr>
                <p:cNvCxnSpPr/>
                <p:nvPr/>
              </p:nvCxnSpPr>
              <p:spPr>
                <a:xfrm>
                  <a:off x="1318056"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4" name="Straight Connector 423">
                  <a:extLst>
                    <a:ext uri="{FF2B5EF4-FFF2-40B4-BE49-F238E27FC236}">
                      <a16:creationId xmlns:a16="http://schemas.microsoft.com/office/drawing/2014/main" id="{AE6C7DA8-1FA1-44CA-BBB0-7D6022833D6E}"/>
                    </a:ext>
                  </a:extLst>
                </p:cNvPr>
                <p:cNvCxnSpPr/>
                <p:nvPr/>
              </p:nvCxnSpPr>
              <p:spPr>
                <a:xfrm>
                  <a:off x="2306598"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5" name="Straight Connector 424">
                  <a:extLst>
                    <a:ext uri="{FF2B5EF4-FFF2-40B4-BE49-F238E27FC236}">
                      <a16:creationId xmlns:a16="http://schemas.microsoft.com/office/drawing/2014/main" id="{BFC41C42-B367-483A-85C2-C14AD27777F4}"/>
                    </a:ext>
                  </a:extLst>
                </p:cNvPr>
                <p:cNvCxnSpPr/>
                <p:nvPr/>
              </p:nvCxnSpPr>
              <p:spPr>
                <a:xfrm>
                  <a:off x="1977084"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6" name="Straight Connector 425">
                  <a:extLst>
                    <a:ext uri="{FF2B5EF4-FFF2-40B4-BE49-F238E27FC236}">
                      <a16:creationId xmlns:a16="http://schemas.microsoft.com/office/drawing/2014/main" id="{358DD47D-7968-4930-92AC-399D6F78B6DE}"/>
                    </a:ext>
                  </a:extLst>
                </p:cNvPr>
                <p:cNvCxnSpPr/>
                <p:nvPr/>
              </p:nvCxnSpPr>
              <p:spPr>
                <a:xfrm>
                  <a:off x="2965626"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7" name="Straight Connector 426">
                  <a:extLst>
                    <a:ext uri="{FF2B5EF4-FFF2-40B4-BE49-F238E27FC236}">
                      <a16:creationId xmlns:a16="http://schemas.microsoft.com/office/drawing/2014/main" id="{6535C280-03E8-4C3A-AD39-C8114747A35F}"/>
                    </a:ext>
                  </a:extLst>
                </p:cNvPr>
                <p:cNvCxnSpPr/>
                <p:nvPr/>
              </p:nvCxnSpPr>
              <p:spPr>
                <a:xfrm>
                  <a:off x="2636112"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8" name="Straight Connector 427">
                  <a:extLst>
                    <a:ext uri="{FF2B5EF4-FFF2-40B4-BE49-F238E27FC236}">
                      <a16:creationId xmlns:a16="http://schemas.microsoft.com/office/drawing/2014/main" id="{8D3D78D7-5C2E-4798-A67C-C267B0B1D939}"/>
                    </a:ext>
                  </a:extLst>
                </p:cNvPr>
                <p:cNvCxnSpPr/>
                <p:nvPr/>
              </p:nvCxnSpPr>
              <p:spPr>
                <a:xfrm>
                  <a:off x="3624654"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9" name="Straight Connector 428">
                  <a:extLst>
                    <a:ext uri="{FF2B5EF4-FFF2-40B4-BE49-F238E27FC236}">
                      <a16:creationId xmlns:a16="http://schemas.microsoft.com/office/drawing/2014/main" id="{963B44B9-A70E-4BE5-9E17-9770183E6124}"/>
                    </a:ext>
                  </a:extLst>
                </p:cNvPr>
                <p:cNvCxnSpPr/>
                <p:nvPr/>
              </p:nvCxnSpPr>
              <p:spPr>
                <a:xfrm>
                  <a:off x="3295140"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0" name="Straight Connector 429">
                  <a:extLst>
                    <a:ext uri="{FF2B5EF4-FFF2-40B4-BE49-F238E27FC236}">
                      <a16:creationId xmlns:a16="http://schemas.microsoft.com/office/drawing/2014/main" id="{68EDB83C-0A75-4145-B5C0-C0E3F8789DFC}"/>
                    </a:ext>
                  </a:extLst>
                </p:cNvPr>
                <p:cNvCxnSpPr/>
                <p:nvPr/>
              </p:nvCxnSpPr>
              <p:spPr>
                <a:xfrm>
                  <a:off x="4283682"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1" name="Straight Connector 430">
                  <a:extLst>
                    <a:ext uri="{FF2B5EF4-FFF2-40B4-BE49-F238E27FC236}">
                      <a16:creationId xmlns:a16="http://schemas.microsoft.com/office/drawing/2014/main" id="{BBCC3B8A-B34D-4E0B-8347-DD64E2A84B3A}"/>
                    </a:ext>
                  </a:extLst>
                </p:cNvPr>
                <p:cNvCxnSpPr/>
                <p:nvPr/>
              </p:nvCxnSpPr>
              <p:spPr>
                <a:xfrm>
                  <a:off x="3954168"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2" name="Straight Connector 431">
                  <a:extLst>
                    <a:ext uri="{FF2B5EF4-FFF2-40B4-BE49-F238E27FC236}">
                      <a16:creationId xmlns:a16="http://schemas.microsoft.com/office/drawing/2014/main" id="{AAF00C96-4D66-4B1A-84AC-695270EC1949}"/>
                    </a:ext>
                  </a:extLst>
                </p:cNvPr>
                <p:cNvCxnSpPr/>
                <p:nvPr/>
              </p:nvCxnSpPr>
              <p:spPr>
                <a:xfrm>
                  <a:off x="4942710"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3" name="Straight Connector 432">
                  <a:extLst>
                    <a:ext uri="{FF2B5EF4-FFF2-40B4-BE49-F238E27FC236}">
                      <a16:creationId xmlns:a16="http://schemas.microsoft.com/office/drawing/2014/main" id="{68119A2B-33F4-4F0D-829E-3830B2AA19B4}"/>
                    </a:ext>
                  </a:extLst>
                </p:cNvPr>
                <p:cNvCxnSpPr/>
                <p:nvPr/>
              </p:nvCxnSpPr>
              <p:spPr>
                <a:xfrm>
                  <a:off x="4613196"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4" name="Straight Connector 433">
                  <a:extLst>
                    <a:ext uri="{FF2B5EF4-FFF2-40B4-BE49-F238E27FC236}">
                      <a16:creationId xmlns:a16="http://schemas.microsoft.com/office/drawing/2014/main" id="{BE044DB2-3DB7-4CAC-9CFD-9EB229E8EEFA}"/>
                    </a:ext>
                  </a:extLst>
                </p:cNvPr>
                <p:cNvCxnSpPr/>
                <p:nvPr/>
              </p:nvCxnSpPr>
              <p:spPr>
                <a:xfrm>
                  <a:off x="5601738"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5" name="Straight Connector 434">
                  <a:extLst>
                    <a:ext uri="{FF2B5EF4-FFF2-40B4-BE49-F238E27FC236}">
                      <a16:creationId xmlns:a16="http://schemas.microsoft.com/office/drawing/2014/main" id="{1662EB9E-F6CC-4767-B511-446BFF3310A5}"/>
                    </a:ext>
                  </a:extLst>
                </p:cNvPr>
                <p:cNvCxnSpPr/>
                <p:nvPr/>
              </p:nvCxnSpPr>
              <p:spPr>
                <a:xfrm>
                  <a:off x="5272224"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6" name="Straight Connector 435">
                  <a:extLst>
                    <a:ext uri="{FF2B5EF4-FFF2-40B4-BE49-F238E27FC236}">
                      <a16:creationId xmlns:a16="http://schemas.microsoft.com/office/drawing/2014/main" id="{712FC8C6-80C9-42C3-8597-F06F99307F77}"/>
                    </a:ext>
                  </a:extLst>
                </p:cNvPr>
                <p:cNvCxnSpPr/>
                <p:nvPr/>
              </p:nvCxnSpPr>
              <p:spPr>
                <a:xfrm>
                  <a:off x="6260766"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7" name="Straight Connector 436">
                  <a:extLst>
                    <a:ext uri="{FF2B5EF4-FFF2-40B4-BE49-F238E27FC236}">
                      <a16:creationId xmlns:a16="http://schemas.microsoft.com/office/drawing/2014/main" id="{F0B16139-98C1-4AC9-881B-46A24931F232}"/>
                    </a:ext>
                  </a:extLst>
                </p:cNvPr>
                <p:cNvCxnSpPr/>
                <p:nvPr/>
              </p:nvCxnSpPr>
              <p:spPr>
                <a:xfrm>
                  <a:off x="5931252"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8" name="Straight Connector 437">
                  <a:extLst>
                    <a:ext uri="{FF2B5EF4-FFF2-40B4-BE49-F238E27FC236}">
                      <a16:creationId xmlns:a16="http://schemas.microsoft.com/office/drawing/2014/main" id="{DBE2C112-6430-4C7E-A8E2-C78E2AB2EA12}"/>
                    </a:ext>
                  </a:extLst>
                </p:cNvPr>
                <p:cNvCxnSpPr/>
                <p:nvPr/>
              </p:nvCxnSpPr>
              <p:spPr>
                <a:xfrm>
                  <a:off x="6919794"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9" name="Straight Connector 438">
                  <a:extLst>
                    <a:ext uri="{FF2B5EF4-FFF2-40B4-BE49-F238E27FC236}">
                      <a16:creationId xmlns:a16="http://schemas.microsoft.com/office/drawing/2014/main" id="{726957DF-47ED-4D65-8800-F085ACCFE1FD}"/>
                    </a:ext>
                  </a:extLst>
                </p:cNvPr>
                <p:cNvCxnSpPr/>
                <p:nvPr/>
              </p:nvCxnSpPr>
              <p:spPr>
                <a:xfrm>
                  <a:off x="6590280"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0" name="Straight Connector 439">
                  <a:extLst>
                    <a:ext uri="{FF2B5EF4-FFF2-40B4-BE49-F238E27FC236}">
                      <a16:creationId xmlns:a16="http://schemas.microsoft.com/office/drawing/2014/main" id="{9F196261-542D-486A-9DF7-3BDA9086CB5E}"/>
                    </a:ext>
                  </a:extLst>
                </p:cNvPr>
                <p:cNvCxnSpPr/>
                <p:nvPr/>
              </p:nvCxnSpPr>
              <p:spPr>
                <a:xfrm>
                  <a:off x="7578822"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1" name="Straight Connector 440">
                  <a:extLst>
                    <a:ext uri="{FF2B5EF4-FFF2-40B4-BE49-F238E27FC236}">
                      <a16:creationId xmlns:a16="http://schemas.microsoft.com/office/drawing/2014/main" id="{36C706F6-7F4F-430A-90EC-C0DC7DCE228B}"/>
                    </a:ext>
                  </a:extLst>
                </p:cNvPr>
                <p:cNvCxnSpPr/>
                <p:nvPr/>
              </p:nvCxnSpPr>
              <p:spPr>
                <a:xfrm>
                  <a:off x="7249308"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2" name="Straight Connector 441">
                  <a:extLst>
                    <a:ext uri="{FF2B5EF4-FFF2-40B4-BE49-F238E27FC236}">
                      <a16:creationId xmlns:a16="http://schemas.microsoft.com/office/drawing/2014/main" id="{68683E7A-6DE0-456C-A371-DE6E051982F6}"/>
                    </a:ext>
                  </a:extLst>
                </p:cNvPr>
                <p:cNvCxnSpPr/>
                <p:nvPr/>
              </p:nvCxnSpPr>
              <p:spPr>
                <a:xfrm>
                  <a:off x="8237850"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3" name="Straight Connector 442">
                  <a:extLst>
                    <a:ext uri="{FF2B5EF4-FFF2-40B4-BE49-F238E27FC236}">
                      <a16:creationId xmlns:a16="http://schemas.microsoft.com/office/drawing/2014/main" id="{16C0EFE9-00B1-4B1E-B245-DCA3630F08EF}"/>
                    </a:ext>
                  </a:extLst>
                </p:cNvPr>
                <p:cNvCxnSpPr/>
                <p:nvPr/>
              </p:nvCxnSpPr>
              <p:spPr>
                <a:xfrm>
                  <a:off x="7908336"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4" name="Straight Connector 443">
                  <a:extLst>
                    <a:ext uri="{FF2B5EF4-FFF2-40B4-BE49-F238E27FC236}">
                      <a16:creationId xmlns:a16="http://schemas.microsoft.com/office/drawing/2014/main" id="{B9E321CF-F559-4D9F-A3B4-515E0F43B7A6}"/>
                    </a:ext>
                  </a:extLst>
                </p:cNvPr>
                <p:cNvCxnSpPr/>
                <p:nvPr/>
              </p:nvCxnSpPr>
              <p:spPr>
                <a:xfrm>
                  <a:off x="8896878"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5" name="Straight Connector 444">
                  <a:extLst>
                    <a:ext uri="{FF2B5EF4-FFF2-40B4-BE49-F238E27FC236}">
                      <a16:creationId xmlns:a16="http://schemas.microsoft.com/office/drawing/2014/main" id="{DA046096-6B41-4E77-B4B0-62D292EB04F7}"/>
                    </a:ext>
                  </a:extLst>
                </p:cNvPr>
                <p:cNvCxnSpPr/>
                <p:nvPr/>
              </p:nvCxnSpPr>
              <p:spPr>
                <a:xfrm>
                  <a:off x="8567364"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6" name="Straight Connector 445">
                  <a:extLst>
                    <a:ext uri="{FF2B5EF4-FFF2-40B4-BE49-F238E27FC236}">
                      <a16:creationId xmlns:a16="http://schemas.microsoft.com/office/drawing/2014/main" id="{C91DBEC2-AD48-44B7-99C8-BC05A0CFA508}"/>
                    </a:ext>
                  </a:extLst>
                </p:cNvPr>
                <p:cNvCxnSpPr/>
                <p:nvPr/>
              </p:nvCxnSpPr>
              <p:spPr>
                <a:xfrm>
                  <a:off x="9555906"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7" name="Straight Connector 446">
                  <a:extLst>
                    <a:ext uri="{FF2B5EF4-FFF2-40B4-BE49-F238E27FC236}">
                      <a16:creationId xmlns:a16="http://schemas.microsoft.com/office/drawing/2014/main" id="{F6249704-D7A1-4294-B54F-533A95218730}"/>
                    </a:ext>
                  </a:extLst>
                </p:cNvPr>
                <p:cNvCxnSpPr/>
                <p:nvPr/>
              </p:nvCxnSpPr>
              <p:spPr>
                <a:xfrm>
                  <a:off x="9226392"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8" name="Straight Connector 447">
                  <a:extLst>
                    <a:ext uri="{FF2B5EF4-FFF2-40B4-BE49-F238E27FC236}">
                      <a16:creationId xmlns:a16="http://schemas.microsoft.com/office/drawing/2014/main" id="{31248934-071C-42C7-B4CE-819AE60C2A10}"/>
                    </a:ext>
                  </a:extLst>
                </p:cNvPr>
                <p:cNvCxnSpPr/>
                <p:nvPr/>
              </p:nvCxnSpPr>
              <p:spPr>
                <a:xfrm>
                  <a:off x="10214934"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9" name="Straight Connector 448">
                  <a:extLst>
                    <a:ext uri="{FF2B5EF4-FFF2-40B4-BE49-F238E27FC236}">
                      <a16:creationId xmlns:a16="http://schemas.microsoft.com/office/drawing/2014/main" id="{0992A428-8766-42AD-A492-CCEF2552BFE8}"/>
                    </a:ext>
                  </a:extLst>
                </p:cNvPr>
                <p:cNvCxnSpPr/>
                <p:nvPr/>
              </p:nvCxnSpPr>
              <p:spPr>
                <a:xfrm>
                  <a:off x="9885420"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50" name="Straight Connector 449">
                  <a:extLst>
                    <a:ext uri="{FF2B5EF4-FFF2-40B4-BE49-F238E27FC236}">
                      <a16:creationId xmlns:a16="http://schemas.microsoft.com/office/drawing/2014/main" id="{A14CF3FB-E5AB-44B9-B5ED-D8A18177C53D}"/>
                    </a:ext>
                  </a:extLst>
                </p:cNvPr>
                <p:cNvCxnSpPr/>
                <p:nvPr/>
              </p:nvCxnSpPr>
              <p:spPr>
                <a:xfrm>
                  <a:off x="10873962"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51" name="Straight Connector 450">
                  <a:extLst>
                    <a:ext uri="{FF2B5EF4-FFF2-40B4-BE49-F238E27FC236}">
                      <a16:creationId xmlns:a16="http://schemas.microsoft.com/office/drawing/2014/main" id="{4DAF4BB5-AE87-4E23-89D7-5217AE443338}"/>
                    </a:ext>
                  </a:extLst>
                </p:cNvPr>
                <p:cNvCxnSpPr/>
                <p:nvPr/>
              </p:nvCxnSpPr>
              <p:spPr>
                <a:xfrm>
                  <a:off x="10544448"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52" name="Straight Connector 451">
                  <a:extLst>
                    <a:ext uri="{FF2B5EF4-FFF2-40B4-BE49-F238E27FC236}">
                      <a16:creationId xmlns:a16="http://schemas.microsoft.com/office/drawing/2014/main" id="{A042475F-8DDF-4B12-89F2-CAE2752D1D86}"/>
                    </a:ext>
                  </a:extLst>
                </p:cNvPr>
                <p:cNvCxnSpPr/>
                <p:nvPr/>
              </p:nvCxnSpPr>
              <p:spPr>
                <a:xfrm>
                  <a:off x="11532990"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53" name="Straight Connector 452">
                  <a:extLst>
                    <a:ext uri="{FF2B5EF4-FFF2-40B4-BE49-F238E27FC236}">
                      <a16:creationId xmlns:a16="http://schemas.microsoft.com/office/drawing/2014/main" id="{F64BE6EB-ED6F-4DBE-9783-C84E6F7865A4}"/>
                    </a:ext>
                  </a:extLst>
                </p:cNvPr>
                <p:cNvCxnSpPr/>
                <p:nvPr/>
              </p:nvCxnSpPr>
              <p:spPr>
                <a:xfrm>
                  <a:off x="11203476"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54" name="Straight Connector 453">
                  <a:extLst>
                    <a:ext uri="{FF2B5EF4-FFF2-40B4-BE49-F238E27FC236}">
                      <a16:creationId xmlns:a16="http://schemas.microsoft.com/office/drawing/2014/main" id="{08B729EE-88A3-48DB-BD13-99712E7729A5}"/>
                    </a:ext>
                  </a:extLst>
                </p:cNvPr>
                <p:cNvCxnSpPr/>
                <p:nvPr/>
              </p:nvCxnSpPr>
              <p:spPr>
                <a:xfrm>
                  <a:off x="11862504"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grpSp>
          <p:grpSp>
            <p:nvGrpSpPr>
              <p:cNvPr id="399" name="Group 398">
                <a:extLst>
                  <a:ext uri="{FF2B5EF4-FFF2-40B4-BE49-F238E27FC236}">
                    <a16:creationId xmlns:a16="http://schemas.microsoft.com/office/drawing/2014/main" id="{65C56642-1A38-44FE-A60F-896552CF671B}"/>
                  </a:ext>
                </a:extLst>
              </p:cNvPr>
              <p:cNvGrpSpPr/>
              <p:nvPr/>
            </p:nvGrpSpPr>
            <p:grpSpPr>
              <a:xfrm>
                <a:off x="329514" y="326571"/>
                <a:ext cx="11532972" cy="5878278"/>
                <a:chOff x="0" y="326571"/>
                <a:chExt cx="290286" cy="5878278"/>
              </a:xfrm>
            </p:grpSpPr>
            <p:cxnSp>
              <p:nvCxnSpPr>
                <p:cNvPr id="400" name="Straight Connector 399">
                  <a:extLst>
                    <a:ext uri="{FF2B5EF4-FFF2-40B4-BE49-F238E27FC236}">
                      <a16:creationId xmlns:a16="http://schemas.microsoft.com/office/drawing/2014/main" id="{2C9C3606-2AE4-4321-B0EC-ECF90B13BD0A}"/>
                    </a:ext>
                  </a:extLst>
                </p:cNvPr>
                <p:cNvCxnSpPr/>
                <p:nvPr/>
              </p:nvCxnSpPr>
              <p:spPr>
                <a:xfrm>
                  <a:off x="0" y="326571"/>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1" name="Straight Connector 400">
                  <a:extLst>
                    <a:ext uri="{FF2B5EF4-FFF2-40B4-BE49-F238E27FC236}">
                      <a16:creationId xmlns:a16="http://schemas.microsoft.com/office/drawing/2014/main" id="{1A873C48-9220-4A4F-BC71-7CFC8A5B3C11}"/>
                    </a:ext>
                  </a:extLst>
                </p:cNvPr>
                <p:cNvCxnSpPr/>
                <p:nvPr/>
              </p:nvCxnSpPr>
              <p:spPr>
                <a:xfrm>
                  <a:off x="0" y="979713"/>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2" name="Straight Connector 401">
                  <a:extLst>
                    <a:ext uri="{FF2B5EF4-FFF2-40B4-BE49-F238E27FC236}">
                      <a16:creationId xmlns:a16="http://schemas.microsoft.com/office/drawing/2014/main" id="{D207E6F9-7395-41EB-81D5-45C05DBAA4B9}"/>
                    </a:ext>
                  </a:extLst>
                </p:cNvPr>
                <p:cNvCxnSpPr/>
                <p:nvPr/>
              </p:nvCxnSpPr>
              <p:spPr>
                <a:xfrm>
                  <a:off x="0" y="653142"/>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3" name="Straight Connector 402">
                  <a:extLst>
                    <a:ext uri="{FF2B5EF4-FFF2-40B4-BE49-F238E27FC236}">
                      <a16:creationId xmlns:a16="http://schemas.microsoft.com/office/drawing/2014/main" id="{C8E4AA01-8939-4597-9530-FF1CC87186F9}"/>
                    </a:ext>
                  </a:extLst>
                </p:cNvPr>
                <p:cNvCxnSpPr/>
                <p:nvPr/>
              </p:nvCxnSpPr>
              <p:spPr>
                <a:xfrm>
                  <a:off x="0" y="1632855"/>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4" name="Straight Connector 403">
                  <a:extLst>
                    <a:ext uri="{FF2B5EF4-FFF2-40B4-BE49-F238E27FC236}">
                      <a16:creationId xmlns:a16="http://schemas.microsoft.com/office/drawing/2014/main" id="{188F81DE-648D-4C43-BD3E-66EEAE3DD217}"/>
                    </a:ext>
                  </a:extLst>
                </p:cNvPr>
                <p:cNvCxnSpPr/>
                <p:nvPr/>
              </p:nvCxnSpPr>
              <p:spPr>
                <a:xfrm>
                  <a:off x="0" y="1306284"/>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5" name="Straight Connector 404">
                  <a:extLst>
                    <a:ext uri="{FF2B5EF4-FFF2-40B4-BE49-F238E27FC236}">
                      <a16:creationId xmlns:a16="http://schemas.microsoft.com/office/drawing/2014/main" id="{7579E8F3-5233-418C-AEC5-F75DC38ACDEF}"/>
                    </a:ext>
                  </a:extLst>
                </p:cNvPr>
                <p:cNvCxnSpPr/>
                <p:nvPr/>
              </p:nvCxnSpPr>
              <p:spPr>
                <a:xfrm>
                  <a:off x="0" y="2285997"/>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6" name="Straight Connector 405">
                  <a:extLst>
                    <a:ext uri="{FF2B5EF4-FFF2-40B4-BE49-F238E27FC236}">
                      <a16:creationId xmlns:a16="http://schemas.microsoft.com/office/drawing/2014/main" id="{8AF5C722-A59C-4548-A78C-2345421CFC5B}"/>
                    </a:ext>
                  </a:extLst>
                </p:cNvPr>
                <p:cNvCxnSpPr/>
                <p:nvPr/>
              </p:nvCxnSpPr>
              <p:spPr>
                <a:xfrm>
                  <a:off x="0" y="1959426"/>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7" name="Straight Connector 406">
                  <a:extLst>
                    <a:ext uri="{FF2B5EF4-FFF2-40B4-BE49-F238E27FC236}">
                      <a16:creationId xmlns:a16="http://schemas.microsoft.com/office/drawing/2014/main" id="{FF13D5CD-6DDC-4084-B2C7-FDF30A5CFA7D}"/>
                    </a:ext>
                  </a:extLst>
                </p:cNvPr>
                <p:cNvCxnSpPr/>
                <p:nvPr/>
              </p:nvCxnSpPr>
              <p:spPr>
                <a:xfrm>
                  <a:off x="0" y="2939139"/>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8" name="Straight Connector 407">
                  <a:extLst>
                    <a:ext uri="{FF2B5EF4-FFF2-40B4-BE49-F238E27FC236}">
                      <a16:creationId xmlns:a16="http://schemas.microsoft.com/office/drawing/2014/main" id="{D7BC1EF2-4039-47AD-BD61-3AB0165C5F48}"/>
                    </a:ext>
                  </a:extLst>
                </p:cNvPr>
                <p:cNvCxnSpPr/>
                <p:nvPr/>
              </p:nvCxnSpPr>
              <p:spPr>
                <a:xfrm>
                  <a:off x="0" y="2612568"/>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9" name="Straight Connector 408">
                  <a:extLst>
                    <a:ext uri="{FF2B5EF4-FFF2-40B4-BE49-F238E27FC236}">
                      <a16:creationId xmlns:a16="http://schemas.microsoft.com/office/drawing/2014/main" id="{449BF3C1-748F-448A-BD0C-09206B9E5160}"/>
                    </a:ext>
                  </a:extLst>
                </p:cNvPr>
                <p:cNvCxnSpPr/>
                <p:nvPr/>
              </p:nvCxnSpPr>
              <p:spPr>
                <a:xfrm>
                  <a:off x="0" y="3592281"/>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0" name="Straight Connector 409">
                  <a:extLst>
                    <a:ext uri="{FF2B5EF4-FFF2-40B4-BE49-F238E27FC236}">
                      <a16:creationId xmlns:a16="http://schemas.microsoft.com/office/drawing/2014/main" id="{C2D8A61B-9F96-4CCA-8C5F-F2946CB4AC21}"/>
                    </a:ext>
                  </a:extLst>
                </p:cNvPr>
                <p:cNvCxnSpPr/>
                <p:nvPr/>
              </p:nvCxnSpPr>
              <p:spPr>
                <a:xfrm>
                  <a:off x="0" y="3265710"/>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1" name="Straight Connector 410">
                  <a:extLst>
                    <a:ext uri="{FF2B5EF4-FFF2-40B4-BE49-F238E27FC236}">
                      <a16:creationId xmlns:a16="http://schemas.microsoft.com/office/drawing/2014/main" id="{43AA27A5-2ECA-4563-853C-8E000E0E219D}"/>
                    </a:ext>
                  </a:extLst>
                </p:cNvPr>
                <p:cNvCxnSpPr/>
                <p:nvPr/>
              </p:nvCxnSpPr>
              <p:spPr>
                <a:xfrm>
                  <a:off x="0" y="4245423"/>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2" name="Straight Connector 411">
                  <a:extLst>
                    <a:ext uri="{FF2B5EF4-FFF2-40B4-BE49-F238E27FC236}">
                      <a16:creationId xmlns:a16="http://schemas.microsoft.com/office/drawing/2014/main" id="{FE237B36-493C-4D63-AE3D-2895039F2098}"/>
                    </a:ext>
                  </a:extLst>
                </p:cNvPr>
                <p:cNvCxnSpPr/>
                <p:nvPr/>
              </p:nvCxnSpPr>
              <p:spPr>
                <a:xfrm>
                  <a:off x="0" y="3918852"/>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3" name="Straight Connector 412">
                  <a:extLst>
                    <a:ext uri="{FF2B5EF4-FFF2-40B4-BE49-F238E27FC236}">
                      <a16:creationId xmlns:a16="http://schemas.microsoft.com/office/drawing/2014/main" id="{C61F7156-CFDC-453A-8600-BFB0308C1EED}"/>
                    </a:ext>
                  </a:extLst>
                </p:cNvPr>
                <p:cNvCxnSpPr/>
                <p:nvPr/>
              </p:nvCxnSpPr>
              <p:spPr>
                <a:xfrm>
                  <a:off x="0" y="4898565"/>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4" name="Straight Connector 413">
                  <a:extLst>
                    <a:ext uri="{FF2B5EF4-FFF2-40B4-BE49-F238E27FC236}">
                      <a16:creationId xmlns:a16="http://schemas.microsoft.com/office/drawing/2014/main" id="{D5D9B0D5-F782-4988-A201-54C8A8781601}"/>
                    </a:ext>
                  </a:extLst>
                </p:cNvPr>
                <p:cNvCxnSpPr/>
                <p:nvPr/>
              </p:nvCxnSpPr>
              <p:spPr>
                <a:xfrm>
                  <a:off x="0" y="4571994"/>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5" name="Straight Connector 414">
                  <a:extLst>
                    <a:ext uri="{FF2B5EF4-FFF2-40B4-BE49-F238E27FC236}">
                      <a16:creationId xmlns:a16="http://schemas.microsoft.com/office/drawing/2014/main" id="{7E95871F-98D2-45D8-839E-862CC3E19F06}"/>
                    </a:ext>
                  </a:extLst>
                </p:cNvPr>
                <p:cNvCxnSpPr/>
                <p:nvPr/>
              </p:nvCxnSpPr>
              <p:spPr>
                <a:xfrm>
                  <a:off x="0" y="6204849"/>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6" name="Straight Connector 415">
                  <a:extLst>
                    <a:ext uri="{FF2B5EF4-FFF2-40B4-BE49-F238E27FC236}">
                      <a16:creationId xmlns:a16="http://schemas.microsoft.com/office/drawing/2014/main" id="{9D3F01A2-DF4E-477F-ADD3-45C5320AC6AA}"/>
                    </a:ext>
                  </a:extLst>
                </p:cNvPr>
                <p:cNvCxnSpPr/>
                <p:nvPr/>
              </p:nvCxnSpPr>
              <p:spPr>
                <a:xfrm>
                  <a:off x="0" y="5225136"/>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7" name="Straight Connector 416">
                  <a:extLst>
                    <a:ext uri="{FF2B5EF4-FFF2-40B4-BE49-F238E27FC236}">
                      <a16:creationId xmlns:a16="http://schemas.microsoft.com/office/drawing/2014/main" id="{BCEFF40D-D627-4E9B-A0F1-99E0118F85CD}"/>
                    </a:ext>
                  </a:extLst>
                </p:cNvPr>
                <p:cNvCxnSpPr/>
                <p:nvPr/>
              </p:nvCxnSpPr>
              <p:spPr>
                <a:xfrm>
                  <a:off x="0" y="5551707"/>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8" name="Straight Connector 417">
                  <a:extLst>
                    <a:ext uri="{FF2B5EF4-FFF2-40B4-BE49-F238E27FC236}">
                      <a16:creationId xmlns:a16="http://schemas.microsoft.com/office/drawing/2014/main" id="{D3DF13EE-50B3-421B-869D-C83D8FBFFBAE}"/>
                    </a:ext>
                  </a:extLst>
                </p:cNvPr>
                <p:cNvCxnSpPr/>
                <p:nvPr/>
              </p:nvCxnSpPr>
              <p:spPr>
                <a:xfrm>
                  <a:off x="0" y="5878278"/>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grpSp>
        </p:grpSp>
      </p:grpSp>
      <p:grpSp>
        <p:nvGrpSpPr>
          <p:cNvPr id="30" name="Master Grid Edge">
            <a:extLst>
              <a:ext uri="{FF2B5EF4-FFF2-40B4-BE49-F238E27FC236}">
                <a16:creationId xmlns:a16="http://schemas.microsoft.com/office/drawing/2014/main" id="{41418BFA-A91B-4B61-9FA9-3B2768EF5BB6}"/>
              </a:ext>
            </a:extLst>
          </p:cNvPr>
          <p:cNvGrpSpPr/>
          <p:nvPr userDrawn="1"/>
        </p:nvGrpSpPr>
        <p:grpSpPr>
          <a:xfrm>
            <a:off x="-435429" y="-435426"/>
            <a:ext cx="13043121" cy="7728852"/>
            <a:chOff x="-435429" y="-435426"/>
            <a:chExt cx="13043121" cy="7728852"/>
          </a:xfrm>
        </p:grpSpPr>
        <p:grpSp>
          <p:nvGrpSpPr>
            <p:cNvPr id="28" name="Group 27">
              <a:extLst>
                <a:ext uri="{FF2B5EF4-FFF2-40B4-BE49-F238E27FC236}">
                  <a16:creationId xmlns:a16="http://schemas.microsoft.com/office/drawing/2014/main" id="{D6427D9B-3B8B-4C38-9C39-5EF7E502DBA0}"/>
                </a:ext>
              </a:extLst>
            </p:cNvPr>
            <p:cNvGrpSpPr/>
            <p:nvPr userDrawn="1"/>
          </p:nvGrpSpPr>
          <p:grpSpPr>
            <a:xfrm>
              <a:off x="-435429" y="-435426"/>
              <a:ext cx="13043121" cy="7728852"/>
              <a:chOff x="-435429" y="-435426"/>
              <a:chExt cx="13043121" cy="7728852"/>
            </a:xfrm>
          </p:grpSpPr>
          <p:cxnSp>
            <p:nvCxnSpPr>
              <p:cNvPr id="1372" name="Straight Connector 1371">
                <a:extLst>
                  <a:ext uri="{FF2B5EF4-FFF2-40B4-BE49-F238E27FC236}">
                    <a16:creationId xmlns:a16="http://schemas.microsoft.com/office/drawing/2014/main" id="{0D48C6F6-C67A-4B0B-B83C-83FFE41B7A91}"/>
                  </a:ext>
                </a:extLst>
              </p:cNvPr>
              <p:cNvCxnSpPr/>
              <p:nvPr userDrawn="1"/>
            </p:nvCxnSpPr>
            <p:spPr>
              <a:xfrm>
                <a:off x="-435429" y="489854"/>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73" name="Straight Connector 1372">
                <a:extLst>
                  <a:ext uri="{FF2B5EF4-FFF2-40B4-BE49-F238E27FC236}">
                    <a16:creationId xmlns:a16="http://schemas.microsoft.com/office/drawing/2014/main" id="{8FE3C9B7-A179-4ABC-9EFA-E64C716A22AA}"/>
                  </a:ext>
                </a:extLst>
              </p:cNvPr>
              <p:cNvCxnSpPr/>
              <p:nvPr userDrawn="1"/>
            </p:nvCxnSpPr>
            <p:spPr>
              <a:xfrm>
                <a:off x="-435429" y="326568"/>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74" name="Straight Connector 1373">
                <a:extLst>
                  <a:ext uri="{FF2B5EF4-FFF2-40B4-BE49-F238E27FC236}">
                    <a16:creationId xmlns:a16="http://schemas.microsoft.com/office/drawing/2014/main" id="{E2A92BC7-4BD2-46A9-8859-77DBDB17E323}"/>
                  </a:ext>
                </a:extLst>
              </p:cNvPr>
              <p:cNvCxnSpPr/>
              <p:nvPr userDrawn="1"/>
            </p:nvCxnSpPr>
            <p:spPr>
              <a:xfrm>
                <a:off x="-435429" y="816425"/>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75" name="Straight Connector 1374">
                <a:extLst>
                  <a:ext uri="{FF2B5EF4-FFF2-40B4-BE49-F238E27FC236}">
                    <a16:creationId xmlns:a16="http://schemas.microsoft.com/office/drawing/2014/main" id="{4CA4EEE7-B75B-49B7-8459-BDC1C0DC2F21}"/>
                  </a:ext>
                </a:extLst>
              </p:cNvPr>
              <p:cNvCxnSpPr/>
              <p:nvPr userDrawn="1"/>
            </p:nvCxnSpPr>
            <p:spPr>
              <a:xfrm>
                <a:off x="-435429" y="653139"/>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76" name="Straight Connector 1375">
                <a:extLst>
                  <a:ext uri="{FF2B5EF4-FFF2-40B4-BE49-F238E27FC236}">
                    <a16:creationId xmlns:a16="http://schemas.microsoft.com/office/drawing/2014/main" id="{5115D53E-92C1-4E8B-A0DC-15EA4127FA95}"/>
                  </a:ext>
                </a:extLst>
              </p:cNvPr>
              <p:cNvCxnSpPr/>
              <p:nvPr userDrawn="1"/>
            </p:nvCxnSpPr>
            <p:spPr>
              <a:xfrm>
                <a:off x="-435429" y="1142996"/>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77" name="Straight Connector 1376">
                <a:extLst>
                  <a:ext uri="{FF2B5EF4-FFF2-40B4-BE49-F238E27FC236}">
                    <a16:creationId xmlns:a16="http://schemas.microsoft.com/office/drawing/2014/main" id="{A93C7B30-888B-4742-88C6-ECD3AB574BE0}"/>
                  </a:ext>
                </a:extLst>
              </p:cNvPr>
              <p:cNvCxnSpPr/>
              <p:nvPr userDrawn="1"/>
            </p:nvCxnSpPr>
            <p:spPr>
              <a:xfrm>
                <a:off x="-435429" y="979710"/>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78" name="Straight Connector 1377">
                <a:extLst>
                  <a:ext uri="{FF2B5EF4-FFF2-40B4-BE49-F238E27FC236}">
                    <a16:creationId xmlns:a16="http://schemas.microsoft.com/office/drawing/2014/main" id="{3C9085B0-4123-496B-8745-1EC1EE0DB992}"/>
                  </a:ext>
                </a:extLst>
              </p:cNvPr>
              <p:cNvCxnSpPr/>
              <p:nvPr userDrawn="1"/>
            </p:nvCxnSpPr>
            <p:spPr>
              <a:xfrm>
                <a:off x="-435429" y="1469567"/>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79" name="Straight Connector 1378">
                <a:extLst>
                  <a:ext uri="{FF2B5EF4-FFF2-40B4-BE49-F238E27FC236}">
                    <a16:creationId xmlns:a16="http://schemas.microsoft.com/office/drawing/2014/main" id="{CAD4C804-2FB1-454C-B59B-07C4CF426D47}"/>
                  </a:ext>
                </a:extLst>
              </p:cNvPr>
              <p:cNvCxnSpPr/>
              <p:nvPr userDrawn="1"/>
            </p:nvCxnSpPr>
            <p:spPr>
              <a:xfrm>
                <a:off x="-435429" y="1306281"/>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0" name="Straight Connector 1379">
                <a:extLst>
                  <a:ext uri="{FF2B5EF4-FFF2-40B4-BE49-F238E27FC236}">
                    <a16:creationId xmlns:a16="http://schemas.microsoft.com/office/drawing/2014/main" id="{3D11F836-0FE4-4E95-96CE-104A2D76FE2B}"/>
                  </a:ext>
                </a:extLst>
              </p:cNvPr>
              <p:cNvCxnSpPr/>
              <p:nvPr userDrawn="1"/>
            </p:nvCxnSpPr>
            <p:spPr>
              <a:xfrm>
                <a:off x="-435429" y="1796138"/>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1" name="Straight Connector 1380">
                <a:extLst>
                  <a:ext uri="{FF2B5EF4-FFF2-40B4-BE49-F238E27FC236}">
                    <a16:creationId xmlns:a16="http://schemas.microsoft.com/office/drawing/2014/main" id="{C6967465-01D9-4715-8A57-A31C9DF8260F}"/>
                  </a:ext>
                </a:extLst>
              </p:cNvPr>
              <p:cNvCxnSpPr/>
              <p:nvPr userDrawn="1"/>
            </p:nvCxnSpPr>
            <p:spPr>
              <a:xfrm>
                <a:off x="-435429" y="1632852"/>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2" name="Straight Connector 1381">
                <a:extLst>
                  <a:ext uri="{FF2B5EF4-FFF2-40B4-BE49-F238E27FC236}">
                    <a16:creationId xmlns:a16="http://schemas.microsoft.com/office/drawing/2014/main" id="{3DDC8228-B10D-4D8E-9206-B28493C02FA0}"/>
                  </a:ext>
                </a:extLst>
              </p:cNvPr>
              <p:cNvCxnSpPr/>
              <p:nvPr userDrawn="1"/>
            </p:nvCxnSpPr>
            <p:spPr>
              <a:xfrm>
                <a:off x="-435429" y="2122709"/>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3" name="Straight Connector 1382">
                <a:extLst>
                  <a:ext uri="{FF2B5EF4-FFF2-40B4-BE49-F238E27FC236}">
                    <a16:creationId xmlns:a16="http://schemas.microsoft.com/office/drawing/2014/main" id="{DC26D17E-F53E-47FE-841D-E40C315D6D8B}"/>
                  </a:ext>
                </a:extLst>
              </p:cNvPr>
              <p:cNvCxnSpPr/>
              <p:nvPr userDrawn="1"/>
            </p:nvCxnSpPr>
            <p:spPr>
              <a:xfrm>
                <a:off x="-435429" y="1959423"/>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4" name="Straight Connector 1383">
                <a:extLst>
                  <a:ext uri="{FF2B5EF4-FFF2-40B4-BE49-F238E27FC236}">
                    <a16:creationId xmlns:a16="http://schemas.microsoft.com/office/drawing/2014/main" id="{B73DA299-4D72-49FC-BE54-93714874307A}"/>
                  </a:ext>
                </a:extLst>
              </p:cNvPr>
              <p:cNvCxnSpPr/>
              <p:nvPr userDrawn="1"/>
            </p:nvCxnSpPr>
            <p:spPr>
              <a:xfrm>
                <a:off x="-435429" y="2449280"/>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5" name="Straight Connector 1384">
                <a:extLst>
                  <a:ext uri="{FF2B5EF4-FFF2-40B4-BE49-F238E27FC236}">
                    <a16:creationId xmlns:a16="http://schemas.microsoft.com/office/drawing/2014/main" id="{17920ECC-BC43-4AF0-B255-2BA40C6F6CD7}"/>
                  </a:ext>
                </a:extLst>
              </p:cNvPr>
              <p:cNvCxnSpPr/>
              <p:nvPr userDrawn="1"/>
            </p:nvCxnSpPr>
            <p:spPr>
              <a:xfrm>
                <a:off x="-435429" y="2285994"/>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6" name="Straight Connector 1385">
                <a:extLst>
                  <a:ext uri="{FF2B5EF4-FFF2-40B4-BE49-F238E27FC236}">
                    <a16:creationId xmlns:a16="http://schemas.microsoft.com/office/drawing/2014/main" id="{8FB481FB-0292-4FCA-8B3E-12A62FCFEF1D}"/>
                  </a:ext>
                </a:extLst>
              </p:cNvPr>
              <p:cNvCxnSpPr/>
              <p:nvPr userDrawn="1"/>
            </p:nvCxnSpPr>
            <p:spPr>
              <a:xfrm>
                <a:off x="-435429" y="2775851"/>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7" name="Straight Connector 1386">
                <a:extLst>
                  <a:ext uri="{FF2B5EF4-FFF2-40B4-BE49-F238E27FC236}">
                    <a16:creationId xmlns:a16="http://schemas.microsoft.com/office/drawing/2014/main" id="{D703CB35-60BE-4D86-8215-CE6E2C378AB7}"/>
                  </a:ext>
                </a:extLst>
              </p:cNvPr>
              <p:cNvCxnSpPr/>
              <p:nvPr userDrawn="1"/>
            </p:nvCxnSpPr>
            <p:spPr>
              <a:xfrm>
                <a:off x="-435429" y="2612565"/>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8" name="Straight Connector 1387">
                <a:extLst>
                  <a:ext uri="{FF2B5EF4-FFF2-40B4-BE49-F238E27FC236}">
                    <a16:creationId xmlns:a16="http://schemas.microsoft.com/office/drawing/2014/main" id="{95ED6DEF-8382-41F0-BA34-D1990921C17C}"/>
                  </a:ext>
                </a:extLst>
              </p:cNvPr>
              <p:cNvCxnSpPr/>
              <p:nvPr userDrawn="1"/>
            </p:nvCxnSpPr>
            <p:spPr>
              <a:xfrm>
                <a:off x="-435429" y="3102422"/>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9" name="Straight Connector 1388">
                <a:extLst>
                  <a:ext uri="{FF2B5EF4-FFF2-40B4-BE49-F238E27FC236}">
                    <a16:creationId xmlns:a16="http://schemas.microsoft.com/office/drawing/2014/main" id="{6C27E6DB-0F15-4E2D-8E21-C678DBB75C0B}"/>
                  </a:ext>
                </a:extLst>
              </p:cNvPr>
              <p:cNvCxnSpPr/>
              <p:nvPr userDrawn="1"/>
            </p:nvCxnSpPr>
            <p:spPr>
              <a:xfrm>
                <a:off x="-435429" y="2939136"/>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90" name="Straight Connector 1389">
                <a:extLst>
                  <a:ext uri="{FF2B5EF4-FFF2-40B4-BE49-F238E27FC236}">
                    <a16:creationId xmlns:a16="http://schemas.microsoft.com/office/drawing/2014/main" id="{BF769C77-89F5-4BBE-A43F-8B11A5BDFDFA}"/>
                  </a:ext>
                </a:extLst>
              </p:cNvPr>
              <p:cNvCxnSpPr/>
              <p:nvPr userDrawn="1"/>
            </p:nvCxnSpPr>
            <p:spPr>
              <a:xfrm>
                <a:off x="-435429" y="3428993"/>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91" name="Straight Connector 1390">
                <a:extLst>
                  <a:ext uri="{FF2B5EF4-FFF2-40B4-BE49-F238E27FC236}">
                    <a16:creationId xmlns:a16="http://schemas.microsoft.com/office/drawing/2014/main" id="{DF5C9025-ECF3-4784-8CA7-922D9F05A0E5}"/>
                  </a:ext>
                </a:extLst>
              </p:cNvPr>
              <p:cNvCxnSpPr/>
              <p:nvPr userDrawn="1"/>
            </p:nvCxnSpPr>
            <p:spPr>
              <a:xfrm>
                <a:off x="-435429" y="3265707"/>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92" name="Straight Connector 1391">
                <a:extLst>
                  <a:ext uri="{FF2B5EF4-FFF2-40B4-BE49-F238E27FC236}">
                    <a16:creationId xmlns:a16="http://schemas.microsoft.com/office/drawing/2014/main" id="{64CCA04E-0AAB-486A-86C5-306D99AF5676}"/>
                  </a:ext>
                </a:extLst>
              </p:cNvPr>
              <p:cNvCxnSpPr/>
              <p:nvPr userDrawn="1"/>
            </p:nvCxnSpPr>
            <p:spPr>
              <a:xfrm>
                <a:off x="-435429" y="3755564"/>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93" name="Straight Connector 1392">
                <a:extLst>
                  <a:ext uri="{FF2B5EF4-FFF2-40B4-BE49-F238E27FC236}">
                    <a16:creationId xmlns:a16="http://schemas.microsoft.com/office/drawing/2014/main" id="{210C58CF-20D4-4750-88FB-AC86507F47CA}"/>
                  </a:ext>
                </a:extLst>
              </p:cNvPr>
              <p:cNvCxnSpPr/>
              <p:nvPr userDrawn="1"/>
            </p:nvCxnSpPr>
            <p:spPr>
              <a:xfrm>
                <a:off x="-435429" y="3592278"/>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39" name="Straight Connector 1438">
                <a:extLst>
                  <a:ext uri="{FF2B5EF4-FFF2-40B4-BE49-F238E27FC236}">
                    <a16:creationId xmlns:a16="http://schemas.microsoft.com/office/drawing/2014/main" id="{EB1C2386-EBDC-4313-AD95-BC1EA3B00D44}"/>
                  </a:ext>
                </a:extLst>
              </p:cNvPr>
              <p:cNvCxnSpPr/>
              <p:nvPr userDrawn="1"/>
            </p:nvCxnSpPr>
            <p:spPr>
              <a:xfrm>
                <a:off x="-435429" y="4081755"/>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0" name="Straight Connector 1439">
                <a:extLst>
                  <a:ext uri="{FF2B5EF4-FFF2-40B4-BE49-F238E27FC236}">
                    <a16:creationId xmlns:a16="http://schemas.microsoft.com/office/drawing/2014/main" id="{2545E5FF-62E2-46A7-8308-13410B2A9EA3}"/>
                  </a:ext>
                </a:extLst>
              </p:cNvPr>
              <p:cNvCxnSpPr/>
              <p:nvPr userDrawn="1"/>
            </p:nvCxnSpPr>
            <p:spPr>
              <a:xfrm>
                <a:off x="-435429" y="3918469"/>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1" name="Straight Connector 1440">
                <a:extLst>
                  <a:ext uri="{FF2B5EF4-FFF2-40B4-BE49-F238E27FC236}">
                    <a16:creationId xmlns:a16="http://schemas.microsoft.com/office/drawing/2014/main" id="{7C5E659C-ED93-4A42-B7A2-7AF650A2AD91}"/>
                  </a:ext>
                </a:extLst>
              </p:cNvPr>
              <p:cNvCxnSpPr/>
              <p:nvPr userDrawn="1"/>
            </p:nvCxnSpPr>
            <p:spPr>
              <a:xfrm>
                <a:off x="-435429" y="4408326"/>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2" name="Straight Connector 1441">
                <a:extLst>
                  <a:ext uri="{FF2B5EF4-FFF2-40B4-BE49-F238E27FC236}">
                    <a16:creationId xmlns:a16="http://schemas.microsoft.com/office/drawing/2014/main" id="{29953017-3E4A-4B60-8EB9-F4E96C8A8677}"/>
                  </a:ext>
                </a:extLst>
              </p:cNvPr>
              <p:cNvCxnSpPr/>
              <p:nvPr userDrawn="1"/>
            </p:nvCxnSpPr>
            <p:spPr>
              <a:xfrm>
                <a:off x="-435429" y="4245040"/>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3" name="Straight Connector 1442">
                <a:extLst>
                  <a:ext uri="{FF2B5EF4-FFF2-40B4-BE49-F238E27FC236}">
                    <a16:creationId xmlns:a16="http://schemas.microsoft.com/office/drawing/2014/main" id="{D21B177D-3A5E-41D0-A723-CC1E031D6DAC}"/>
                  </a:ext>
                </a:extLst>
              </p:cNvPr>
              <p:cNvCxnSpPr/>
              <p:nvPr userDrawn="1"/>
            </p:nvCxnSpPr>
            <p:spPr>
              <a:xfrm>
                <a:off x="-435429" y="4734897"/>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4" name="Straight Connector 1443">
                <a:extLst>
                  <a:ext uri="{FF2B5EF4-FFF2-40B4-BE49-F238E27FC236}">
                    <a16:creationId xmlns:a16="http://schemas.microsoft.com/office/drawing/2014/main" id="{F1187375-C4BD-4100-AF13-3BB8C653B16D}"/>
                  </a:ext>
                </a:extLst>
              </p:cNvPr>
              <p:cNvCxnSpPr/>
              <p:nvPr userDrawn="1"/>
            </p:nvCxnSpPr>
            <p:spPr>
              <a:xfrm>
                <a:off x="-435429" y="4571611"/>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5" name="Straight Connector 1444">
                <a:extLst>
                  <a:ext uri="{FF2B5EF4-FFF2-40B4-BE49-F238E27FC236}">
                    <a16:creationId xmlns:a16="http://schemas.microsoft.com/office/drawing/2014/main" id="{F56B7F69-9FDA-41A9-8F04-515EA15E2AE5}"/>
                  </a:ext>
                </a:extLst>
              </p:cNvPr>
              <p:cNvCxnSpPr/>
              <p:nvPr userDrawn="1"/>
            </p:nvCxnSpPr>
            <p:spPr>
              <a:xfrm>
                <a:off x="-435429" y="5061468"/>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7" name="Straight Connector 1446">
                <a:extLst>
                  <a:ext uri="{FF2B5EF4-FFF2-40B4-BE49-F238E27FC236}">
                    <a16:creationId xmlns:a16="http://schemas.microsoft.com/office/drawing/2014/main" id="{869A711C-75DA-45CC-A10E-093533BD0499}"/>
                  </a:ext>
                </a:extLst>
              </p:cNvPr>
              <p:cNvCxnSpPr/>
              <p:nvPr userDrawn="1"/>
            </p:nvCxnSpPr>
            <p:spPr>
              <a:xfrm>
                <a:off x="-435429" y="5388039"/>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8" name="Straight Connector 1447">
                <a:extLst>
                  <a:ext uri="{FF2B5EF4-FFF2-40B4-BE49-F238E27FC236}">
                    <a16:creationId xmlns:a16="http://schemas.microsoft.com/office/drawing/2014/main" id="{D2BCB45F-F437-4A94-AF89-688ED352AD66}"/>
                  </a:ext>
                </a:extLst>
              </p:cNvPr>
              <p:cNvCxnSpPr/>
              <p:nvPr userDrawn="1"/>
            </p:nvCxnSpPr>
            <p:spPr>
              <a:xfrm>
                <a:off x="-435429" y="5224753"/>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9" name="Straight Connector 1448">
                <a:extLst>
                  <a:ext uri="{FF2B5EF4-FFF2-40B4-BE49-F238E27FC236}">
                    <a16:creationId xmlns:a16="http://schemas.microsoft.com/office/drawing/2014/main" id="{681D650B-5525-43F3-9C5E-954EC60B80D7}"/>
                  </a:ext>
                </a:extLst>
              </p:cNvPr>
              <p:cNvCxnSpPr/>
              <p:nvPr userDrawn="1"/>
            </p:nvCxnSpPr>
            <p:spPr>
              <a:xfrm>
                <a:off x="-435429" y="5714610"/>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50" name="Straight Connector 1449">
                <a:extLst>
                  <a:ext uri="{FF2B5EF4-FFF2-40B4-BE49-F238E27FC236}">
                    <a16:creationId xmlns:a16="http://schemas.microsoft.com/office/drawing/2014/main" id="{930CB92A-1176-485B-92E3-68071683998D}"/>
                  </a:ext>
                </a:extLst>
              </p:cNvPr>
              <p:cNvCxnSpPr/>
              <p:nvPr userDrawn="1"/>
            </p:nvCxnSpPr>
            <p:spPr>
              <a:xfrm>
                <a:off x="-435429" y="5551324"/>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51" name="Straight Connector 1450">
                <a:extLst>
                  <a:ext uri="{FF2B5EF4-FFF2-40B4-BE49-F238E27FC236}">
                    <a16:creationId xmlns:a16="http://schemas.microsoft.com/office/drawing/2014/main" id="{72FEFD80-28A4-4DDC-8994-99287014CA12}"/>
                  </a:ext>
                </a:extLst>
              </p:cNvPr>
              <p:cNvCxnSpPr/>
              <p:nvPr userDrawn="1"/>
            </p:nvCxnSpPr>
            <p:spPr>
              <a:xfrm>
                <a:off x="-435429" y="6041181"/>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52" name="Straight Connector 1451">
                <a:extLst>
                  <a:ext uri="{FF2B5EF4-FFF2-40B4-BE49-F238E27FC236}">
                    <a16:creationId xmlns:a16="http://schemas.microsoft.com/office/drawing/2014/main" id="{698410CF-6AE7-4DC6-B502-EE95E4096A8F}"/>
                  </a:ext>
                </a:extLst>
              </p:cNvPr>
              <p:cNvCxnSpPr/>
              <p:nvPr userDrawn="1"/>
            </p:nvCxnSpPr>
            <p:spPr>
              <a:xfrm>
                <a:off x="-435429" y="5877895"/>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53" name="Straight Connector 1452">
                <a:extLst>
                  <a:ext uri="{FF2B5EF4-FFF2-40B4-BE49-F238E27FC236}">
                    <a16:creationId xmlns:a16="http://schemas.microsoft.com/office/drawing/2014/main" id="{A2FD97CB-6390-4504-A4DB-BD17752E831C}"/>
                  </a:ext>
                </a:extLst>
              </p:cNvPr>
              <p:cNvCxnSpPr/>
              <p:nvPr userDrawn="1"/>
            </p:nvCxnSpPr>
            <p:spPr>
              <a:xfrm>
                <a:off x="-435429" y="6367752"/>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54" name="Straight Connector 1453">
                <a:extLst>
                  <a:ext uri="{FF2B5EF4-FFF2-40B4-BE49-F238E27FC236}">
                    <a16:creationId xmlns:a16="http://schemas.microsoft.com/office/drawing/2014/main" id="{8E71966A-02B1-4CF9-9835-2AFFF7DF38EF}"/>
                  </a:ext>
                </a:extLst>
              </p:cNvPr>
              <p:cNvCxnSpPr/>
              <p:nvPr userDrawn="1"/>
            </p:nvCxnSpPr>
            <p:spPr>
              <a:xfrm>
                <a:off x="-435429" y="6204466"/>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84" name="Straight Connector 1083">
                <a:extLst>
                  <a:ext uri="{FF2B5EF4-FFF2-40B4-BE49-F238E27FC236}">
                    <a16:creationId xmlns:a16="http://schemas.microsoft.com/office/drawing/2014/main" id="{F98703EC-10A7-47FA-8C56-ACFE6CA2B4AF}"/>
                  </a:ext>
                </a:extLst>
              </p:cNvPr>
              <p:cNvCxnSpPr/>
              <p:nvPr userDrawn="1"/>
            </p:nvCxnSpPr>
            <p:spPr>
              <a:xfrm>
                <a:off x="494272"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85" name="Straight Connector 1084">
                <a:extLst>
                  <a:ext uri="{FF2B5EF4-FFF2-40B4-BE49-F238E27FC236}">
                    <a16:creationId xmlns:a16="http://schemas.microsoft.com/office/drawing/2014/main" id="{ABA3C1DF-4FC6-41D8-B732-A90172FBA3EE}"/>
                  </a:ext>
                </a:extLst>
              </p:cNvPr>
              <p:cNvCxnSpPr/>
              <p:nvPr userDrawn="1"/>
            </p:nvCxnSpPr>
            <p:spPr>
              <a:xfrm>
                <a:off x="329515"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86" name="Straight Connector 1085">
                <a:extLst>
                  <a:ext uri="{FF2B5EF4-FFF2-40B4-BE49-F238E27FC236}">
                    <a16:creationId xmlns:a16="http://schemas.microsoft.com/office/drawing/2014/main" id="{6FEF131F-8B52-4BD9-B4AA-801E5E3C4EB3}"/>
                  </a:ext>
                </a:extLst>
              </p:cNvPr>
              <p:cNvCxnSpPr/>
              <p:nvPr userDrawn="1"/>
            </p:nvCxnSpPr>
            <p:spPr>
              <a:xfrm>
                <a:off x="823786"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87" name="Straight Connector 1086">
                <a:extLst>
                  <a:ext uri="{FF2B5EF4-FFF2-40B4-BE49-F238E27FC236}">
                    <a16:creationId xmlns:a16="http://schemas.microsoft.com/office/drawing/2014/main" id="{D2018C6D-9BB5-49A1-9203-2A68B7C1355B}"/>
                  </a:ext>
                </a:extLst>
              </p:cNvPr>
              <p:cNvCxnSpPr/>
              <p:nvPr userDrawn="1"/>
            </p:nvCxnSpPr>
            <p:spPr>
              <a:xfrm>
                <a:off x="659029"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88" name="Straight Connector 1087">
                <a:extLst>
                  <a:ext uri="{FF2B5EF4-FFF2-40B4-BE49-F238E27FC236}">
                    <a16:creationId xmlns:a16="http://schemas.microsoft.com/office/drawing/2014/main" id="{42308FD5-86CC-4F45-A75A-8D9831456BAF}"/>
                  </a:ext>
                </a:extLst>
              </p:cNvPr>
              <p:cNvCxnSpPr/>
              <p:nvPr userDrawn="1"/>
            </p:nvCxnSpPr>
            <p:spPr>
              <a:xfrm>
                <a:off x="1153300"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89" name="Straight Connector 1088">
                <a:extLst>
                  <a:ext uri="{FF2B5EF4-FFF2-40B4-BE49-F238E27FC236}">
                    <a16:creationId xmlns:a16="http://schemas.microsoft.com/office/drawing/2014/main" id="{8551B858-C413-4262-9E3C-78E7425776A1}"/>
                  </a:ext>
                </a:extLst>
              </p:cNvPr>
              <p:cNvCxnSpPr/>
              <p:nvPr userDrawn="1"/>
            </p:nvCxnSpPr>
            <p:spPr>
              <a:xfrm>
                <a:off x="988543"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0" name="Straight Connector 1089">
                <a:extLst>
                  <a:ext uri="{FF2B5EF4-FFF2-40B4-BE49-F238E27FC236}">
                    <a16:creationId xmlns:a16="http://schemas.microsoft.com/office/drawing/2014/main" id="{29CB8798-9C96-44A3-9775-E07A5A434AAB}"/>
                  </a:ext>
                </a:extLst>
              </p:cNvPr>
              <p:cNvCxnSpPr/>
              <p:nvPr userDrawn="1"/>
            </p:nvCxnSpPr>
            <p:spPr>
              <a:xfrm>
                <a:off x="1482814"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1" name="Straight Connector 1090">
                <a:extLst>
                  <a:ext uri="{FF2B5EF4-FFF2-40B4-BE49-F238E27FC236}">
                    <a16:creationId xmlns:a16="http://schemas.microsoft.com/office/drawing/2014/main" id="{55ADA04C-C258-47C9-8E78-FB8230EBEE4D}"/>
                  </a:ext>
                </a:extLst>
              </p:cNvPr>
              <p:cNvCxnSpPr/>
              <p:nvPr userDrawn="1"/>
            </p:nvCxnSpPr>
            <p:spPr>
              <a:xfrm>
                <a:off x="1318057"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2" name="Straight Connector 1091">
                <a:extLst>
                  <a:ext uri="{FF2B5EF4-FFF2-40B4-BE49-F238E27FC236}">
                    <a16:creationId xmlns:a16="http://schemas.microsoft.com/office/drawing/2014/main" id="{8A42789B-A802-41DE-A9CF-AFB96BF909DE}"/>
                  </a:ext>
                </a:extLst>
              </p:cNvPr>
              <p:cNvCxnSpPr/>
              <p:nvPr userDrawn="1"/>
            </p:nvCxnSpPr>
            <p:spPr>
              <a:xfrm>
                <a:off x="1812328"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3" name="Straight Connector 1092">
                <a:extLst>
                  <a:ext uri="{FF2B5EF4-FFF2-40B4-BE49-F238E27FC236}">
                    <a16:creationId xmlns:a16="http://schemas.microsoft.com/office/drawing/2014/main" id="{7AF31126-7AE0-4F67-91EE-574F98393F45}"/>
                  </a:ext>
                </a:extLst>
              </p:cNvPr>
              <p:cNvCxnSpPr/>
              <p:nvPr userDrawn="1"/>
            </p:nvCxnSpPr>
            <p:spPr>
              <a:xfrm>
                <a:off x="1647571"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4" name="Straight Connector 1093">
                <a:extLst>
                  <a:ext uri="{FF2B5EF4-FFF2-40B4-BE49-F238E27FC236}">
                    <a16:creationId xmlns:a16="http://schemas.microsoft.com/office/drawing/2014/main" id="{0A47E2A5-1A02-4067-8018-FC8CCFA7DA46}"/>
                  </a:ext>
                </a:extLst>
              </p:cNvPr>
              <p:cNvCxnSpPr/>
              <p:nvPr userDrawn="1"/>
            </p:nvCxnSpPr>
            <p:spPr>
              <a:xfrm>
                <a:off x="2141842"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5" name="Straight Connector 1094">
                <a:extLst>
                  <a:ext uri="{FF2B5EF4-FFF2-40B4-BE49-F238E27FC236}">
                    <a16:creationId xmlns:a16="http://schemas.microsoft.com/office/drawing/2014/main" id="{A3FC942A-4AB1-4A97-87A5-D1D40F79FE8B}"/>
                  </a:ext>
                </a:extLst>
              </p:cNvPr>
              <p:cNvCxnSpPr/>
              <p:nvPr userDrawn="1"/>
            </p:nvCxnSpPr>
            <p:spPr>
              <a:xfrm>
                <a:off x="1977085"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6" name="Straight Connector 1095">
                <a:extLst>
                  <a:ext uri="{FF2B5EF4-FFF2-40B4-BE49-F238E27FC236}">
                    <a16:creationId xmlns:a16="http://schemas.microsoft.com/office/drawing/2014/main" id="{E1DDD30E-A94E-4110-AB62-879750779D42}"/>
                  </a:ext>
                </a:extLst>
              </p:cNvPr>
              <p:cNvCxnSpPr/>
              <p:nvPr userDrawn="1"/>
            </p:nvCxnSpPr>
            <p:spPr>
              <a:xfrm>
                <a:off x="2471356"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7" name="Straight Connector 1096">
                <a:extLst>
                  <a:ext uri="{FF2B5EF4-FFF2-40B4-BE49-F238E27FC236}">
                    <a16:creationId xmlns:a16="http://schemas.microsoft.com/office/drawing/2014/main" id="{2E8B6C68-E726-4A2F-A0A2-CB9590DD59C4}"/>
                  </a:ext>
                </a:extLst>
              </p:cNvPr>
              <p:cNvCxnSpPr/>
              <p:nvPr userDrawn="1"/>
            </p:nvCxnSpPr>
            <p:spPr>
              <a:xfrm>
                <a:off x="2306599"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8" name="Straight Connector 1097">
                <a:extLst>
                  <a:ext uri="{FF2B5EF4-FFF2-40B4-BE49-F238E27FC236}">
                    <a16:creationId xmlns:a16="http://schemas.microsoft.com/office/drawing/2014/main" id="{7935BA12-98AC-4B8B-9E42-9E29ECC5B250}"/>
                  </a:ext>
                </a:extLst>
              </p:cNvPr>
              <p:cNvCxnSpPr/>
              <p:nvPr userDrawn="1"/>
            </p:nvCxnSpPr>
            <p:spPr>
              <a:xfrm>
                <a:off x="2800870"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9" name="Straight Connector 1098">
                <a:extLst>
                  <a:ext uri="{FF2B5EF4-FFF2-40B4-BE49-F238E27FC236}">
                    <a16:creationId xmlns:a16="http://schemas.microsoft.com/office/drawing/2014/main" id="{986D70DC-08EA-4384-96B6-19C8AA216CF8}"/>
                  </a:ext>
                </a:extLst>
              </p:cNvPr>
              <p:cNvCxnSpPr/>
              <p:nvPr userDrawn="1"/>
            </p:nvCxnSpPr>
            <p:spPr>
              <a:xfrm>
                <a:off x="2636113"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0" name="Straight Connector 1099">
                <a:extLst>
                  <a:ext uri="{FF2B5EF4-FFF2-40B4-BE49-F238E27FC236}">
                    <a16:creationId xmlns:a16="http://schemas.microsoft.com/office/drawing/2014/main" id="{9EFB890D-E70C-46B1-B15B-8F619540DC47}"/>
                  </a:ext>
                </a:extLst>
              </p:cNvPr>
              <p:cNvCxnSpPr/>
              <p:nvPr userDrawn="1"/>
            </p:nvCxnSpPr>
            <p:spPr>
              <a:xfrm>
                <a:off x="3130384"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1" name="Straight Connector 1100">
                <a:extLst>
                  <a:ext uri="{FF2B5EF4-FFF2-40B4-BE49-F238E27FC236}">
                    <a16:creationId xmlns:a16="http://schemas.microsoft.com/office/drawing/2014/main" id="{41CDCC37-3C7F-4934-874F-F17D98D6363C}"/>
                  </a:ext>
                </a:extLst>
              </p:cNvPr>
              <p:cNvCxnSpPr/>
              <p:nvPr userDrawn="1"/>
            </p:nvCxnSpPr>
            <p:spPr>
              <a:xfrm>
                <a:off x="2965627"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2" name="Straight Connector 1101">
                <a:extLst>
                  <a:ext uri="{FF2B5EF4-FFF2-40B4-BE49-F238E27FC236}">
                    <a16:creationId xmlns:a16="http://schemas.microsoft.com/office/drawing/2014/main" id="{E825F627-1927-40CE-A15D-32B2C85A90D7}"/>
                  </a:ext>
                </a:extLst>
              </p:cNvPr>
              <p:cNvCxnSpPr/>
              <p:nvPr userDrawn="1"/>
            </p:nvCxnSpPr>
            <p:spPr>
              <a:xfrm>
                <a:off x="3459898"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3" name="Straight Connector 1102">
                <a:extLst>
                  <a:ext uri="{FF2B5EF4-FFF2-40B4-BE49-F238E27FC236}">
                    <a16:creationId xmlns:a16="http://schemas.microsoft.com/office/drawing/2014/main" id="{5A008E69-4B12-47AC-B2C3-4C489158DA59}"/>
                  </a:ext>
                </a:extLst>
              </p:cNvPr>
              <p:cNvCxnSpPr/>
              <p:nvPr userDrawn="1"/>
            </p:nvCxnSpPr>
            <p:spPr>
              <a:xfrm>
                <a:off x="3295141"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4" name="Straight Connector 1103">
                <a:extLst>
                  <a:ext uri="{FF2B5EF4-FFF2-40B4-BE49-F238E27FC236}">
                    <a16:creationId xmlns:a16="http://schemas.microsoft.com/office/drawing/2014/main" id="{A0153B53-BD9F-4B99-ADF8-C319FBC736DA}"/>
                  </a:ext>
                </a:extLst>
              </p:cNvPr>
              <p:cNvCxnSpPr/>
              <p:nvPr userDrawn="1"/>
            </p:nvCxnSpPr>
            <p:spPr>
              <a:xfrm>
                <a:off x="3789412"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5" name="Straight Connector 1104">
                <a:extLst>
                  <a:ext uri="{FF2B5EF4-FFF2-40B4-BE49-F238E27FC236}">
                    <a16:creationId xmlns:a16="http://schemas.microsoft.com/office/drawing/2014/main" id="{5E17C78E-64E5-4327-8232-488164712B95}"/>
                  </a:ext>
                </a:extLst>
              </p:cNvPr>
              <p:cNvCxnSpPr/>
              <p:nvPr userDrawn="1"/>
            </p:nvCxnSpPr>
            <p:spPr>
              <a:xfrm>
                <a:off x="3624655"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6" name="Straight Connector 1105">
                <a:extLst>
                  <a:ext uri="{FF2B5EF4-FFF2-40B4-BE49-F238E27FC236}">
                    <a16:creationId xmlns:a16="http://schemas.microsoft.com/office/drawing/2014/main" id="{9357567C-C855-4B89-81F5-532CDE90DDBD}"/>
                  </a:ext>
                </a:extLst>
              </p:cNvPr>
              <p:cNvCxnSpPr/>
              <p:nvPr userDrawn="1"/>
            </p:nvCxnSpPr>
            <p:spPr>
              <a:xfrm>
                <a:off x="4118926"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7" name="Straight Connector 1106">
                <a:extLst>
                  <a:ext uri="{FF2B5EF4-FFF2-40B4-BE49-F238E27FC236}">
                    <a16:creationId xmlns:a16="http://schemas.microsoft.com/office/drawing/2014/main" id="{E8F6D05C-4679-4C51-ADF0-0526040CCF68}"/>
                  </a:ext>
                </a:extLst>
              </p:cNvPr>
              <p:cNvCxnSpPr/>
              <p:nvPr userDrawn="1"/>
            </p:nvCxnSpPr>
            <p:spPr>
              <a:xfrm>
                <a:off x="3954169"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8" name="Straight Connector 1107">
                <a:extLst>
                  <a:ext uri="{FF2B5EF4-FFF2-40B4-BE49-F238E27FC236}">
                    <a16:creationId xmlns:a16="http://schemas.microsoft.com/office/drawing/2014/main" id="{3E7A87FB-11CA-40C0-9F6E-26601EB24796}"/>
                  </a:ext>
                </a:extLst>
              </p:cNvPr>
              <p:cNvCxnSpPr/>
              <p:nvPr userDrawn="1"/>
            </p:nvCxnSpPr>
            <p:spPr>
              <a:xfrm>
                <a:off x="4448440"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9" name="Straight Connector 1108">
                <a:extLst>
                  <a:ext uri="{FF2B5EF4-FFF2-40B4-BE49-F238E27FC236}">
                    <a16:creationId xmlns:a16="http://schemas.microsoft.com/office/drawing/2014/main" id="{5C281A07-DE87-4630-871F-BA1E6D11E34A}"/>
                  </a:ext>
                </a:extLst>
              </p:cNvPr>
              <p:cNvCxnSpPr/>
              <p:nvPr userDrawn="1"/>
            </p:nvCxnSpPr>
            <p:spPr>
              <a:xfrm>
                <a:off x="4283683"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0" name="Straight Connector 1109">
                <a:extLst>
                  <a:ext uri="{FF2B5EF4-FFF2-40B4-BE49-F238E27FC236}">
                    <a16:creationId xmlns:a16="http://schemas.microsoft.com/office/drawing/2014/main" id="{023D1E26-0F8D-435A-8AF8-29927CEC8560}"/>
                  </a:ext>
                </a:extLst>
              </p:cNvPr>
              <p:cNvCxnSpPr/>
              <p:nvPr userDrawn="1"/>
            </p:nvCxnSpPr>
            <p:spPr>
              <a:xfrm>
                <a:off x="4777954"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1" name="Straight Connector 1110">
                <a:extLst>
                  <a:ext uri="{FF2B5EF4-FFF2-40B4-BE49-F238E27FC236}">
                    <a16:creationId xmlns:a16="http://schemas.microsoft.com/office/drawing/2014/main" id="{867AEAF4-69A2-4252-A166-0E38541C1982}"/>
                  </a:ext>
                </a:extLst>
              </p:cNvPr>
              <p:cNvCxnSpPr/>
              <p:nvPr userDrawn="1"/>
            </p:nvCxnSpPr>
            <p:spPr>
              <a:xfrm>
                <a:off x="4613197"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2" name="Straight Connector 1111">
                <a:extLst>
                  <a:ext uri="{FF2B5EF4-FFF2-40B4-BE49-F238E27FC236}">
                    <a16:creationId xmlns:a16="http://schemas.microsoft.com/office/drawing/2014/main" id="{72B9BBB3-403F-4C83-BE2D-A1827D9323E3}"/>
                  </a:ext>
                </a:extLst>
              </p:cNvPr>
              <p:cNvCxnSpPr/>
              <p:nvPr userDrawn="1"/>
            </p:nvCxnSpPr>
            <p:spPr>
              <a:xfrm>
                <a:off x="5107468"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3" name="Straight Connector 1112">
                <a:extLst>
                  <a:ext uri="{FF2B5EF4-FFF2-40B4-BE49-F238E27FC236}">
                    <a16:creationId xmlns:a16="http://schemas.microsoft.com/office/drawing/2014/main" id="{1258E0EB-7F1D-4491-A716-8DA0E4676D85}"/>
                  </a:ext>
                </a:extLst>
              </p:cNvPr>
              <p:cNvCxnSpPr/>
              <p:nvPr userDrawn="1"/>
            </p:nvCxnSpPr>
            <p:spPr>
              <a:xfrm>
                <a:off x="4942711"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4" name="Straight Connector 1113">
                <a:extLst>
                  <a:ext uri="{FF2B5EF4-FFF2-40B4-BE49-F238E27FC236}">
                    <a16:creationId xmlns:a16="http://schemas.microsoft.com/office/drawing/2014/main" id="{8070B698-2BF5-4584-A7A1-C5B5482ACB17}"/>
                  </a:ext>
                </a:extLst>
              </p:cNvPr>
              <p:cNvCxnSpPr/>
              <p:nvPr userDrawn="1"/>
            </p:nvCxnSpPr>
            <p:spPr>
              <a:xfrm>
                <a:off x="5436982"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5" name="Straight Connector 1114">
                <a:extLst>
                  <a:ext uri="{FF2B5EF4-FFF2-40B4-BE49-F238E27FC236}">
                    <a16:creationId xmlns:a16="http://schemas.microsoft.com/office/drawing/2014/main" id="{24F7341B-D2E3-4A79-A8FE-53481B448D0D}"/>
                  </a:ext>
                </a:extLst>
              </p:cNvPr>
              <p:cNvCxnSpPr/>
              <p:nvPr userDrawn="1"/>
            </p:nvCxnSpPr>
            <p:spPr>
              <a:xfrm>
                <a:off x="5272225"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6" name="Straight Connector 1115">
                <a:extLst>
                  <a:ext uri="{FF2B5EF4-FFF2-40B4-BE49-F238E27FC236}">
                    <a16:creationId xmlns:a16="http://schemas.microsoft.com/office/drawing/2014/main" id="{0420C220-3DFE-4DBD-8FC6-31226C2CFAE6}"/>
                  </a:ext>
                </a:extLst>
              </p:cNvPr>
              <p:cNvCxnSpPr/>
              <p:nvPr userDrawn="1"/>
            </p:nvCxnSpPr>
            <p:spPr>
              <a:xfrm>
                <a:off x="5766496"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7" name="Straight Connector 1116">
                <a:extLst>
                  <a:ext uri="{FF2B5EF4-FFF2-40B4-BE49-F238E27FC236}">
                    <a16:creationId xmlns:a16="http://schemas.microsoft.com/office/drawing/2014/main" id="{9C1572BF-60D4-45E2-8275-F9BB6E3D5F19}"/>
                  </a:ext>
                </a:extLst>
              </p:cNvPr>
              <p:cNvCxnSpPr/>
              <p:nvPr userDrawn="1"/>
            </p:nvCxnSpPr>
            <p:spPr>
              <a:xfrm>
                <a:off x="5601739"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8" name="Straight Connector 1117">
                <a:extLst>
                  <a:ext uri="{FF2B5EF4-FFF2-40B4-BE49-F238E27FC236}">
                    <a16:creationId xmlns:a16="http://schemas.microsoft.com/office/drawing/2014/main" id="{EA722B74-A1BA-4E83-9B9E-ECF30274C61B}"/>
                  </a:ext>
                </a:extLst>
              </p:cNvPr>
              <p:cNvCxnSpPr/>
              <p:nvPr userDrawn="1"/>
            </p:nvCxnSpPr>
            <p:spPr>
              <a:xfrm>
                <a:off x="6096010"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9" name="Straight Connector 1118">
                <a:extLst>
                  <a:ext uri="{FF2B5EF4-FFF2-40B4-BE49-F238E27FC236}">
                    <a16:creationId xmlns:a16="http://schemas.microsoft.com/office/drawing/2014/main" id="{02866627-3DE7-4946-9098-ED97A9511D76}"/>
                  </a:ext>
                </a:extLst>
              </p:cNvPr>
              <p:cNvCxnSpPr/>
              <p:nvPr userDrawn="1"/>
            </p:nvCxnSpPr>
            <p:spPr>
              <a:xfrm>
                <a:off x="5931253"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20" name="Straight Connector 1119">
                <a:extLst>
                  <a:ext uri="{FF2B5EF4-FFF2-40B4-BE49-F238E27FC236}">
                    <a16:creationId xmlns:a16="http://schemas.microsoft.com/office/drawing/2014/main" id="{D94C9D49-441D-48F5-BB80-7CEFC1A7B3F3}"/>
                  </a:ext>
                </a:extLst>
              </p:cNvPr>
              <p:cNvCxnSpPr/>
              <p:nvPr userDrawn="1"/>
            </p:nvCxnSpPr>
            <p:spPr>
              <a:xfrm>
                <a:off x="6425524"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21" name="Straight Connector 1120">
                <a:extLst>
                  <a:ext uri="{FF2B5EF4-FFF2-40B4-BE49-F238E27FC236}">
                    <a16:creationId xmlns:a16="http://schemas.microsoft.com/office/drawing/2014/main" id="{D7191DA9-F506-46D0-A4E5-E5ED6958CB07}"/>
                  </a:ext>
                </a:extLst>
              </p:cNvPr>
              <p:cNvCxnSpPr/>
              <p:nvPr userDrawn="1"/>
            </p:nvCxnSpPr>
            <p:spPr>
              <a:xfrm>
                <a:off x="6260767"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27" name="Straight Connector 1126">
                <a:extLst>
                  <a:ext uri="{FF2B5EF4-FFF2-40B4-BE49-F238E27FC236}">
                    <a16:creationId xmlns:a16="http://schemas.microsoft.com/office/drawing/2014/main" id="{3633778B-3308-42BD-B7A4-D62395E7C2E9}"/>
                  </a:ext>
                </a:extLst>
              </p:cNvPr>
              <p:cNvCxnSpPr/>
              <p:nvPr userDrawn="1"/>
            </p:nvCxnSpPr>
            <p:spPr>
              <a:xfrm>
                <a:off x="6590280"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29" name="Straight Connector 1128">
                <a:extLst>
                  <a:ext uri="{FF2B5EF4-FFF2-40B4-BE49-F238E27FC236}">
                    <a16:creationId xmlns:a16="http://schemas.microsoft.com/office/drawing/2014/main" id="{4D42B9FC-1EEC-47B6-9395-003EE22FA7E9}"/>
                  </a:ext>
                </a:extLst>
              </p:cNvPr>
              <p:cNvCxnSpPr/>
              <p:nvPr userDrawn="1"/>
            </p:nvCxnSpPr>
            <p:spPr>
              <a:xfrm>
                <a:off x="6919794"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0" name="Straight Connector 1129">
                <a:extLst>
                  <a:ext uri="{FF2B5EF4-FFF2-40B4-BE49-F238E27FC236}">
                    <a16:creationId xmlns:a16="http://schemas.microsoft.com/office/drawing/2014/main" id="{FAE3B969-07CD-46F7-9D25-5D6531670E71}"/>
                  </a:ext>
                </a:extLst>
              </p:cNvPr>
              <p:cNvCxnSpPr/>
              <p:nvPr userDrawn="1"/>
            </p:nvCxnSpPr>
            <p:spPr>
              <a:xfrm>
                <a:off x="6755037"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1" name="Straight Connector 1130">
                <a:extLst>
                  <a:ext uri="{FF2B5EF4-FFF2-40B4-BE49-F238E27FC236}">
                    <a16:creationId xmlns:a16="http://schemas.microsoft.com/office/drawing/2014/main" id="{20318A03-1C79-42C8-B08B-6353914A00E9}"/>
                  </a:ext>
                </a:extLst>
              </p:cNvPr>
              <p:cNvCxnSpPr/>
              <p:nvPr userDrawn="1"/>
            </p:nvCxnSpPr>
            <p:spPr>
              <a:xfrm>
                <a:off x="7249308"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2" name="Straight Connector 1131">
                <a:extLst>
                  <a:ext uri="{FF2B5EF4-FFF2-40B4-BE49-F238E27FC236}">
                    <a16:creationId xmlns:a16="http://schemas.microsoft.com/office/drawing/2014/main" id="{736F3D5C-8179-4FBC-A254-5AB03C8A4601}"/>
                  </a:ext>
                </a:extLst>
              </p:cNvPr>
              <p:cNvCxnSpPr/>
              <p:nvPr userDrawn="1"/>
            </p:nvCxnSpPr>
            <p:spPr>
              <a:xfrm>
                <a:off x="7084551"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3" name="Straight Connector 1132">
                <a:extLst>
                  <a:ext uri="{FF2B5EF4-FFF2-40B4-BE49-F238E27FC236}">
                    <a16:creationId xmlns:a16="http://schemas.microsoft.com/office/drawing/2014/main" id="{7DC153D7-6A4C-4E99-A700-E65E897A291D}"/>
                  </a:ext>
                </a:extLst>
              </p:cNvPr>
              <p:cNvCxnSpPr/>
              <p:nvPr userDrawn="1"/>
            </p:nvCxnSpPr>
            <p:spPr>
              <a:xfrm>
                <a:off x="7578822"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4" name="Straight Connector 1133">
                <a:extLst>
                  <a:ext uri="{FF2B5EF4-FFF2-40B4-BE49-F238E27FC236}">
                    <a16:creationId xmlns:a16="http://schemas.microsoft.com/office/drawing/2014/main" id="{7F7DE9BC-B842-4500-B8FE-069D755D5941}"/>
                  </a:ext>
                </a:extLst>
              </p:cNvPr>
              <p:cNvCxnSpPr/>
              <p:nvPr userDrawn="1"/>
            </p:nvCxnSpPr>
            <p:spPr>
              <a:xfrm>
                <a:off x="7414065"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5" name="Straight Connector 1134">
                <a:extLst>
                  <a:ext uri="{FF2B5EF4-FFF2-40B4-BE49-F238E27FC236}">
                    <a16:creationId xmlns:a16="http://schemas.microsoft.com/office/drawing/2014/main" id="{6D6F3CE9-CE34-4166-BB7E-FA57943507AA}"/>
                  </a:ext>
                </a:extLst>
              </p:cNvPr>
              <p:cNvCxnSpPr/>
              <p:nvPr userDrawn="1"/>
            </p:nvCxnSpPr>
            <p:spPr>
              <a:xfrm>
                <a:off x="7908336"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6" name="Straight Connector 1135">
                <a:extLst>
                  <a:ext uri="{FF2B5EF4-FFF2-40B4-BE49-F238E27FC236}">
                    <a16:creationId xmlns:a16="http://schemas.microsoft.com/office/drawing/2014/main" id="{02B98D94-F31F-4D40-AA28-10A3CB3E8A15}"/>
                  </a:ext>
                </a:extLst>
              </p:cNvPr>
              <p:cNvCxnSpPr/>
              <p:nvPr userDrawn="1"/>
            </p:nvCxnSpPr>
            <p:spPr>
              <a:xfrm>
                <a:off x="7743579"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7" name="Straight Connector 1136">
                <a:extLst>
                  <a:ext uri="{FF2B5EF4-FFF2-40B4-BE49-F238E27FC236}">
                    <a16:creationId xmlns:a16="http://schemas.microsoft.com/office/drawing/2014/main" id="{6BDB6908-335B-4BA9-AAF1-A833062BB4F2}"/>
                  </a:ext>
                </a:extLst>
              </p:cNvPr>
              <p:cNvCxnSpPr/>
              <p:nvPr userDrawn="1"/>
            </p:nvCxnSpPr>
            <p:spPr>
              <a:xfrm>
                <a:off x="8237850"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8" name="Straight Connector 1137">
                <a:extLst>
                  <a:ext uri="{FF2B5EF4-FFF2-40B4-BE49-F238E27FC236}">
                    <a16:creationId xmlns:a16="http://schemas.microsoft.com/office/drawing/2014/main" id="{7DB499A0-BAE0-473A-B35A-3D8D320D86FF}"/>
                  </a:ext>
                </a:extLst>
              </p:cNvPr>
              <p:cNvCxnSpPr/>
              <p:nvPr userDrawn="1"/>
            </p:nvCxnSpPr>
            <p:spPr>
              <a:xfrm>
                <a:off x="8073093"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9" name="Straight Connector 1138">
                <a:extLst>
                  <a:ext uri="{FF2B5EF4-FFF2-40B4-BE49-F238E27FC236}">
                    <a16:creationId xmlns:a16="http://schemas.microsoft.com/office/drawing/2014/main" id="{14C83527-3801-4402-822D-6BE1BEB71689}"/>
                  </a:ext>
                </a:extLst>
              </p:cNvPr>
              <p:cNvCxnSpPr/>
              <p:nvPr userDrawn="1"/>
            </p:nvCxnSpPr>
            <p:spPr>
              <a:xfrm>
                <a:off x="8567364"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0" name="Straight Connector 1139">
                <a:extLst>
                  <a:ext uri="{FF2B5EF4-FFF2-40B4-BE49-F238E27FC236}">
                    <a16:creationId xmlns:a16="http://schemas.microsoft.com/office/drawing/2014/main" id="{2D011E6B-EACF-4B9D-B680-1CEE227DB273}"/>
                  </a:ext>
                </a:extLst>
              </p:cNvPr>
              <p:cNvCxnSpPr/>
              <p:nvPr userDrawn="1"/>
            </p:nvCxnSpPr>
            <p:spPr>
              <a:xfrm>
                <a:off x="8402607"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1" name="Straight Connector 1140">
                <a:extLst>
                  <a:ext uri="{FF2B5EF4-FFF2-40B4-BE49-F238E27FC236}">
                    <a16:creationId xmlns:a16="http://schemas.microsoft.com/office/drawing/2014/main" id="{ED01ED32-4BB6-4810-9496-CB8CB5C89599}"/>
                  </a:ext>
                </a:extLst>
              </p:cNvPr>
              <p:cNvCxnSpPr/>
              <p:nvPr userDrawn="1"/>
            </p:nvCxnSpPr>
            <p:spPr>
              <a:xfrm>
                <a:off x="8896878"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2" name="Straight Connector 1141">
                <a:extLst>
                  <a:ext uri="{FF2B5EF4-FFF2-40B4-BE49-F238E27FC236}">
                    <a16:creationId xmlns:a16="http://schemas.microsoft.com/office/drawing/2014/main" id="{4ACAC1A9-49DF-42D6-A86E-4634B706749F}"/>
                  </a:ext>
                </a:extLst>
              </p:cNvPr>
              <p:cNvCxnSpPr/>
              <p:nvPr userDrawn="1"/>
            </p:nvCxnSpPr>
            <p:spPr>
              <a:xfrm>
                <a:off x="8732121"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3" name="Straight Connector 1142">
                <a:extLst>
                  <a:ext uri="{FF2B5EF4-FFF2-40B4-BE49-F238E27FC236}">
                    <a16:creationId xmlns:a16="http://schemas.microsoft.com/office/drawing/2014/main" id="{8658D9CC-EB17-4662-A350-DA4BC67B4092}"/>
                  </a:ext>
                </a:extLst>
              </p:cNvPr>
              <p:cNvCxnSpPr/>
              <p:nvPr userDrawn="1"/>
            </p:nvCxnSpPr>
            <p:spPr>
              <a:xfrm>
                <a:off x="9226392"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4" name="Straight Connector 1143">
                <a:extLst>
                  <a:ext uri="{FF2B5EF4-FFF2-40B4-BE49-F238E27FC236}">
                    <a16:creationId xmlns:a16="http://schemas.microsoft.com/office/drawing/2014/main" id="{3323636E-04CF-4E93-A434-B300BE0581FB}"/>
                  </a:ext>
                </a:extLst>
              </p:cNvPr>
              <p:cNvCxnSpPr/>
              <p:nvPr userDrawn="1"/>
            </p:nvCxnSpPr>
            <p:spPr>
              <a:xfrm>
                <a:off x="9061635"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5" name="Straight Connector 1144">
                <a:extLst>
                  <a:ext uri="{FF2B5EF4-FFF2-40B4-BE49-F238E27FC236}">
                    <a16:creationId xmlns:a16="http://schemas.microsoft.com/office/drawing/2014/main" id="{0CC4B32C-726C-44ED-9666-3D93F3C4E057}"/>
                  </a:ext>
                </a:extLst>
              </p:cNvPr>
              <p:cNvCxnSpPr/>
              <p:nvPr userDrawn="1"/>
            </p:nvCxnSpPr>
            <p:spPr>
              <a:xfrm>
                <a:off x="9555906"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6" name="Straight Connector 1145">
                <a:extLst>
                  <a:ext uri="{FF2B5EF4-FFF2-40B4-BE49-F238E27FC236}">
                    <a16:creationId xmlns:a16="http://schemas.microsoft.com/office/drawing/2014/main" id="{EB0E2399-C6B8-4409-BCA1-65A19B0FB4EE}"/>
                  </a:ext>
                </a:extLst>
              </p:cNvPr>
              <p:cNvCxnSpPr/>
              <p:nvPr userDrawn="1"/>
            </p:nvCxnSpPr>
            <p:spPr>
              <a:xfrm>
                <a:off x="9391149"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7" name="Straight Connector 1146">
                <a:extLst>
                  <a:ext uri="{FF2B5EF4-FFF2-40B4-BE49-F238E27FC236}">
                    <a16:creationId xmlns:a16="http://schemas.microsoft.com/office/drawing/2014/main" id="{D8320A6E-741D-4EA1-8455-B50257E96994}"/>
                  </a:ext>
                </a:extLst>
              </p:cNvPr>
              <p:cNvCxnSpPr/>
              <p:nvPr userDrawn="1"/>
            </p:nvCxnSpPr>
            <p:spPr>
              <a:xfrm>
                <a:off x="9885420"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8" name="Straight Connector 1147">
                <a:extLst>
                  <a:ext uri="{FF2B5EF4-FFF2-40B4-BE49-F238E27FC236}">
                    <a16:creationId xmlns:a16="http://schemas.microsoft.com/office/drawing/2014/main" id="{AE0BB1B5-3AF6-4B81-99F8-146822E0D682}"/>
                  </a:ext>
                </a:extLst>
              </p:cNvPr>
              <p:cNvCxnSpPr/>
              <p:nvPr userDrawn="1"/>
            </p:nvCxnSpPr>
            <p:spPr>
              <a:xfrm>
                <a:off x="9720663"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9" name="Straight Connector 1148">
                <a:extLst>
                  <a:ext uri="{FF2B5EF4-FFF2-40B4-BE49-F238E27FC236}">
                    <a16:creationId xmlns:a16="http://schemas.microsoft.com/office/drawing/2014/main" id="{572D8F9B-3778-4B6A-AA89-C1D4D608D749}"/>
                  </a:ext>
                </a:extLst>
              </p:cNvPr>
              <p:cNvCxnSpPr/>
              <p:nvPr userDrawn="1"/>
            </p:nvCxnSpPr>
            <p:spPr>
              <a:xfrm>
                <a:off x="10214934"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0" name="Straight Connector 1149">
                <a:extLst>
                  <a:ext uri="{FF2B5EF4-FFF2-40B4-BE49-F238E27FC236}">
                    <a16:creationId xmlns:a16="http://schemas.microsoft.com/office/drawing/2014/main" id="{5273A952-34E8-4678-AE7D-AA755A9E8273}"/>
                  </a:ext>
                </a:extLst>
              </p:cNvPr>
              <p:cNvCxnSpPr/>
              <p:nvPr userDrawn="1"/>
            </p:nvCxnSpPr>
            <p:spPr>
              <a:xfrm>
                <a:off x="10050177"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1" name="Straight Connector 1150">
                <a:extLst>
                  <a:ext uri="{FF2B5EF4-FFF2-40B4-BE49-F238E27FC236}">
                    <a16:creationId xmlns:a16="http://schemas.microsoft.com/office/drawing/2014/main" id="{437A8600-F067-47A4-9156-163E5F556A96}"/>
                  </a:ext>
                </a:extLst>
              </p:cNvPr>
              <p:cNvCxnSpPr/>
              <p:nvPr userDrawn="1"/>
            </p:nvCxnSpPr>
            <p:spPr>
              <a:xfrm>
                <a:off x="10544448"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2" name="Straight Connector 1151">
                <a:extLst>
                  <a:ext uri="{FF2B5EF4-FFF2-40B4-BE49-F238E27FC236}">
                    <a16:creationId xmlns:a16="http://schemas.microsoft.com/office/drawing/2014/main" id="{F558DEDE-F555-40DE-BD60-CE2A2E3528E6}"/>
                  </a:ext>
                </a:extLst>
              </p:cNvPr>
              <p:cNvCxnSpPr/>
              <p:nvPr userDrawn="1"/>
            </p:nvCxnSpPr>
            <p:spPr>
              <a:xfrm>
                <a:off x="10379691"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3" name="Straight Connector 1152">
                <a:extLst>
                  <a:ext uri="{FF2B5EF4-FFF2-40B4-BE49-F238E27FC236}">
                    <a16:creationId xmlns:a16="http://schemas.microsoft.com/office/drawing/2014/main" id="{74D5376B-A943-456B-AF3A-E4E7569CC3C4}"/>
                  </a:ext>
                </a:extLst>
              </p:cNvPr>
              <p:cNvCxnSpPr/>
              <p:nvPr userDrawn="1"/>
            </p:nvCxnSpPr>
            <p:spPr>
              <a:xfrm>
                <a:off x="10873962"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4" name="Straight Connector 1153">
                <a:extLst>
                  <a:ext uri="{FF2B5EF4-FFF2-40B4-BE49-F238E27FC236}">
                    <a16:creationId xmlns:a16="http://schemas.microsoft.com/office/drawing/2014/main" id="{83749953-C9BE-45AD-B736-18FDD1A1D63F}"/>
                  </a:ext>
                </a:extLst>
              </p:cNvPr>
              <p:cNvCxnSpPr/>
              <p:nvPr userDrawn="1"/>
            </p:nvCxnSpPr>
            <p:spPr>
              <a:xfrm>
                <a:off x="10709205"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5" name="Straight Connector 1154">
                <a:extLst>
                  <a:ext uri="{FF2B5EF4-FFF2-40B4-BE49-F238E27FC236}">
                    <a16:creationId xmlns:a16="http://schemas.microsoft.com/office/drawing/2014/main" id="{B87A31C2-BA0F-4BD1-94B6-A079359EE4D0}"/>
                  </a:ext>
                </a:extLst>
              </p:cNvPr>
              <p:cNvCxnSpPr/>
              <p:nvPr userDrawn="1"/>
            </p:nvCxnSpPr>
            <p:spPr>
              <a:xfrm>
                <a:off x="11203476"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6" name="Straight Connector 1155">
                <a:extLst>
                  <a:ext uri="{FF2B5EF4-FFF2-40B4-BE49-F238E27FC236}">
                    <a16:creationId xmlns:a16="http://schemas.microsoft.com/office/drawing/2014/main" id="{32C5F0FC-E6E5-4F53-B1FC-0BD7A0CDE166}"/>
                  </a:ext>
                </a:extLst>
              </p:cNvPr>
              <p:cNvCxnSpPr/>
              <p:nvPr userDrawn="1"/>
            </p:nvCxnSpPr>
            <p:spPr>
              <a:xfrm>
                <a:off x="11038719"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7" name="Straight Connector 1156">
                <a:extLst>
                  <a:ext uri="{FF2B5EF4-FFF2-40B4-BE49-F238E27FC236}">
                    <a16:creationId xmlns:a16="http://schemas.microsoft.com/office/drawing/2014/main" id="{23945321-E259-45E3-B63C-07AA027AA153}"/>
                  </a:ext>
                </a:extLst>
              </p:cNvPr>
              <p:cNvCxnSpPr/>
              <p:nvPr userDrawn="1"/>
            </p:nvCxnSpPr>
            <p:spPr>
              <a:xfrm>
                <a:off x="11532990"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8" name="Straight Connector 1157">
                <a:extLst>
                  <a:ext uri="{FF2B5EF4-FFF2-40B4-BE49-F238E27FC236}">
                    <a16:creationId xmlns:a16="http://schemas.microsoft.com/office/drawing/2014/main" id="{8D09E792-E0A5-4E2F-A7BD-89347189808F}"/>
                  </a:ext>
                </a:extLst>
              </p:cNvPr>
              <p:cNvCxnSpPr/>
              <p:nvPr userDrawn="1"/>
            </p:nvCxnSpPr>
            <p:spPr>
              <a:xfrm>
                <a:off x="11368233"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9" name="Straight Connector 1158">
                <a:extLst>
                  <a:ext uri="{FF2B5EF4-FFF2-40B4-BE49-F238E27FC236}">
                    <a16:creationId xmlns:a16="http://schemas.microsoft.com/office/drawing/2014/main" id="{77D461BF-7E03-4CC9-9E16-0BD7C4C84A17}"/>
                  </a:ext>
                </a:extLst>
              </p:cNvPr>
              <p:cNvCxnSpPr/>
              <p:nvPr userDrawn="1"/>
            </p:nvCxnSpPr>
            <p:spPr>
              <a:xfrm>
                <a:off x="11862504"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60" name="Straight Connector 1159">
                <a:extLst>
                  <a:ext uri="{FF2B5EF4-FFF2-40B4-BE49-F238E27FC236}">
                    <a16:creationId xmlns:a16="http://schemas.microsoft.com/office/drawing/2014/main" id="{FB6C9502-DABF-4B2F-B496-420E15866FD7}"/>
                  </a:ext>
                </a:extLst>
              </p:cNvPr>
              <p:cNvCxnSpPr/>
              <p:nvPr userDrawn="1"/>
            </p:nvCxnSpPr>
            <p:spPr>
              <a:xfrm>
                <a:off x="11697747"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46" name="Straight Connector 1845">
                <a:extLst>
                  <a:ext uri="{FF2B5EF4-FFF2-40B4-BE49-F238E27FC236}">
                    <a16:creationId xmlns:a16="http://schemas.microsoft.com/office/drawing/2014/main" id="{A4EBEFFA-BA25-4E1A-BDDA-015ED507B0CE}"/>
                  </a:ext>
                </a:extLst>
              </p:cNvPr>
              <p:cNvCxnSpPr/>
              <p:nvPr userDrawn="1"/>
            </p:nvCxnSpPr>
            <p:spPr>
              <a:xfrm>
                <a:off x="12481692" y="489854"/>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47" name="Straight Connector 1846">
                <a:extLst>
                  <a:ext uri="{FF2B5EF4-FFF2-40B4-BE49-F238E27FC236}">
                    <a16:creationId xmlns:a16="http://schemas.microsoft.com/office/drawing/2014/main" id="{3CF73DA3-659C-48E3-9963-D1C44A31C415}"/>
                  </a:ext>
                </a:extLst>
              </p:cNvPr>
              <p:cNvCxnSpPr/>
              <p:nvPr userDrawn="1"/>
            </p:nvCxnSpPr>
            <p:spPr>
              <a:xfrm>
                <a:off x="12481692" y="326568"/>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48" name="Straight Connector 1847">
                <a:extLst>
                  <a:ext uri="{FF2B5EF4-FFF2-40B4-BE49-F238E27FC236}">
                    <a16:creationId xmlns:a16="http://schemas.microsoft.com/office/drawing/2014/main" id="{5CEF9ED2-053B-4E04-9F75-148B3BB45138}"/>
                  </a:ext>
                </a:extLst>
              </p:cNvPr>
              <p:cNvCxnSpPr/>
              <p:nvPr userDrawn="1"/>
            </p:nvCxnSpPr>
            <p:spPr>
              <a:xfrm>
                <a:off x="12481692" y="816425"/>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49" name="Straight Connector 1848">
                <a:extLst>
                  <a:ext uri="{FF2B5EF4-FFF2-40B4-BE49-F238E27FC236}">
                    <a16:creationId xmlns:a16="http://schemas.microsoft.com/office/drawing/2014/main" id="{EE6BB664-156D-4EC9-87AA-81F824CDCA61}"/>
                  </a:ext>
                </a:extLst>
              </p:cNvPr>
              <p:cNvCxnSpPr/>
              <p:nvPr userDrawn="1"/>
            </p:nvCxnSpPr>
            <p:spPr>
              <a:xfrm>
                <a:off x="12481692" y="653139"/>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0" name="Straight Connector 1849">
                <a:extLst>
                  <a:ext uri="{FF2B5EF4-FFF2-40B4-BE49-F238E27FC236}">
                    <a16:creationId xmlns:a16="http://schemas.microsoft.com/office/drawing/2014/main" id="{10EA876D-C26C-49EC-8B55-BE03DD8E7623}"/>
                  </a:ext>
                </a:extLst>
              </p:cNvPr>
              <p:cNvCxnSpPr/>
              <p:nvPr userDrawn="1"/>
            </p:nvCxnSpPr>
            <p:spPr>
              <a:xfrm>
                <a:off x="12481692" y="1142996"/>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1" name="Straight Connector 1850">
                <a:extLst>
                  <a:ext uri="{FF2B5EF4-FFF2-40B4-BE49-F238E27FC236}">
                    <a16:creationId xmlns:a16="http://schemas.microsoft.com/office/drawing/2014/main" id="{7C4A6D44-BC17-4D43-B7AE-C7503D0B8A21}"/>
                  </a:ext>
                </a:extLst>
              </p:cNvPr>
              <p:cNvCxnSpPr/>
              <p:nvPr userDrawn="1"/>
            </p:nvCxnSpPr>
            <p:spPr>
              <a:xfrm>
                <a:off x="12481692" y="979710"/>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2" name="Straight Connector 1851">
                <a:extLst>
                  <a:ext uri="{FF2B5EF4-FFF2-40B4-BE49-F238E27FC236}">
                    <a16:creationId xmlns:a16="http://schemas.microsoft.com/office/drawing/2014/main" id="{EA06E691-9607-4317-8C48-254E0521AA1D}"/>
                  </a:ext>
                </a:extLst>
              </p:cNvPr>
              <p:cNvCxnSpPr/>
              <p:nvPr userDrawn="1"/>
            </p:nvCxnSpPr>
            <p:spPr>
              <a:xfrm>
                <a:off x="12481692" y="1469567"/>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3" name="Straight Connector 1852">
                <a:extLst>
                  <a:ext uri="{FF2B5EF4-FFF2-40B4-BE49-F238E27FC236}">
                    <a16:creationId xmlns:a16="http://schemas.microsoft.com/office/drawing/2014/main" id="{B0AA6427-2C4F-43F1-9439-3781909AE402}"/>
                  </a:ext>
                </a:extLst>
              </p:cNvPr>
              <p:cNvCxnSpPr/>
              <p:nvPr userDrawn="1"/>
            </p:nvCxnSpPr>
            <p:spPr>
              <a:xfrm>
                <a:off x="12481692" y="1306281"/>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4" name="Straight Connector 1853">
                <a:extLst>
                  <a:ext uri="{FF2B5EF4-FFF2-40B4-BE49-F238E27FC236}">
                    <a16:creationId xmlns:a16="http://schemas.microsoft.com/office/drawing/2014/main" id="{68D350F4-ADAD-4051-AE44-9C9AD2242397}"/>
                  </a:ext>
                </a:extLst>
              </p:cNvPr>
              <p:cNvCxnSpPr/>
              <p:nvPr userDrawn="1"/>
            </p:nvCxnSpPr>
            <p:spPr>
              <a:xfrm>
                <a:off x="12481692" y="1796138"/>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5" name="Straight Connector 1854">
                <a:extLst>
                  <a:ext uri="{FF2B5EF4-FFF2-40B4-BE49-F238E27FC236}">
                    <a16:creationId xmlns:a16="http://schemas.microsoft.com/office/drawing/2014/main" id="{798F6AC0-658D-481D-9454-23D6ECD24477}"/>
                  </a:ext>
                </a:extLst>
              </p:cNvPr>
              <p:cNvCxnSpPr/>
              <p:nvPr userDrawn="1"/>
            </p:nvCxnSpPr>
            <p:spPr>
              <a:xfrm>
                <a:off x="12481692" y="1632852"/>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6" name="Straight Connector 1855">
                <a:extLst>
                  <a:ext uri="{FF2B5EF4-FFF2-40B4-BE49-F238E27FC236}">
                    <a16:creationId xmlns:a16="http://schemas.microsoft.com/office/drawing/2014/main" id="{4E4B02EA-62DD-4C43-A716-7BFCA2A0500B}"/>
                  </a:ext>
                </a:extLst>
              </p:cNvPr>
              <p:cNvCxnSpPr/>
              <p:nvPr userDrawn="1"/>
            </p:nvCxnSpPr>
            <p:spPr>
              <a:xfrm>
                <a:off x="12481692" y="2122709"/>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7" name="Straight Connector 1856">
                <a:extLst>
                  <a:ext uri="{FF2B5EF4-FFF2-40B4-BE49-F238E27FC236}">
                    <a16:creationId xmlns:a16="http://schemas.microsoft.com/office/drawing/2014/main" id="{E874A35C-A4B1-4399-951D-F7FF0AD3C002}"/>
                  </a:ext>
                </a:extLst>
              </p:cNvPr>
              <p:cNvCxnSpPr/>
              <p:nvPr userDrawn="1"/>
            </p:nvCxnSpPr>
            <p:spPr>
              <a:xfrm>
                <a:off x="12481692" y="1959423"/>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8" name="Straight Connector 1857">
                <a:extLst>
                  <a:ext uri="{FF2B5EF4-FFF2-40B4-BE49-F238E27FC236}">
                    <a16:creationId xmlns:a16="http://schemas.microsoft.com/office/drawing/2014/main" id="{54EC331E-1727-485A-BF69-852A9D7745B8}"/>
                  </a:ext>
                </a:extLst>
              </p:cNvPr>
              <p:cNvCxnSpPr/>
              <p:nvPr userDrawn="1"/>
            </p:nvCxnSpPr>
            <p:spPr>
              <a:xfrm>
                <a:off x="12481692" y="2449280"/>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9" name="Straight Connector 1858">
                <a:extLst>
                  <a:ext uri="{FF2B5EF4-FFF2-40B4-BE49-F238E27FC236}">
                    <a16:creationId xmlns:a16="http://schemas.microsoft.com/office/drawing/2014/main" id="{5BD57214-257F-458A-9870-6966C1264ED2}"/>
                  </a:ext>
                </a:extLst>
              </p:cNvPr>
              <p:cNvCxnSpPr/>
              <p:nvPr userDrawn="1"/>
            </p:nvCxnSpPr>
            <p:spPr>
              <a:xfrm>
                <a:off x="12481692" y="2285994"/>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0" name="Straight Connector 1859">
                <a:extLst>
                  <a:ext uri="{FF2B5EF4-FFF2-40B4-BE49-F238E27FC236}">
                    <a16:creationId xmlns:a16="http://schemas.microsoft.com/office/drawing/2014/main" id="{9FB89F2F-F489-4165-AE11-FFE27B51285F}"/>
                  </a:ext>
                </a:extLst>
              </p:cNvPr>
              <p:cNvCxnSpPr/>
              <p:nvPr userDrawn="1"/>
            </p:nvCxnSpPr>
            <p:spPr>
              <a:xfrm>
                <a:off x="12481692" y="2775851"/>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1" name="Straight Connector 1860">
                <a:extLst>
                  <a:ext uri="{FF2B5EF4-FFF2-40B4-BE49-F238E27FC236}">
                    <a16:creationId xmlns:a16="http://schemas.microsoft.com/office/drawing/2014/main" id="{F7BAAA2E-0FB1-43C5-BF2B-212086AE8319}"/>
                  </a:ext>
                </a:extLst>
              </p:cNvPr>
              <p:cNvCxnSpPr/>
              <p:nvPr userDrawn="1"/>
            </p:nvCxnSpPr>
            <p:spPr>
              <a:xfrm>
                <a:off x="12481692" y="2612565"/>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2" name="Straight Connector 1861">
                <a:extLst>
                  <a:ext uri="{FF2B5EF4-FFF2-40B4-BE49-F238E27FC236}">
                    <a16:creationId xmlns:a16="http://schemas.microsoft.com/office/drawing/2014/main" id="{8E71BC40-A7EA-4C54-BA9F-1D06E59DA1EA}"/>
                  </a:ext>
                </a:extLst>
              </p:cNvPr>
              <p:cNvCxnSpPr/>
              <p:nvPr userDrawn="1"/>
            </p:nvCxnSpPr>
            <p:spPr>
              <a:xfrm>
                <a:off x="12481692" y="3102422"/>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3" name="Straight Connector 1862">
                <a:extLst>
                  <a:ext uri="{FF2B5EF4-FFF2-40B4-BE49-F238E27FC236}">
                    <a16:creationId xmlns:a16="http://schemas.microsoft.com/office/drawing/2014/main" id="{F4446A0B-E07A-49F5-8256-17E0D863436E}"/>
                  </a:ext>
                </a:extLst>
              </p:cNvPr>
              <p:cNvCxnSpPr/>
              <p:nvPr userDrawn="1"/>
            </p:nvCxnSpPr>
            <p:spPr>
              <a:xfrm>
                <a:off x="12481692" y="2939136"/>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4" name="Straight Connector 1863">
                <a:extLst>
                  <a:ext uri="{FF2B5EF4-FFF2-40B4-BE49-F238E27FC236}">
                    <a16:creationId xmlns:a16="http://schemas.microsoft.com/office/drawing/2014/main" id="{FA1E5DC1-6A01-4A68-A1AC-EA7B7604D4E5}"/>
                  </a:ext>
                </a:extLst>
              </p:cNvPr>
              <p:cNvCxnSpPr/>
              <p:nvPr userDrawn="1"/>
            </p:nvCxnSpPr>
            <p:spPr>
              <a:xfrm>
                <a:off x="12481692" y="3428993"/>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5" name="Straight Connector 1864">
                <a:extLst>
                  <a:ext uri="{FF2B5EF4-FFF2-40B4-BE49-F238E27FC236}">
                    <a16:creationId xmlns:a16="http://schemas.microsoft.com/office/drawing/2014/main" id="{E7138EF7-FBA2-4C13-B049-A4821AA85E14}"/>
                  </a:ext>
                </a:extLst>
              </p:cNvPr>
              <p:cNvCxnSpPr/>
              <p:nvPr userDrawn="1"/>
            </p:nvCxnSpPr>
            <p:spPr>
              <a:xfrm>
                <a:off x="12481692" y="3265707"/>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6" name="Straight Connector 1865">
                <a:extLst>
                  <a:ext uri="{FF2B5EF4-FFF2-40B4-BE49-F238E27FC236}">
                    <a16:creationId xmlns:a16="http://schemas.microsoft.com/office/drawing/2014/main" id="{EDCDE1AF-E0B5-4CE7-8625-32364359673C}"/>
                  </a:ext>
                </a:extLst>
              </p:cNvPr>
              <p:cNvCxnSpPr/>
              <p:nvPr userDrawn="1"/>
            </p:nvCxnSpPr>
            <p:spPr>
              <a:xfrm>
                <a:off x="12481692" y="3755564"/>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7" name="Straight Connector 1866">
                <a:extLst>
                  <a:ext uri="{FF2B5EF4-FFF2-40B4-BE49-F238E27FC236}">
                    <a16:creationId xmlns:a16="http://schemas.microsoft.com/office/drawing/2014/main" id="{9F6B3EC6-7F4C-49F7-A4C2-A0B7DBAD2178}"/>
                  </a:ext>
                </a:extLst>
              </p:cNvPr>
              <p:cNvCxnSpPr/>
              <p:nvPr userDrawn="1"/>
            </p:nvCxnSpPr>
            <p:spPr>
              <a:xfrm>
                <a:off x="12481692" y="3592278"/>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8" name="Straight Connector 1867">
                <a:extLst>
                  <a:ext uri="{FF2B5EF4-FFF2-40B4-BE49-F238E27FC236}">
                    <a16:creationId xmlns:a16="http://schemas.microsoft.com/office/drawing/2014/main" id="{0392A7A1-F502-4475-9491-ABC542C937EF}"/>
                  </a:ext>
                </a:extLst>
              </p:cNvPr>
              <p:cNvCxnSpPr/>
              <p:nvPr userDrawn="1"/>
            </p:nvCxnSpPr>
            <p:spPr>
              <a:xfrm>
                <a:off x="12481692" y="4081755"/>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9" name="Straight Connector 1868">
                <a:extLst>
                  <a:ext uri="{FF2B5EF4-FFF2-40B4-BE49-F238E27FC236}">
                    <a16:creationId xmlns:a16="http://schemas.microsoft.com/office/drawing/2014/main" id="{734D041E-063B-4497-85AA-7B8FBE417457}"/>
                  </a:ext>
                </a:extLst>
              </p:cNvPr>
              <p:cNvCxnSpPr/>
              <p:nvPr userDrawn="1"/>
            </p:nvCxnSpPr>
            <p:spPr>
              <a:xfrm>
                <a:off x="12481692" y="3918469"/>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0" name="Straight Connector 1869">
                <a:extLst>
                  <a:ext uri="{FF2B5EF4-FFF2-40B4-BE49-F238E27FC236}">
                    <a16:creationId xmlns:a16="http://schemas.microsoft.com/office/drawing/2014/main" id="{EC9749B8-000A-4818-BB0F-974419FD2021}"/>
                  </a:ext>
                </a:extLst>
              </p:cNvPr>
              <p:cNvCxnSpPr/>
              <p:nvPr userDrawn="1"/>
            </p:nvCxnSpPr>
            <p:spPr>
              <a:xfrm>
                <a:off x="12481692" y="4408326"/>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1" name="Straight Connector 1870">
                <a:extLst>
                  <a:ext uri="{FF2B5EF4-FFF2-40B4-BE49-F238E27FC236}">
                    <a16:creationId xmlns:a16="http://schemas.microsoft.com/office/drawing/2014/main" id="{8C30234A-BAC2-4ADB-ADE2-1CCA3DBC9092}"/>
                  </a:ext>
                </a:extLst>
              </p:cNvPr>
              <p:cNvCxnSpPr/>
              <p:nvPr userDrawn="1"/>
            </p:nvCxnSpPr>
            <p:spPr>
              <a:xfrm>
                <a:off x="12481692" y="4245040"/>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2" name="Straight Connector 1871">
                <a:extLst>
                  <a:ext uri="{FF2B5EF4-FFF2-40B4-BE49-F238E27FC236}">
                    <a16:creationId xmlns:a16="http://schemas.microsoft.com/office/drawing/2014/main" id="{6B6F744C-7013-45B9-9791-38F4976AE050}"/>
                  </a:ext>
                </a:extLst>
              </p:cNvPr>
              <p:cNvCxnSpPr/>
              <p:nvPr userDrawn="1"/>
            </p:nvCxnSpPr>
            <p:spPr>
              <a:xfrm>
                <a:off x="12481692" y="4734897"/>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3" name="Straight Connector 1872">
                <a:extLst>
                  <a:ext uri="{FF2B5EF4-FFF2-40B4-BE49-F238E27FC236}">
                    <a16:creationId xmlns:a16="http://schemas.microsoft.com/office/drawing/2014/main" id="{38A09CC4-4EE2-452A-8585-3C22C9462376}"/>
                  </a:ext>
                </a:extLst>
              </p:cNvPr>
              <p:cNvCxnSpPr/>
              <p:nvPr userDrawn="1"/>
            </p:nvCxnSpPr>
            <p:spPr>
              <a:xfrm>
                <a:off x="12481692" y="4571611"/>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4" name="Straight Connector 1873">
                <a:extLst>
                  <a:ext uri="{FF2B5EF4-FFF2-40B4-BE49-F238E27FC236}">
                    <a16:creationId xmlns:a16="http://schemas.microsoft.com/office/drawing/2014/main" id="{18047928-7E24-453B-9C35-D3F4D9727E33}"/>
                  </a:ext>
                </a:extLst>
              </p:cNvPr>
              <p:cNvCxnSpPr/>
              <p:nvPr userDrawn="1"/>
            </p:nvCxnSpPr>
            <p:spPr>
              <a:xfrm>
                <a:off x="12481692" y="5061468"/>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6" name="Straight Connector 1875">
                <a:extLst>
                  <a:ext uri="{FF2B5EF4-FFF2-40B4-BE49-F238E27FC236}">
                    <a16:creationId xmlns:a16="http://schemas.microsoft.com/office/drawing/2014/main" id="{AEB32B1B-FDD5-4DA4-B07C-87365241BE3E}"/>
                  </a:ext>
                </a:extLst>
              </p:cNvPr>
              <p:cNvCxnSpPr/>
              <p:nvPr userDrawn="1"/>
            </p:nvCxnSpPr>
            <p:spPr>
              <a:xfrm>
                <a:off x="12481692" y="5388039"/>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7" name="Straight Connector 1876">
                <a:extLst>
                  <a:ext uri="{FF2B5EF4-FFF2-40B4-BE49-F238E27FC236}">
                    <a16:creationId xmlns:a16="http://schemas.microsoft.com/office/drawing/2014/main" id="{2A0ABFEF-DF4E-4CEB-959C-B6B26B683376}"/>
                  </a:ext>
                </a:extLst>
              </p:cNvPr>
              <p:cNvCxnSpPr/>
              <p:nvPr userDrawn="1"/>
            </p:nvCxnSpPr>
            <p:spPr>
              <a:xfrm>
                <a:off x="12481692" y="5224753"/>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8" name="Straight Connector 1877">
                <a:extLst>
                  <a:ext uri="{FF2B5EF4-FFF2-40B4-BE49-F238E27FC236}">
                    <a16:creationId xmlns:a16="http://schemas.microsoft.com/office/drawing/2014/main" id="{3451E7DD-CB32-422A-8DF3-8F31E24E8239}"/>
                  </a:ext>
                </a:extLst>
              </p:cNvPr>
              <p:cNvCxnSpPr/>
              <p:nvPr userDrawn="1"/>
            </p:nvCxnSpPr>
            <p:spPr>
              <a:xfrm>
                <a:off x="12481692" y="5714610"/>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9" name="Straight Connector 1878">
                <a:extLst>
                  <a:ext uri="{FF2B5EF4-FFF2-40B4-BE49-F238E27FC236}">
                    <a16:creationId xmlns:a16="http://schemas.microsoft.com/office/drawing/2014/main" id="{D86475DA-391E-4A74-AD10-8794319D1EFB}"/>
                  </a:ext>
                </a:extLst>
              </p:cNvPr>
              <p:cNvCxnSpPr/>
              <p:nvPr userDrawn="1"/>
            </p:nvCxnSpPr>
            <p:spPr>
              <a:xfrm>
                <a:off x="12481692" y="5551324"/>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0" name="Straight Connector 1879">
                <a:extLst>
                  <a:ext uri="{FF2B5EF4-FFF2-40B4-BE49-F238E27FC236}">
                    <a16:creationId xmlns:a16="http://schemas.microsoft.com/office/drawing/2014/main" id="{2B166F54-2D92-4FBE-B9F4-1253F4EF6868}"/>
                  </a:ext>
                </a:extLst>
              </p:cNvPr>
              <p:cNvCxnSpPr/>
              <p:nvPr userDrawn="1"/>
            </p:nvCxnSpPr>
            <p:spPr>
              <a:xfrm>
                <a:off x="12481692" y="6041181"/>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1" name="Straight Connector 1880">
                <a:extLst>
                  <a:ext uri="{FF2B5EF4-FFF2-40B4-BE49-F238E27FC236}">
                    <a16:creationId xmlns:a16="http://schemas.microsoft.com/office/drawing/2014/main" id="{F02BF647-500B-4CB9-B89E-D7EAED4F6AE7}"/>
                  </a:ext>
                </a:extLst>
              </p:cNvPr>
              <p:cNvCxnSpPr/>
              <p:nvPr userDrawn="1"/>
            </p:nvCxnSpPr>
            <p:spPr>
              <a:xfrm>
                <a:off x="12481692" y="5877895"/>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2" name="Straight Connector 1881">
                <a:extLst>
                  <a:ext uri="{FF2B5EF4-FFF2-40B4-BE49-F238E27FC236}">
                    <a16:creationId xmlns:a16="http://schemas.microsoft.com/office/drawing/2014/main" id="{D4100C2F-A6CC-4330-AE7F-77C409F51318}"/>
                  </a:ext>
                </a:extLst>
              </p:cNvPr>
              <p:cNvCxnSpPr/>
              <p:nvPr userDrawn="1"/>
            </p:nvCxnSpPr>
            <p:spPr>
              <a:xfrm>
                <a:off x="12481692" y="6367752"/>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3" name="Straight Connector 1882">
                <a:extLst>
                  <a:ext uri="{FF2B5EF4-FFF2-40B4-BE49-F238E27FC236}">
                    <a16:creationId xmlns:a16="http://schemas.microsoft.com/office/drawing/2014/main" id="{736E85BA-741B-47DD-83C9-89BF1C9AC151}"/>
                  </a:ext>
                </a:extLst>
              </p:cNvPr>
              <p:cNvCxnSpPr/>
              <p:nvPr userDrawn="1"/>
            </p:nvCxnSpPr>
            <p:spPr>
              <a:xfrm>
                <a:off x="12481692" y="6204466"/>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1" name="Straight Connector 2020">
                <a:extLst>
                  <a:ext uri="{FF2B5EF4-FFF2-40B4-BE49-F238E27FC236}">
                    <a16:creationId xmlns:a16="http://schemas.microsoft.com/office/drawing/2014/main" id="{E7775488-7784-403B-BC04-F7FEAFC1D23C}"/>
                  </a:ext>
                </a:extLst>
              </p:cNvPr>
              <p:cNvCxnSpPr/>
              <p:nvPr userDrawn="1"/>
            </p:nvCxnSpPr>
            <p:spPr>
              <a:xfrm>
                <a:off x="494272"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2" name="Straight Connector 2021">
                <a:extLst>
                  <a:ext uri="{FF2B5EF4-FFF2-40B4-BE49-F238E27FC236}">
                    <a16:creationId xmlns:a16="http://schemas.microsoft.com/office/drawing/2014/main" id="{BCFE1D7B-6F55-42CB-B02B-856236CD9137}"/>
                  </a:ext>
                </a:extLst>
              </p:cNvPr>
              <p:cNvCxnSpPr/>
              <p:nvPr userDrawn="1"/>
            </p:nvCxnSpPr>
            <p:spPr>
              <a:xfrm>
                <a:off x="329515"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3" name="Straight Connector 2022">
                <a:extLst>
                  <a:ext uri="{FF2B5EF4-FFF2-40B4-BE49-F238E27FC236}">
                    <a16:creationId xmlns:a16="http://schemas.microsoft.com/office/drawing/2014/main" id="{68E9AD67-5D0F-4D1D-B2C6-0F44E7A00DB5}"/>
                  </a:ext>
                </a:extLst>
              </p:cNvPr>
              <p:cNvCxnSpPr/>
              <p:nvPr userDrawn="1"/>
            </p:nvCxnSpPr>
            <p:spPr>
              <a:xfrm>
                <a:off x="823786"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4" name="Straight Connector 2023">
                <a:extLst>
                  <a:ext uri="{FF2B5EF4-FFF2-40B4-BE49-F238E27FC236}">
                    <a16:creationId xmlns:a16="http://schemas.microsoft.com/office/drawing/2014/main" id="{6A77AADB-CF97-4212-BF30-FCD05F619287}"/>
                  </a:ext>
                </a:extLst>
              </p:cNvPr>
              <p:cNvCxnSpPr/>
              <p:nvPr userDrawn="1"/>
            </p:nvCxnSpPr>
            <p:spPr>
              <a:xfrm>
                <a:off x="659029"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5" name="Straight Connector 2024">
                <a:extLst>
                  <a:ext uri="{FF2B5EF4-FFF2-40B4-BE49-F238E27FC236}">
                    <a16:creationId xmlns:a16="http://schemas.microsoft.com/office/drawing/2014/main" id="{324FC146-C2BF-4C87-B40C-8E3578830F57}"/>
                  </a:ext>
                </a:extLst>
              </p:cNvPr>
              <p:cNvCxnSpPr/>
              <p:nvPr userDrawn="1"/>
            </p:nvCxnSpPr>
            <p:spPr>
              <a:xfrm>
                <a:off x="1153300"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6" name="Straight Connector 2025">
                <a:extLst>
                  <a:ext uri="{FF2B5EF4-FFF2-40B4-BE49-F238E27FC236}">
                    <a16:creationId xmlns:a16="http://schemas.microsoft.com/office/drawing/2014/main" id="{EC2B6437-2BB5-471E-ABC2-7E7904E3D4C3}"/>
                  </a:ext>
                </a:extLst>
              </p:cNvPr>
              <p:cNvCxnSpPr/>
              <p:nvPr userDrawn="1"/>
            </p:nvCxnSpPr>
            <p:spPr>
              <a:xfrm>
                <a:off x="988543"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7" name="Straight Connector 2026">
                <a:extLst>
                  <a:ext uri="{FF2B5EF4-FFF2-40B4-BE49-F238E27FC236}">
                    <a16:creationId xmlns:a16="http://schemas.microsoft.com/office/drawing/2014/main" id="{52BB5111-C422-4C26-8C98-E36EF8D4915A}"/>
                  </a:ext>
                </a:extLst>
              </p:cNvPr>
              <p:cNvCxnSpPr/>
              <p:nvPr userDrawn="1"/>
            </p:nvCxnSpPr>
            <p:spPr>
              <a:xfrm>
                <a:off x="1482814"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8" name="Straight Connector 2027">
                <a:extLst>
                  <a:ext uri="{FF2B5EF4-FFF2-40B4-BE49-F238E27FC236}">
                    <a16:creationId xmlns:a16="http://schemas.microsoft.com/office/drawing/2014/main" id="{57E7B28E-78CD-4304-901F-45AA13D106A1}"/>
                  </a:ext>
                </a:extLst>
              </p:cNvPr>
              <p:cNvCxnSpPr/>
              <p:nvPr userDrawn="1"/>
            </p:nvCxnSpPr>
            <p:spPr>
              <a:xfrm>
                <a:off x="1318057"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9" name="Straight Connector 2028">
                <a:extLst>
                  <a:ext uri="{FF2B5EF4-FFF2-40B4-BE49-F238E27FC236}">
                    <a16:creationId xmlns:a16="http://schemas.microsoft.com/office/drawing/2014/main" id="{C854AE8E-D93F-4651-89BA-5113864C436B}"/>
                  </a:ext>
                </a:extLst>
              </p:cNvPr>
              <p:cNvCxnSpPr/>
              <p:nvPr userDrawn="1"/>
            </p:nvCxnSpPr>
            <p:spPr>
              <a:xfrm>
                <a:off x="1812328"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0" name="Straight Connector 2029">
                <a:extLst>
                  <a:ext uri="{FF2B5EF4-FFF2-40B4-BE49-F238E27FC236}">
                    <a16:creationId xmlns:a16="http://schemas.microsoft.com/office/drawing/2014/main" id="{2F10C3E3-B5E1-4AFE-A016-EA667102B8E5}"/>
                  </a:ext>
                </a:extLst>
              </p:cNvPr>
              <p:cNvCxnSpPr/>
              <p:nvPr userDrawn="1"/>
            </p:nvCxnSpPr>
            <p:spPr>
              <a:xfrm>
                <a:off x="1647571"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1" name="Straight Connector 2030">
                <a:extLst>
                  <a:ext uri="{FF2B5EF4-FFF2-40B4-BE49-F238E27FC236}">
                    <a16:creationId xmlns:a16="http://schemas.microsoft.com/office/drawing/2014/main" id="{2E4C1715-969B-4A57-AB1C-A7B9416B8940}"/>
                  </a:ext>
                </a:extLst>
              </p:cNvPr>
              <p:cNvCxnSpPr/>
              <p:nvPr userDrawn="1"/>
            </p:nvCxnSpPr>
            <p:spPr>
              <a:xfrm>
                <a:off x="2141842"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2" name="Straight Connector 2031">
                <a:extLst>
                  <a:ext uri="{FF2B5EF4-FFF2-40B4-BE49-F238E27FC236}">
                    <a16:creationId xmlns:a16="http://schemas.microsoft.com/office/drawing/2014/main" id="{158CE7B0-F5BE-4A43-8581-8996297032EE}"/>
                  </a:ext>
                </a:extLst>
              </p:cNvPr>
              <p:cNvCxnSpPr/>
              <p:nvPr userDrawn="1"/>
            </p:nvCxnSpPr>
            <p:spPr>
              <a:xfrm>
                <a:off x="1977085"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3" name="Straight Connector 2032">
                <a:extLst>
                  <a:ext uri="{FF2B5EF4-FFF2-40B4-BE49-F238E27FC236}">
                    <a16:creationId xmlns:a16="http://schemas.microsoft.com/office/drawing/2014/main" id="{66158B0E-679A-42D3-9371-E559F3212A00}"/>
                  </a:ext>
                </a:extLst>
              </p:cNvPr>
              <p:cNvCxnSpPr/>
              <p:nvPr userDrawn="1"/>
            </p:nvCxnSpPr>
            <p:spPr>
              <a:xfrm>
                <a:off x="2471356"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4" name="Straight Connector 2033">
                <a:extLst>
                  <a:ext uri="{FF2B5EF4-FFF2-40B4-BE49-F238E27FC236}">
                    <a16:creationId xmlns:a16="http://schemas.microsoft.com/office/drawing/2014/main" id="{041138B8-72FE-4238-8CD3-A948B4811361}"/>
                  </a:ext>
                </a:extLst>
              </p:cNvPr>
              <p:cNvCxnSpPr/>
              <p:nvPr userDrawn="1"/>
            </p:nvCxnSpPr>
            <p:spPr>
              <a:xfrm>
                <a:off x="2306599"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5" name="Straight Connector 2034">
                <a:extLst>
                  <a:ext uri="{FF2B5EF4-FFF2-40B4-BE49-F238E27FC236}">
                    <a16:creationId xmlns:a16="http://schemas.microsoft.com/office/drawing/2014/main" id="{9C203DDF-9EC6-42CA-82A4-B36E9732D657}"/>
                  </a:ext>
                </a:extLst>
              </p:cNvPr>
              <p:cNvCxnSpPr/>
              <p:nvPr userDrawn="1"/>
            </p:nvCxnSpPr>
            <p:spPr>
              <a:xfrm>
                <a:off x="2800870"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6" name="Straight Connector 2035">
                <a:extLst>
                  <a:ext uri="{FF2B5EF4-FFF2-40B4-BE49-F238E27FC236}">
                    <a16:creationId xmlns:a16="http://schemas.microsoft.com/office/drawing/2014/main" id="{45917DC4-72A8-445B-A89D-DB24F13E75B5}"/>
                  </a:ext>
                </a:extLst>
              </p:cNvPr>
              <p:cNvCxnSpPr/>
              <p:nvPr userDrawn="1"/>
            </p:nvCxnSpPr>
            <p:spPr>
              <a:xfrm>
                <a:off x="2636113"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7" name="Straight Connector 2036">
                <a:extLst>
                  <a:ext uri="{FF2B5EF4-FFF2-40B4-BE49-F238E27FC236}">
                    <a16:creationId xmlns:a16="http://schemas.microsoft.com/office/drawing/2014/main" id="{250E3C34-4E8B-4492-83A8-F62ED6E47ECB}"/>
                  </a:ext>
                </a:extLst>
              </p:cNvPr>
              <p:cNvCxnSpPr/>
              <p:nvPr userDrawn="1"/>
            </p:nvCxnSpPr>
            <p:spPr>
              <a:xfrm>
                <a:off x="3130384"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8" name="Straight Connector 2037">
                <a:extLst>
                  <a:ext uri="{FF2B5EF4-FFF2-40B4-BE49-F238E27FC236}">
                    <a16:creationId xmlns:a16="http://schemas.microsoft.com/office/drawing/2014/main" id="{2DA6F0F4-D527-4063-ABE6-DA7B1AFA0343}"/>
                  </a:ext>
                </a:extLst>
              </p:cNvPr>
              <p:cNvCxnSpPr/>
              <p:nvPr userDrawn="1"/>
            </p:nvCxnSpPr>
            <p:spPr>
              <a:xfrm>
                <a:off x="2965627"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9" name="Straight Connector 2038">
                <a:extLst>
                  <a:ext uri="{FF2B5EF4-FFF2-40B4-BE49-F238E27FC236}">
                    <a16:creationId xmlns:a16="http://schemas.microsoft.com/office/drawing/2014/main" id="{4ADD9BC8-05F2-4ACD-B6AF-D75161CC54BF}"/>
                  </a:ext>
                </a:extLst>
              </p:cNvPr>
              <p:cNvCxnSpPr/>
              <p:nvPr userDrawn="1"/>
            </p:nvCxnSpPr>
            <p:spPr>
              <a:xfrm>
                <a:off x="3459898"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0" name="Straight Connector 2039">
                <a:extLst>
                  <a:ext uri="{FF2B5EF4-FFF2-40B4-BE49-F238E27FC236}">
                    <a16:creationId xmlns:a16="http://schemas.microsoft.com/office/drawing/2014/main" id="{9F6DE046-7C11-473D-826E-ECFF5561C559}"/>
                  </a:ext>
                </a:extLst>
              </p:cNvPr>
              <p:cNvCxnSpPr/>
              <p:nvPr userDrawn="1"/>
            </p:nvCxnSpPr>
            <p:spPr>
              <a:xfrm>
                <a:off x="3295141"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1" name="Straight Connector 2040">
                <a:extLst>
                  <a:ext uri="{FF2B5EF4-FFF2-40B4-BE49-F238E27FC236}">
                    <a16:creationId xmlns:a16="http://schemas.microsoft.com/office/drawing/2014/main" id="{CA944FFF-70A6-4FF9-A022-A40BFBCD9312}"/>
                  </a:ext>
                </a:extLst>
              </p:cNvPr>
              <p:cNvCxnSpPr/>
              <p:nvPr userDrawn="1"/>
            </p:nvCxnSpPr>
            <p:spPr>
              <a:xfrm>
                <a:off x="3789412"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2" name="Straight Connector 2041">
                <a:extLst>
                  <a:ext uri="{FF2B5EF4-FFF2-40B4-BE49-F238E27FC236}">
                    <a16:creationId xmlns:a16="http://schemas.microsoft.com/office/drawing/2014/main" id="{3C2DFD9C-328E-4B1F-8B1C-6671D1EBF9DB}"/>
                  </a:ext>
                </a:extLst>
              </p:cNvPr>
              <p:cNvCxnSpPr/>
              <p:nvPr userDrawn="1"/>
            </p:nvCxnSpPr>
            <p:spPr>
              <a:xfrm>
                <a:off x="3624655"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3" name="Straight Connector 2042">
                <a:extLst>
                  <a:ext uri="{FF2B5EF4-FFF2-40B4-BE49-F238E27FC236}">
                    <a16:creationId xmlns:a16="http://schemas.microsoft.com/office/drawing/2014/main" id="{29C922E8-2F3D-43CE-A121-17CF94547BAD}"/>
                  </a:ext>
                </a:extLst>
              </p:cNvPr>
              <p:cNvCxnSpPr/>
              <p:nvPr userDrawn="1"/>
            </p:nvCxnSpPr>
            <p:spPr>
              <a:xfrm>
                <a:off x="4118926"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4" name="Straight Connector 2043">
                <a:extLst>
                  <a:ext uri="{FF2B5EF4-FFF2-40B4-BE49-F238E27FC236}">
                    <a16:creationId xmlns:a16="http://schemas.microsoft.com/office/drawing/2014/main" id="{7A93877F-AB12-4FF8-91C4-04D0B4ECC66A}"/>
                  </a:ext>
                </a:extLst>
              </p:cNvPr>
              <p:cNvCxnSpPr/>
              <p:nvPr userDrawn="1"/>
            </p:nvCxnSpPr>
            <p:spPr>
              <a:xfrm>
                <a:off x="3954169"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5" name="Straight Connector 2044">
                <a:extLst>
                  <a:ext uri="{FF2B5EF4-FFF2-40B4-BE49-F238E27FC236}">
                    <a16:creationId xmlns:a16="http://schemas.microsoft.com/office/drawing/2014/main" id="{935663A9-3DAF-4FEA-B361-F7CDC8C4262A}"/>
                  </a:ext>
                </a:extLst>
              </p:cNvPr>
              <p:cNvCxnSpPr/>
              <p:nvPr userDrawn="1"/>
            </p:nvCxnSpPr>
            <p:spPr>
              <a:xfrm>
                <a:off x="4448440"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6" name="Straight Connector 2045">
                <a:extLst>
                  <a:ext uri="{FF2B5EF4-FFF2-40B4-BE49-F238E27FC236}">
                    <a16:creationId xmlns:a16="http://schemas.microsoft.com/office/drawing/2014/main" id="{348D3BE9-3FCA-4C32-81F4-B88BA2668C71}"/>
                  </a:ext>
                </a:extLst>
              </p:cNvPr>
              <p:cNvCxnSpPr/>
              <p:nvPr userDrawn="1"/>
            </p:nvCxnSpPr>
            <p:spPr>
              <a:xfrm>
                <a:off x="4283683"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7" name="Straight Connector 2046">
                <a:extLst>
                  <a:ext uri="{FF2B5EF4-FFF2-40B4-BE49-F238E27FC236}">
                    <a16:creationId xmlns:a16="http://schemas.microsoft.com/office/drawing/2014/main" id="{3DAAF9E5-FC2D-41C4-A0F9-5294F77E362D}"/>
                  </a:ext>
                </a:extLst>
              </p:cNvPr>
              <p:cNvCxnSpPr/>
              <p:nvPr userDrawn="1"/>
            </p:nvCxnSpPr>
            <p:spPr>
              <a:xfrm>
                <a:off x="4777954"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8" name="Straight Connector 2047">
                <a:extLst>
                  <a:ext uri="{FF2B5EF4-FFF2-40B4-BE49-F238E27FC236}">
                    <a16:creationId xmlns:a16="http://schemas.microsoft.com/office/drawing/2014/main" id="{E7DF4BB4-CC67-4504-963E-61FA8714FA3B}"/>
                  </a:ext>
                </a:extLst>
              </p:cNvPr>
              <p:cNvCxnSpPr/>
              <p:nvPr userDrawn="1"/>
            </p:nvCxnSpPr>
            <p:spPr>
              <a:xfrm>
                <a:off x="4613197"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9" name="Straight Connector 2048">
                <a:extLst>
                  <a:ext uri="{FF2B5EF4-FFF2-40B4-BE49-F238E27FC236}">
                    <a16:creationId xmlns:a16="http://schemas.microsoft.com/office/drawing/2014/main" id="{EE734A94-C376-4C99-98CE-E1B12E811DC8}"/>
                  </a:ext>
                </a:extLst>
              </p:cNvPr>
              <p:cNvCxnSpPr/>
              <p:nvPr userDrawn="1"/>
            </p:nvCxnSpPr>
            <p:spPr>
              <a:xfrm>
                <a:off x="5107468"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0" name="Straight Connector 2049">
                <a:extLst>
                  <a:ext uri="{FF2B5EF4-FFF2-40B4-BE49-F238E27FC236}">
                    <a16:creationId xmlns:a16="http://schemas.microsoft.com/office/drawing/2014/main" id="{865EE46D-C843-4A85-BA7D-E64DCF36E286}"/>
                  </a:ext>
                </a:extLst>
              </p:cNvPr>
              <p:cNvCxnSpPr/>
              <p:nvPr userDrawn="1"/>
            </p:nvCxnSpPr>
            <p:spPr>
              <a:xfrm>
                <a:off x="4942711"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1" name="Straight Connector 2050">
                <a:extLst>
                  <a:ext uri="{FF2B5EF4-FFF2-40B4-BE49-F238E27FC236}">
                    <a16:creationId xmlns:a16="http://schemas.microsoft.com/office/drawing/2014/main" id="{AF1C7CAA-6590-4527-B14A-DB14548A9F12}"/>
                  </a:ext>
                </a:extLst>
              </p:cNvPr>
              <p:cNvCxnSpPr/>
              <p:nvPr userDrawn="1"/>
            </p:nvCxnSpPr>
            <p:spPr>
              <a:xfrm>
                <a:off x="5436982"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2" name="Straight Connector 2051">
                <a:extLst>
                  <a:ext uri="{FF2B5EF4-FFF2-40B4-BE49-F238E27FC236}">
                    <a16:creationId xmlns:a16="http://schemas.microsoft.com/office/drawing/2014/main" id="{A3A71923-A512-4D0E-9FB4-90750AA5BCE6}"/>
                  </a:ext>
                </a:extLst>
              </p:cNvPr>
              <p:cNvCxnSpPr/>
              <p:nvPr userDrawn="1"/>
            </p:nvCxnSpPr>
            <p:spPr>
              <a:xfrm>
                <a:off x="5272225"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3" name="Straight Connector 2052">
                <a:extLst>
                  <a:ext uri="{FF2B5EF4-FFF2-40B4-BE49-F238E27FC236}">
                    <a16:creationId xmlns:a16="http://schemas.microsoft.com/office/drawing/2014/main" id="{762BFA0C-869D-4074-BA13-586C7453508C}"/>
                  </a:ext>
                </a:extLst>
              </p:cNvPr>
              <p:cNvCxnSpPr/>
              <p:nvPr userDrawn="1"/>
            </p:nvCxnSpPr>
            <p:spPr>
              <a:xfrm>
                <a:off x="5766496"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4" name="Straight Connector 2053">
                <a:extLst>
                  <a:ext uri="{FF2B5EF4-FFF2-40B4-BE49-F238E27FC236}">
                    <a16:creationId xmlns:a16="http://schemas.microsoft.com/office/drawing/2014/main" id="{45DD90F0-013E-470F-B932-DF34112F9148}"/>
                  </a:ext>
                </a:extLst>
              </p:cNvPr>
              <p:cNvCxnSpPr/>
              <p:nvPr userDrawn="1"/>
            </p:nvCxnSpPr>
            <p:spPr>
              <a:xfrm>
                <a:off x="5601739"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5" name="Straight Connector 2054">
                <a:extLst>
                  <a:ext uri="{FF2B5EF4-FFF2-40B4-BE49-F238E27FC236}">
                    <a16:creationId xmlns:a16="http://schemas.microsoft.com/office/drawing/2014/main" id="{13AE674F-F33B-4A4B-B56D-548693F3C815}"/>
                  </a:ext>
                </a:extLst>
              </p:cNvPr>
              <p:cNvCxnSpPr/>
              <p:nvPr userDrawn="1"/>
            </p:nvCxnSpPr>
            <p:spPr>
              <a:xfrm>
                <a:off x="6096010"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6" name="Straight Connector 2055">
                <a:extLst>
                  <a:ext uri="{FF2B5EF4-FFF2-40B4-BE49-F238E27FC236}">
                    <a16:creationId xmlns:a16="http://schemas.microsoft.com/office/drawing/2014/main" id="{A680FD1A-7D29-481B-B6C3-2DEAB6286BCC}"/>
                  </a:ext>
                </a:extLst>
              </p:cNvPr>
              <p:cNvCxnSpPr/>
              <p:nvPr userDrawn="1"/>
            </p:nvCxnSpPr>
            <p:spPr>
              <a:xfrm>
                <a:off x="5931253"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7" name="Straight Connector 2056">
                <a:extLst>
                  <a:ext uri="{FF2B5EF4-FFF2-40B4-BE49-F238E27FC236}">
                    <a16:creationId xmlns:a16="http://schemas.microsoft.com/office/drawing/2014/main" id="{2C3A5CB2-2CE4-46D5-876B-ABBCC2F3E017}"/>
                  </a:ext>
                </a:extLst>
              </p:cNvPr>
              <p:cNvCxnSpPr/>
              <p:nvPr userDrawn="1"/>
            </p:nvCxnSpPr>
            <p:spPr>
              <a:xfrm>
                <a:off x="6425524"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8" name="Straight Connector 2057">
                <a:extLst>
                  <a:ext uri="{FF2B5EF4-FFF2-40B4-BE49-F238E27FC236}">
                    <a16:creationId xmlns:a16="http://schemas.microsoft.com/office/drawing/2014/main" id="{403D01B7-569C-4059-9608-4A861B81AF1A}"/>
                  </a:ext>
                </a:extLst>
              </p:cNvPr>
              <p:cNvCxnSpPr/>
              <p:nvPr userDrawn="1"/>
            </p:nvCxnSpPr>
            <p:spPr>
              <a:xfrm>
                <a:off x="6260767"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9" name="Straight Connector 2058">
                <a:extLst>
                  <a:ext uri="{FF2B5EF4-FFF2-40B4-BE49-F238E27FC236}">
                    <a16:creationId xmlns:a16="http://schemas.microsoft.com/office/drawing/2014/main" id="{1ABF768A-3814-4A15-90CF-BDACE6502F77}"/>
                  </a:ext>
                </a:extLst>
              </p:cNvPr>
              <p:cNvCxnSpPr/>
              <p:nvPr userDrawn="1"/>
            </p:nvCxnSpPr>
            <p:spPr>
              <a:xfrm>
                <a:off x="6590280"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0" name="Straight Connector 2059">
                <a:extLst>
                  <a:ext uri="{FF2B5EF4-FFF2-40B4-BE49-F238E27FC236}">
                    <a16:creationId xmlns:a16="http://schemas.microsoft.com/office/drawing/2014/main" id="{FCFCFDC3-7C9D-45CE-A25A-F9D0990F0DA5}"/>
                  </a:ext>
                </a:extLst>
              </p:cNvPr>
              <p:cNvCxnSpPr/>
              <p:nvPr userDrawn="1"/>
            </p:nvCxnSpPr>
            <p:spPr>
              <a:xfrm>
                <a:off x="6919794"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1" name="Straight Connector 2060">
                <a:extLst>
                  <a:ext uri="{FF2B5EF4-FFF2-40B4-BE49-F238E27FC236}">
                    <a16:creationId xmlns:a16="http://schemas.microsoft.com/office/drawing/2014/main" id="{502D6FFE-63AA-48A3-A3A2-EA8186B7CE75}"/>
                  </a:ext>
                </a:extLst>
              </p:cNvPr>
              <p:cNvCxnSpPr/>
              <p:nvPr userDrawn="1"/>
            </p:nvCxnSpPr>
            <p:spPr>
              <a:xfrm>
                <a:off x="6755037"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2" name="Straight Connector 2061">
                <a:extLst>
                  <a:ext uri="{FF2B5EF4-FFF2-40B4-BE49-F238E27FC236}">
                    <a16:creationId xmlns:a16="http://schemas.microsoft.com/office/drawing/2014/main" id="{45D02340-9CEF-4D15-8728-8CE100E598AD}"/>
                  </a:ext>
                </a:extLst>
              </p:cNvPr>
              <p:cNvCxnSpPr/>
              <p:nvPr userDrawn="1"/>
            </p:nvCxnSpPr>
            <p:spPr>
              <a:xfrm>
                <a:off x="7249308"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3" name="Straight Connector 2062">
                <a:extLst>
                  <a:ext uri="{FF2B5EF4-FFF2-40B4-BE49-F238E27FC236}">
                    <a16:creationId xmlns:a16="http://schemas.microsoft.com/office/drawing/2014/main" id="{48E771BA-5C48-40DE-821E-676678C2CE43}"/>
                  </a:ext>
                </a:extLst>
              </p:cNvPr>
              <p:cNvCxnSpPr/>
              <p:nvPr userDrawn="1"/>
            </p:nvCxnSpPr>
            <p:spPr>
              <a:xfrm>
                <a:off x="7084551"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4" name="Straight Connector 2063">
                <a:extLst>
                  <a:ext uri="{FF2B5EF4-FFF2-40B4-BE49-F238E27FC236}">
                    <a16:creationId xmlns:a16="http://schemas.microsoft.com/office/drawing/2014/main" id="{6677D2F6-CD4B-448A-A392-97ABF94545FA}"/>
                  </a:ext>
                </a:extLst>
              </p:cNvPr>
              <p:cNvCxnSpPr/>
              <p:nvPr userDrawn="1"/>
            </p:nvCxnSpPr>
            <p:spPr>
              <a:xfrm>
                <a:off x="7578822"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5" name="Straight Connector 2064">
                <a:extLst>
                  <a:ext uri="{FF2B5EF4-FFF2-40B4-BE49-F238E27FC236}">
                    <a16:creationId xmlns:a16="http://schemas.microsoft.com/office/drawing/2014/main" id="{64CC4814-104F-4D03-8563-371B90F226B0}"/>
                  </a:ext>
                </a:extLst>
              </p:cNvPr>
              <p:cNvCxnSpPr/>
              <p:nvPr userDrawn="1"/>
            </p:nvCxnSpPr>
            <p:spPr>
              <a:xfrm>
                <a:off x="7414065"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6" name="Straight Connector 2065">
                <a:extLst>
                  <a:ext uri="{FF2B5EF4-FFF2-40B4-BE49-F238E27FC236}">
                    <a16:creationId xmlns:a16="http://schemas.microsoft.com/office/drawing/2014/main" id="{AAAE3F7E-7C9A-4A46-9A19-BE2828746503}"/>
                  </a:ext>
                </a:extLst>
              </p:cNvPr>
              <p:cNvCxnSpPr/>
              <p:nvPr userDrawn="1"/>
            </p:nvCxnSpPr>
            <p:spPr>
              <a:xfrm>
                <a:off x="7908336"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7" name="Straight Connector 2066">
                <a:extLst>
                  <a:ext uri="{FF2B5EF4-FFF2-40B4-BE49-F238E27FC236}">
                    <a16:creationId xmlns:a16="http://schemas.microsoft.com/office/drawing/2014/main" id="{66306011-B0C8-4751-B99B-CD8502EB33BD}"/>
                  </a:ext>
                </a:extLst>
              </p:cNvPr>
              <p:cNvCxnSpPr/>
              <p:nvPr userDrawn="1"/>
            </p:nvCxnSpPr>
            <p:spPr>
              <a:xfrm>
                <a:off x="7743579"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8" name="Straight Connector 2067">
                <a:extLst>
                  <a:ext uri="{FF2B5EF4-FFF2-40B4-BE49-F238E27FC236}">
                    <a16:creationId xmlns:a16="http://schemas.microsoft.com/office/drawing/2014/main" id="{6C77A301-58B5-4369-BDF7-67D58A257A01}"/>
                  </a:ext>
                </a:extLst>
              </p:cNvPr>
              <p:cNvCxnSpPr/>
              <p:nvPr userDrawn="1"/>
            </p:nvCxnSpPr>
            <p:spPr>
              <a:xfrm>
                <a:off x="8237850"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9" name="Straight Connector 2068">
                <a:extLst>
                  <a:ext uri="{FF2B5EF4-FFF2-40B4-BE49-F238E27FC236}">
                    <a16:creationId xmlns:a16="http://schemas.microsoft.com/office/drawing/2014/main" id="{CA097E7B-A969-46D4-8193-89CFFA1C307D}"/>
                  </a:ext>
                </a:extLst>
              </p:cNvPr>
              <p:cNvCxnSpPr/>
              <p:nvPr userDrawn="1"/>
            </p:nvCxnSpPr>
            <p:spPr>
              <a:xfrm>
                <a:off x="8073093"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0" name="Straight Connector 2069">
                <a:extLst>
                  <a:ext uri="{FF2B5EF4-FFF2-40B4-BE49-F238E27FC236}">
                    <a16:creationId xmlns:a16="http://schemas.microsoft.com/office/drawing/2014/main" id="{85326DB9-2FFE-4E9B-9018-91D22694127E}"/>
                  </a:ext>
                </a:extLst>
              </p:cNvPr>
              <p:cNvCxnSpPr/>
              <p:nvPr userDrawn="1"/>
            </p:nvCxnSpPr>
            <p:spPr>
              <a:xfrm>
                <a:off x="8567364"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1" name="Straight Connector 2070">
                <a:extLst>
                  <a:ext uri="{FF2B5EF4-FFF2-40B4-BE49-F238E27FC236}">
                    <a16:creationId xmlns:a16="http://schemas.microsoft.com/office/drawing/2014/main" id="{FA90063D-1E8D-4171-950D-0515962A8A4C}"/>
                  </a:ext>
                </a:extLst>
              </p:cNvPr>
              <p:cNvCxnSpPr/>
              <p:nvPr userDrawn="1"/>
            </p:nvCxnSpPr>
            <p:spPr>
              <a:xfrm>
                <a:off x="8402607"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2" name="Straight Connector 2071">
                <a:extLst>
                  <a:ext uri="{FF2B5EF4-FFF2-40B4-BE49-F238E27FC236}">
                    <a16:creationId xmlns:a16="http://schemas.microsoft.com/office/drawing/2014/main" id="{07D091C2-97B3-4AA9-BF62-A6C5EB90FCCF}"/>
                  </a:ext>
                </a:extLst>
              </p:cNvPr>
              <p:cNvCxnSpPr/>
              <p:nvPr userDrawn="1"/>
            </p:nvCxnSpPr>
            <p:spPr>
              <a:xfrm>
                <a:off x="8896878"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3" name="Straight Connector 2072">
                <a:extLst>
                  <a:ext uri="{FF2B5EF4-FFF2-40B4-BE49-F238E27FC236}">
                    <a16:creationId xmlns:a16="http://schemas.microsoft.com/office/drawing/2014/main" id="{BCDDE9C1-2235-4F77-851D-2A5D7A6D307E}"/>
                  </a:ext>
                </a:extLst>
              </p:cNvPr>
              <p:cNvCxnSpPr/>
              <p:nvPr userDrawn="1"/>
            </p:nvCxnSpPr>
            <p:spPr>
              <a:xfrm>
                <a:off x="8732121"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4" name="Straight Connector 2073">
                <a:extLst>
                  <a:ext uri="{FF2B5EF4-FFF2-40B4-BE49-F238E27FC236}">
                    <a16:creationId xmlns:a16="http://schemas.microsoft.com/office/drawing/2014/main" id="{1358DD33-9840-49F5-916C-281567870CAB}"/>
                  </a:ext>
                </a:extLst>
              </p:cNvPr>
              <p:cNvCxnSpPr/>
              <p:nvPr userDrawn="1"/>
            </p:nvCxnSpPr>
            <p:spPr>
              <a:xfrm>
                <a:off x="9226392"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5" name="Straight Connector 2074">
                <a:extLst>
                  <a:ext uri="{FF2B5EF4-FFF2-40B4-BE49-F238E27FC236}">
                    <a16:creationId xmlns:a16="http://schemas.microsoft.com/office/drawing/2014/main" id="{33E555CD-25CB-45A8-9457-432593C24ACA}"/>
                  </a:ext>
                </a:extLst>
              </p:cNvPr>
              <p:cNvCxnSpPr/>
              <p:nvPr userDrawn="1"/>
            </p:nvCxnSpPr>
            <p:spPr>
              <a:xfrm>
                <a:off x="9061635"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6" name="Straight Connector 2075">
                <a:extLst>
                  <a:ext uri="{FF2B5EF4-FFF2-40B4-BE49-F238E27FC236}">
                    <a16:creationId xmlns:a16="http://schemas.microsoft.com/office/drawing/2014/main" id="{1320B94B-8741-4C4D-BFAE-1155B5D4DF33}"/>
                  </a:ext>
                </a:extLst>
              </p:cNvPr>
              <p:cNvCxnSpPr/>
              <p:nvPr userDrawn="1"/>
            </p:nvCxnSpPr>
            <p:spPr>
              <a:xfrm>
                <a:off x="9555906"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7" name="Straight Connector 2076">
                <a:extLst>
                  <a:ext uri="{FF2B5EF4-FFF2-40B4-BE49-F238E27FC236}">
                    <a16:creationId xmlns:a16="http://schemas.microsoft.com/office/drawing/2014/main" id="{A64B07E2-57C0-4074-8FC5-5D8E56152217}"/>
                  </a:ext>
                </a:extLst>
              </p:cNvPr>
              <p:cNvCxnSpPr/>
              <p:nvPr userDrawn="1"/>
            </p:nvCxnSpPr>
            <p:spPr>
              <a:xfrm>
                <a:off x="9391149"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8" name="Straight Connector 2077">
                <a:extLst>
                  <a:ext uri="{FF2B5EF4-FFF2-40B4-BE49-F238E27FC236}">
                    <a16:creationId xmlns:a16="http://schemas.microsoft.com/office/drawing/2014/main" id="{386FE378-792B-4FF4-97B5-9059EEA24E33}"/>
                  </a:ext>
                </a:extLst>
              </p:cNvPr>
              <p:cNvCxnSpPr/>
              <p:nvPr userDrawn="1"/>
            </p:nvCxnSpPr>
            <p:spPr>
              <a:xfrm>
                <a:off x="9885420"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9" name="Straight Connector 2078">
                <a:extLst>
                  <a:ext uri="{FF2B5EF4-FFF2-40B4-BE49-F238E27FC236}">
                    <a16:creationId xmlns:a16="http://schemas.microsoft.com/office/drawing/2014/main" id="{F2A3D371-9C51-417D-9B2B-61374FE4851F}"/>
                  </a:ext>
                </a:extLst>
              </p:cNvPr>
              <p:cNvCxnSpPr/>
              <p:nvPr userDrawn="1"/>
            </p:nvCxnSpPr>
            <p:spPr>
              <a:xfrm>
                <a:off x="9720663"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0" name="Straight Connector 2079">
                <a:extLst>
                  <a:ext uri="{FF2B5EF4-FFF2-40B4-BE49-F238E27FC236}">
                    <a16:creationId xmlns:a16="http://schemas.microsoft.com/office/drawing/2014/main" id="{DA1FD462-14C4-4DE1-974A-01E6227E82A2}"/>
                  </a:ext>
                </a:extLst>
              </p:cNvPr>
              <p:cNvCxnSpPr/>
              <p:nvPr userDrawn="1"/>
            </p:nvCxnSpPr>
            <p:spPr>
              <a:xfrm>
                <a:off x="10214934"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1" name="Straight Connector 2080">
                <a:extLst>
                  <a:ext uri="{FF2B5EF4-FFF2-40B4-BE49-F238E27FC236}">
                    <a16:creationId xmlns:a16="http://schemas.microsoft.com/office/drawing/2014/main" id="{A83DF3A0-6082-4977-A8F9-A056B16EE32F}"/>
                  </a:ext>
                </a:extLst>
              </p:cNvPr>
              <p:cNvCxnSpPr/>
              <p:nvPr userDrawn="1"/>
            </p:nvCxnSpPr>
            <p:spPr>
              <a:xfrm>
                <a:off x="10050177"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2" name="Straight Connector 2081">
                <a:extLst>
                  <a:ext uri="{FF2B5EF4-FFF2-40B4-BE49-F238E27FC236}">
                    <a16:creationId xmlns:a16="http://schemas.microsoft.com/office/drawing/2014/main" id="{E968AB59-612D-42A9-A79E-65077F990111}"/>
                  </a:ext>
                </a:extLst>
              </p:cNvPr>
              <p:cNvCxnSpPr/>
              <p:nvPr userDrawn="1"/>
            </p:nvCxnSpPr>
            <p:spPr>
              <a:xfrm>
                <a:off x="10544448"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3" name="Straight Connector 2082">
                <a:extLst>
                  <a:ext uri="{FF2B5EF4-FFF2-40B4-BE49-F238E27FC236}">
                    <a16:creationId xmlns:a16="http://schemas.microsoft.com/office/drawing/2014/main" id="{A6FF53F8-DE09-45FA-9945-814280C87A46}"/>
                  </a:ext>
                </a:extLst>
              </p:cNvPr>
              <p:cNvCxnSpPr/>
              <p:nvPr userDrawn="1"/>
            </p:nvCxnSpPr>
            <p:spPr>
              <a:xfrm>
                <a:off x="10379691"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4" name="Straight Connector 2083">
                <a:extLst>
                  <a:ext uri="{FF2B5EF4-FFF2-40B4-BE49-F238E27FC236}">
                    <a16:creationId xmlns:a16="http://schemas.microsoft.com/office/drawing/2014/main" id="{67FC9E8C-5E20-4E01-93DF-877E650D9B9E}"/>
                  </a:ext>
                </a:extLst>
              </p:cNvPr>
              <p:cNvCxnSpPr/>
              <p:nvPr userDrawn="1"/>
            </p:nvCxnSpPr>
            <p:spPr>
              <a:xfrm>
                <a:off x="10873962"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5" name="Straight Connector 2084">
                <a:extLst>
                  <a:ext uri="{FF2B5EF4-FFF2-40B4-BE49-F238E27FC236}">
                    <a16:creationId xmlns:a16="http://schemas.microsoft.com/office/drawing/2014/main" id="{671215D9-A9E4-49CC-80DB-02465B59BB0B}"/>
                  </a:ext>
                </a:extLst>
              </p:cNvPr>
              <p:cNvCxnSpPr/>
              <p:nvPr userDrawn="1"/>
            </p:nvCxnSpPr>
            <p:spPr>
              <a:xfrm>
                <a:off x="10709205"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6" name="Straight Connector 2085">
                <a:extLst>
                  <a:ext uri="{FF2B5EF4-FFF2-40B4-BE49-F238E27FC236}">
                    <a16:creationId xmlns:a16="http://schemas.microsoft.com/office/drawing/2014/main" id="{63DF0AE8-A239-4607-957B-A6E6898D2DC7}"/>
                  </a:ext>
                </a:extLst>
              </p:cNvPr>
              <p:cNvCxnSpPr/>
              <p:nvPr userDrawn="1"/>
            </p:nvCxnSpPr>
            <p:spPr>
              <a:xfrm>
                <a:off x="11203476"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7" name="Straight Connector 2086">
                <a:extLst>
                  <a:ext uri="{FF2B5EF4-FFF2-40B4-BE49-F238E27FC236}">
                    <a16:creationId xmlns:a16="http://schemas.microsoft.com/office/drawing/2014/main" id="{30186851-514A-445D-ADCB-EC889CCD8529}"/>
                  </a:ext>
                </a:extLst>
              </p:cNvPr>
              <p:cNvCxnSpPr/>
              <p:nvPr userDrawn="1"/>
            </p:nvCxnSpPr>
            <p:spPr>
              <a:xfrm>
                <a:off x="11038719"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8" name="Straight Connector 2087">
                <a:extLst>
                  <a:ext uri="{FF2B5EF4-FFF2-40B4-BE49-F238E27FC236}">
                    <a16:creationId xmlns:a16="http://schemas.microsoft.com/office/drawing/2014/main" id="{450EADC7-2D8F-40C6-982A-60998A2CB1D9}"/>
                  </a:ext>
                </a:extLst>
              </p:cNvPr>
              <p:cNvCxnSpPr/>
              <p:nvPr userDrawn="1"/>
            </p:nvCxnSpPr>
            <p:spPr>
              <a:xfrm>
                <a:off x="11532990"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9" name="Straight Connector 2088">
                <a:extLst>
                  <a:ext uri="{FF2B5EF4-FFF2-40B4-BE49-F238E27FC236}">
                    <a16:creationId xmlns:a16="http://schemas.microsoft.com/office/drawing/2014/main" id="{1343E186-906F-4D8B-9237-973C30D350A1}"/>
                  </a:ext>
                </a:extLst>
              </p:cNvPr>
              <p:cNvCxnSpPr/>
              <p:nvPr userDrawn="1"/>
            </p:nvCxnSpPr>
            <p:spPr>
              <a:xfrm>
                <a:off x="11368233"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0" name="Straight Connector 2089">
                <a:extLst>
                  <a:ext uri="{FF2B5EF4-FFF2-40B4-BE49-F238E27FC236}">
                    <a16:creationId xmlns:a16="http://schemas.microsoft.com/office/drawing/2014/main" id="{BB771F8B-0200-4B12-AA58-9E8731C9BB33}"/>
                  </a:ext>
                </a:extLst>
              </p:cNvPr>
              <p:cNvCxnSpPr/>
              <p:nvPr userDrawn="1"/>
            </p:nvCxnSpPr>
            <p:spPr>
              <a:xfrm>
                <a:off x="11862504"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1" name="Straight Connector 2090">
                <a:extLst>
                  <a:ext uri="{FF2B5EF4-FFF2-40B4-BE49-F238E27FC236}">
                    <a16:creationId xmlns:a16="http://schemas.microsoft.com/office/drawing/2014/main" id="{5F989D3F-0729-4046-83A7-57A4CDB4A767}"/>
                  </a:ext>
                </a:extLst>
              </p:cNvPr>
              <p:cNvCxnSpPr/>
              <p:nvPr userDrawn="1"/>
            </p:nvCxnSpPr>
            <p:spPr>
              <a:xfrm>
                <a:off x="11697747"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27119EA8-DF83-4A6C-9AAA-FA1740AC79C1}"/>
                </a:ext>
              </a:extLst>
            </p:cNvPr>
            <p:cNvGrpSpPr/>
            <p:nvPr userDrawn="1"/>
          </p:nvGrpSpPr>
          <p:grpSpPr>
            <a:xfrm>
              <a:off x="-435429" y="-435426"/>
              <a:ext cx="13043121" cy="7728852"/>
              <a:chOff x="-435429" y="-435426"/>
              <a:chExt cx="13043121" cy="7728852"/>
            </a:xfrm>
          </p:grpSpPr>
          <p:cxnSp>
            <p:nvCxnSpPr>
              <p:cNvPr id="1898" name="Straight Connector 1897">
                <a:extLst>
                  <a:ext uri="{FF2B5EF4-FFF2-40B4-BE49-F238E27FC236}">
                    <a16:creationId xmlns:a16="http://schemas.microsoft.com/office/drawing/2014/main" id="{20D09B73-2843-43CA-8CF2-C731325248A1}"/>
                  </a:ext>
                </a:extLst>
              </p:cNvPr>
              <p:cNvCxnSpPr/>
              <p:nvPr/>
            </p:nvCxnSpPr>
            <p:spPr>
              <a:xfrm>
                <a:off x="12355692" y="4898565"/>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E345FD7F-A9C1-42D0-BF09-FB40DC99AA53}"/>
                  </a:ext>
                </a:extLst>
              </p:cNvPr>
              <p:cNvCxnSpPr/>
              <p:nvPr/>
            </p:nvCxnSpPr>
            <p:spPr>
              <a:xfrm>
                <a:off x="-435429" y="326571"/>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CC5BC418-FCEF-43F6-84FC-4A873C290BAA}"/>
                  </a:ext>
                </a:extLst>
              </p:cNvPr>
              <p:cNvCxnSpPr/>
              <p:nvPr/>
            </p:nvCxnSpPr>
            <p:spPr>
              <a:xfrm>
                <a:off x="-435429" y="0"/>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2221C01C-53D2-46A1-AAF1-1CA8804E7746}"/>
                  </a:ext>
                </a:extLst>
              </p:cNvPr>
              <p:cNvCxnSpPr/>
              <p:nvPr/>
            </p:nvCxnSpPr>
            <p:spPr>
              <a:xfrm>
                <a:off x="-435429" y="979713"/>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1D0DC50C-11F4-4D74-A05A-CE145AD8A183}"/>
                  </a:ext>
                </a:extLst>
              </p:cNvPr>
              <p:cNvCxnSpPr/>
              <p:nvPr/>
            </p:nvCxnSpPr>
            <p:spPr>
              <a:xfrm>
                <a:off x="-435429" y="653142"/>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06075E29-B89D-4D19-977C-378BE5702E0E}"/>
                  </a:ext>
                </a:extLst>
              </p:cNvPr>
              <p:cNvCxnSpPr/>
              <p:nvPr/>
            </p:nvCxnSpPr>
            <p:spPr>
              <a:xfrm>
                <a:off x="-435429" y="1632855"/>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60B9ABF4-6542-49BC-AD52-F3531B803CCC}"/>
                  </a:ext>
                </a:extLst>
              </p:cNvPr>
              <p:cNvCxnSpPr/>
              <p:nvPr/>
            </p:nvCxnSpPr>
            <p:spPr>
              <a:xfrm>
                <a:off x="-435429" y="1306284"/>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C2786AC8-310A-40D6-B68B-17F04D2237D9}"/>
                  </a:ext>
                </a:extLst>
              </p:cNvPr>
              <p:cNvCxnSpPr/>
              <p:nvPr/>
            </p:nvCxnSpPr>
            <p:spPr>
              <a:xfrm>
                <a:off x="-435429" y="2285997"/>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626541A1-55F4-431B-A2DF-C0F15EEB2EB0}"/>
                  </a:ext>
                </a:extLst>
              </p:cNvPr>
              <p:cNvCxnSpPr/>
              <p:nvPr/>
            </p:nvCxnSpPr>
            <p:spPr>
              <a:xfrm>
                <a:off x="-435429" y="1959426"/>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1A9182CB-3E1F-4152-AE87-E88804D6B6D5}"/>
                  </a:ext>
                </a:extLst>
              </p:cNvPr>
              <p:cNvCxnSpPr/>
              <p:nvPr/>
            </p:nvCxnSpPr>
            <p:spPr>
              <a:xfrm>
                <a:off x="-435429" y="2939139"/>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6D4A6424-105E-4EB5-930F-78470A1E4957}"/>
                  </a:ext>
                </a:extLst>
              </p:cNvPr>
              <p:cNvCxnSpPr/>
              <p:nvPr/>
            </p:nvCxnSpPr>
            <p:spPr>
              <a:xfrm>
                <a:off x="-435429" y="2612568"/>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B82F1B8B-9B5D-47E9-A5E2-E08116E411E9}"/>
                  </a:ext>
                </a:extLst>
              </p:cNvPr>
              <p:cNvCxnSpPr/>
              <p:nvPr/>
            </p:nvCxnSpPr>
            <p:spPr>
              <a:xfrm>
                <a:off x="-435429" y="3592281"/>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6251671E-7195-4186-B532-CC29D56BEFD5}"/>
                  </a:ext>
                </a:extLst>
              </p:cNvPr>
              <p:cNvCxnSpPr/>
              <p:nvPr/>
            </p:nvCxnSpPr>
            <p:spPr>
              <a:xfrm>
                <a:off x="-435429" y="3265710"/>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0D46A5BA-19D2-4A30-BEE8-B97BB78E015B}"/>
                  </a:ext>
                </a:extLst>
              </p:cNvPr>
              <p:cNvCxnSpPr/>
              <p:nvPr/>
            </p:nvCxnSpPr>
            <p:spPr>
              <a:xfrm>
                <a:off x="-435429" y="4245423"/>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D4A539D6-CD6F-4D11-993D-5CC4B0CC2106}"/>
                  </a:ext>
                </a:extLst>
              </p:cNvPr>
              <p:cNvCxnSpPr/>
              <p:nvPr/>
            </p:nvCxnSpPr>
            <p:spPr>
              <a:xfrm>
                <a:off x="-435429" y="3918852"/>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1FE7DE87-E28C-404C-BB81-9E2D2458B379}"/>
                  </a:ext>
                </a:extLst>
              </p:cNvPr>
              <p:cNvCxnSpPr/>
              <p:nvPr/>
            </p:nvCxnSpPr>
            <p:spPr>
              <a:xfrm>
                <a:off x="-435429" y="4898565"/>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BE5A7807-C8C4-43E7-815B-22994995506E}"/>
                  </a:ext>
                </a:extLst>
              </p:cNvPr>
              <p:cNvCxnSpPr/>
              <p:nvPr/>
            </p:nvCxnSpPr>
            <p:spPr>
              <a:xfrm>
                <a:off x="-435429" y="4571994"/>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BA9E55CF-4A3C-4598-9E64-10F7FBE98C94}"/>
                  </a:ext>
                </a:extLst>
              </p:cNvPr>
              <p:cNvCxnSpPr/>
              <p:nvPr/>
            </p:nvCxnSpPr>
            <p:spPr>
              <a:xfrm>
                <a:off x="-435429" y="5551707"/>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972532AE-0359-4D8F-BE38-76E659D05FCE}"/>
                  </a:ext>
                </a:extLst>
              </p:cNvPr>
              <p:cNvCxnSpPr/>
              <p:nvPr/>
            </p:nvCxnSpPr>
            <p:spPr>
              <a:xfrm>
                <a:off x="-435429" y="5225136"/>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ECB890B9-059A-4331-8BEC-92C62266C9C8}"/>
                  </a:ext>
                </a:extLst>
              </p:cNvPr>
              <p:cNvCxnSpPr/>
              <p:nvPr/>
            </p:nvCxnSpPr>
            <p:spPr>
              <a:xfrm>
                <a:off x="-435429" y="6204849"/>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73085996-FF29-41BB-8ADE-690F7664E3EE}"/>
                  </a:ext>
                </a:extLst>
              </p:cNvPr>
              <p:cNvCxnSpPr/>
              <p:nvPr/>
            </p:nvCxnSpPr>
            <p:spPr>
              <a:xfrm>
                <a:off x="-435429" y="5878278"/>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D5B61798-D3C5-42E4-B07F-CACA21FE238F}"/>
                  </a:ext>
                </a:extLst>
              </p:cNvPr>
              <p:cNvCxnSpPr/>
              <p:nvPr/>
            </p:nvCxnSpPr>
            <p:spPr>
              <a:xfrm>
                <a:off x="-435429" y="6857991"/>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A924165C-DB76-4EB9-9CAA-473B566AA775}"/>
                  </a:ext>
                </a:extLst>
              </p:cNvPr>
              <p:cNvCxnSpPr/>
              <p:nvPr/>
            </p:nvCxnSpPr>
            <p:spPr>
              <a:xfrm>
                <a:off x="-435429" y="6531420"/>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07" name="Straight Connector 806">
                <a:extLst>
                  <a:ext uri="{FF2B5EF4-FFF2-40B4-BE49-F238E27FC236}">
                    <a16:creationId xmlns:a16="http://schemas.microsoft.com/office/drawing/2014/main" id="{23E491F9-7909-4052-A925-59CF4238B0B8}"/>
                  </a:ext>
                </a:extLst>
              </p:cNvPr>
              <p:cNvCxnSpPr/>
              <p:nvPr/>
            </p:nvCxnSpPr>
            <p:spPr>
              <a:xfrm flipH="1" flipV="1">
                <a:off x="11862503"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08" name="Straight Connector 807">
                <a:extLst>
                  <a:ext uri="{FF2B5EF4-FFF2-40B4-BE49-F238E27FC236}">
                    <a16:creationId xmlns:a16="http://schemas.microsoft.com/office/drawing/2014/main" id="{5D5E3801-DC79-4573-8874-70EE0596096E}"/>
                  </a:ext>
                </a:extLst>
              </p:cNvPr>
              <p:cNvCxnSpPr/>
              <p:nvPr/>
            </p:nvCxnSpPr>
            <p:spPr>
              <a:xfrm flipH="1" flipV="1">
                <a:off x="12192017"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09" name="Straight Connector 808">
                <a:extLst>
                  <a:ext uri="{FF2B5EF4-FFF2-40B4-BE49-F238E27FC236}">
                    <a16:creationId xmlns:a16="http://schemas.microsoft.com/office/drawing/2014/main" id="{2CEB60EF-5666-4660-92D2-3C1890C71F22}"/>
                  </a:ext>
                </a:extLst>
              </p:cNvPr>
              <p:cNvCxnSpPr/>
              <p:nvPr/>
            </p:nvCxnSpPr>
            <p:spPr>
              <a:xfrm flipH="1" flipV="1">
                <a:off x="11203475"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0" name="Straight Connector 809">
                <a:extLst>
                  <a:ext uri="{FF2B5EF4-FFF2-40B4-BE49-F238E27FC236}">
                    <a16:creationId xmlns:a16="http://schemas.microsoft.com/office/drawing/2014/main" id="{0CD97106-A5E9-4968-8AED-FEB374BC0AEA}"/>
                  </a:ext>
                </a:extLst>
              </p:cNvPr>
              <p:cNvCxnSpPr/>
              <p:nvPr/>
            </p:nvCxnSpPr>
            <p:spPr>
              <a:xfrm flipH="1" flipV="1">
                <a:off x="11532989"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1" name="Straight Connector 810">
                <a:extLst>
                  <a:ext uri="{FF2B5EF4-FFF2-40B4-BE49-F238E27FC236}">
                    <a16:creationId xmlns:a16="http://schemas.microsoft.com/office/drawing/2014/main" id="{8B853DFE-0173-40B1-BDFB-6310B4534161}"/>
                  </a:ext>
                </a:extLst>
              </p:cNvPr>
              <p:cNvCxnSpPr/>
              <p:nvPr/>
            </p:nvCxnSpPr>
            <p:spPr>
              <a:xfrm flipH="1" flipV="1">
                <a:off x="10544447"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2" name="Straight Connector 811">
                <a:extLst>
                  <a:ext uri="{FF2B5EF4-FFF2-40B4-BE49-F238E27FC236}">
                    <a16:creationId xmlns:a16="http://schemas.microsoft.com/office/drawing/2014/main" id="{9BDBDA9C-3418-4E9A-A045-4FD86824DAAA}"/>
                  </a:ext>
                </a:extLst>
              </p:cNvPr>
              <p:cNvCxnSpPr/>
              <p:nvPr/>
            </p:nvCxnSpPr>
            <p:spPr>
              <a:xfrm flipH="1" flipV="1">
                <a:off x="10873961"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3" name="Straight Connector 812">
                <a:extLst>
                  <a:ext uri="{FF2B5EF4-FFF2-40B4-BE49-F238E27FC236}">
                    <a16:creationId xmlns:a16="http://schemas.microsoft.com/office/drawing/2014/main" id="{985FF995-8CA0-4EBB-977E-C5F8FF4E8885}"/>
                  </a:ext>
                </a:extLst>
              </p:cNvPr>
              <p:cNvCxnSpPr/>
              <p:nvPr/>
            </p:nvCxnSpPr>
            <p:spPr>
              <a:xfrm flipH="1" flipV="1">
                <a:off x="9885419"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4" name="Straight Connector 813">
                <a:extLst>
                  <a:ext uri="{FF2B5EF4-FFF2-40B4-BE49-F238E27FC236}">
                    <a16:creationId xmlns:a16="http://schemas.microsoft.com/office/drawing/2014/main" id="{CD4E6672-CF43-4FA9-92D9-8F694F42EFBF}"/>
                  </a:ext>
                </a:extLst>
              </p:cNvPr>
              <p:cNvCxnSpPr/>
              <p:nvPr/>
            </p:nvCxnSpPr>
            <p:spPr>
              <a:xfrm flipH="1" flipV="1">
                <a:off x="10214933"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5" name="Straight Connector 814">
                <a:extLst>
                  <a:ext uri="{FF2B5EF4-FFF2-40B4-BE49-F238E27FC236}">
                    <a16:creationId xmlns:a16="http://schemas.microsoft.com/office/drawing/2014/main" id="{2C814BD9-1857-4680-A13B-356D802C1F0D}"/>
                  </a:ext>
                </a:extLst>
              </p:cNvPr>
              <p:cNvCxnSpPr/>
              <p:nvPr/>
            </p:nvCxnSpPr>
            <p:spPr>
              <a:xfrm flipH="1" flipV="1">
                <a:off x="9226391"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6" name="Straight Connector 815">
                <a:extLst>
                  <a:ext uri="{FF2B5EF4-FFF2-40B4-BE49-F238E27FC236}">
                    <a16:creationId xmlns:a16="http://schemas.microsoft.com/office/drawing/2014/main" id="{7EC10050-B383-4805-9048-F97BE7EE132B}"/>
                  </a:ext>
                </a:extLst>
              </p:cNvPr>
              <p:cNvCxnSpPr/>
              <p:nvPr/>
            </p:nvCxnSpPr>
            <p:spPr>
              <a:xfrm flipH="1" flipV="1">
                <a:off x="9555905"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7" name="Straight Connector 816">
                <a:extLst>
                  <a:ext uri="{FF2B5EF4-FFF2-40B4-BE49-F238E27FC236}">
                    <a16:creationId xmlns:a16="http://schemas.microsoft.com/office/drawing/2014/main" id="{4CE9DB14-187E-4291-AC7C-5CB0B929C542}"/>
                  </a:ext>
                </a:extLst>
              </p:cNvPr>
              <p:cNvCxnSpPr/>
              <p:nvPr/>
            </p:nvCxnSpPr>
            <p:spPr>
              <a:xfrm flipH="1" flipV="1">
                <a:off x="8567363"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8" name="Straight Connector 817">
                <a:extLst>
                  <a:ext uri="{FF2B5EF4-FFF2-40B4-BE49-F238E27FC236}">
                    <a16:creationId xmlns:a16="http://schemas.microsoft.com/office/drawing/2014/main" id="{A2D31992-58B7-4B67-A0E2-2CECF017E012}"/>
                  </a:ext>
                </a:extLst>
              </p:cNvPr>
              <p:cNvCxnSpPr/>
              <p:nvPr/>
            </p:nvCxnSpPr>
            <p:spPr>
              <a:xfrm flipH="1" flipV="1">
                <a:off x="8896877"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9" name="Straight Connector 818">
                <a:extLst>
                  <a:ext uri="{FF2B5EF4-FFF2-40B4-BE49-F238E27FC236}">
                    <a16:creationId xmlns:a16="http://schemas.microsoft.com/office/drawing/2014/main" id="{9D0AAA67-3337-4635-9BF4-FA8C35435836}"/>
                  </a:ext>
                </a:extLst>
              </p:cNvPr>
              <p:cNvCxnSpPr/>
              <p:nvPr/>
            </p:nvCxnSpPr>
            <p:spPr>
              <a:xfrm flipH="1" flipV="1">
                <a:off x="7908335"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0" name="Straight Connector 819">
                <a:extLst>
                  <a:ext uri="{FF2B5EF4-FFF2-40B4-BE49-F238E27FC236}">
                    <a16:creationId xmlns:a16="http://schemas.microsoft.com/office/drawing/2014/main" id="{0A4E5BE8-904C-43AB-97FA-366FE4BF8FCA}"/>
                  </a:ext>
                </a:extLst>
              </p:cNvPr>
              <p:cNvCxnSpPr/>
              <p:nvPr/>
            </p:nvCxnSpPr>
            <p:spPr>
              <a:xfrm flipH="1" flipV="1">
                <a:off x="8237849"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1" name="Straight Connector 820">
                <a:extLst>
                  <a:ext uri="{FF2B5EF4-FFF2-40B4-BE49-F238E27FC236}">
                    <a16:creationId xmlns:a16="http://schemas.microsoft.com/office/drawing/2014/main" id="{D0B24FC6-5911-4E83-ADC9-17AED34D359E}"/>
                  </a:ext>
                </a:extLst>
              </p:cNvPr>
              <p:cNvCxnSpPr/>
              <p:nvPr/>
            </p:nvCxnSpPr>
            <p:spPr>
              <a:xfrm flipH="1" flipV="1">
                <a:off x="7249307"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2" name="Straight Connector 821">
                <a:extLst>
                  <a:ext uri="{FF2B5EF4-FFF2-40B4-BE49-F238E27FC236}">
                    <a16:creationId xmlns:a16="http://schemas.microsoft.com/office/drawing/2014/main" id="{CA53439D-95A1-4C09-B2EF-501C93497F31}"/>
                  </a:ext>
                </a:extLst>
              </p:cNvPr>
              <p:cNvCxnSpPr/>
              <p:nvPr/>
            </p:nvCxnSpPr>
            <p:spPr>
              <a:xfrm flipH="1" flipV="1">
                <a:off x="7578821"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3" name="Straight Connector 822">
                <a:extLst>
                  <a:ext uri="{FF2B5EF4-FFF2-40B4-BE49-F238E27FC236}">
                    <a16:creationId xmlns:a16="http://schemas.microsoft.com/office/drawing/2014/main" id="{7B303BF8-4BC3-4851-8DB2-91A47D086A29}"/>
                  </a:ext>
                </a:extLst>
              </p:cNvPr>
              <p:cNvCxnSpPr/>
              <p:nvPr/>
            </p:nvCxnSpPr>
            <p:spPr>
              <a:xfrm flipH="1" flipV="1">
                <a:off x="6590279"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4" name="Straight Connector 823">
                <a:extLst>
                  <a:ext uri="{FF2B5EF4-FFF2-40B4-BE49-F238E27FC236}">
                    <a16:creationId xmlns:a16="http://schemas.microsoft.com/office/drawing/2014/main" id="{2911A49C-7461-4127-B557-48F0F5917B8A}"/>
                  </a:ext>
                </a:extLst>
              </p:cNvPr>
              <p:cNvCxnSpPr/>
              <p:nvPr/>
            </p:nvCxnSpPr>
            <p:spPr>
              <a:xfrm flipH="1" flipV="1">
                <a:off x="6919793"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5" name="Straight Connector 824">
                <a:extLst>
                  <a:ext uri="{FF2B5EF4-FFF2-40B4-BE49-F238E27FC236}">
                    <a16:creationId xmlns:a16="http://schemas.microsoft.com/office/drawing/2014/main" id="{6EFAFDED-BE93-43BF-8A54-8EDB8E088DDB}"/>
                  </a:ext>
                </a:extLst>
              </p:cNvPr>
              <p:cNvCxnSpPr/>
              <p:nvPr/>
            </p:nvCxnSpPr>
            <p:spPr>
              <a:xfrm flipH="1" flipV="1">
                <a:off x="5931251"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6" name="Straight Connector 825">
                <a:extLst>
                  <a:ext uri="{FF2B5EF4-FFF2-40B4-BE49-F238E27FC236}">
                    <a16:creationId xmlns:a16="http://schemas.microsoft.com/office/drawing/2014/main" id="{ABD390CF-7751-44B6-B25E-CD5D75A58F81}"/>
                  </a:ext>
                </a:extLst>
              </p:cNvPr>
              <p:cNvCxnSpPr/>
              <p:nvPr/>
            </p:nvCxnSpPr>
            <p:spPr>
              <a:xfrm flipH="1" flipV="1">
                <a:off x="6260765"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7" name="Straight Connector 826">
                <a:extLst>
                  <a:ext uri="{FF2B5EF4-FFF2-40B4-BE49-F238E27FC236}">
                    <a16:creationId xmlns:a16="http://schemas.microsoft.com/office/drawing/2014/main" id="{E6CDE806-B014-4319-88A4-24F26955E4FA}"/>
                  </a:ext>
                </a:extLst>
              </p:cNvPr>
              <p:cNvCxnSpPr/>
              <p:nvPr/>
            </p:nvCxnSpPr>
            <p:spPr>
              <a:xfrm flipH="1" flipV="1">
                <a:off x="5272223"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8" name="Straight Connector 827">
                <a:extLst>
                  <a:ext uri="{FF2B5EF4-FFF2-40B4-BE49-F238E27FC236}">
                    <a16:creationId xmlns:a16="http://schemas.microsoft.com/office/drawing/2014/main" id="{6AC9636A-087D-41D2-BDBE-A4336C626F36}"/>
                  </a:ext>
                </a:extLst>
              </p:cNvPr>
              <p:cNvCxnSpPr/>
              <p:nvPr/>
            </p:nvCxnSpPr>
            <p:spPr>
              <a:xfrm flipH="1" flipV="1">
                <a:off x="5601737"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9" name="Straight Connector 828">
                <a:extLst>
                  <a:ext uri="{FF2B5EF4-FFF2-40B4-BE49-F238E27FC236}">
                    <a16:creationId xmlns:a16="http://schemas.microsoft.com/office/drawing/2014/main" id="{44B2108E-4818-4C19-8EA4-ABFDBB8BFC42}"/>
                  </a:ext>
                </a:extLst>
              </p:cNvPr>
              <p:cNvCxnSpPr/>
              <p:nvPr/>
            </p:nvCxnSpPr>
            <p:spPr>
              <a:xfrm flipH="1" flipV="1">
                <a:off x="4613195"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0" name="Straight Connector 829">
                <a:extLst>
                  <a:ext uri="{FF2B5EF4-FFF2-40B4-BE49-F238E27FC236}">
                    <a16:creationId xmlns:a16="http://schemas.microsoft.com/office/drawing/2014/main" id="{0F59C71B-8CDC-4753-87E3-308896877930}"/>
                  </a:ext>
                </a:extLst>
              </p:cNvPr>
              <p:cNvCxnSpPr/>
              <p:nvPr/>
            </p:nvCxnSpPr>
            <p:spPr>
              <a:xfrm flipH="1" flipV="1">
                <a:off x="4942709"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1" name="Straight Connector 830">
                <a:extLst>
                  <a:ext uri="{FF2B5EF4-FFF2-40B4-BE49-F238E27FC236}">
                    <a16:creationId xmlns:a16="http://schemas.microsoft.com/office/drawing/2014/main" id="{C71CB4DF-AB29-4FA0-B052-91B0698043BF}"/>
                  </a:ext>
                </a:extLst>
              </p:cNvPr>
              <p:cNvCxnSpPr/>
              <p:nvPr/>
            </p:nvCxnSpPr>
            <p:spPr>
              <a:xfrm flipH="1" flipV="1">
                <a:off x="3954167"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2" name="Straight Connector 831">
                <a:extLst>
                  <a:ext uri="{FF2B5EF4-FFF2-40B4-BE49-F238E27FC236}">
                    <a16:creationId xmlns:a16="http://schemas.microsoft.com/office/drawing/2014/main" id="{DFA3A068-0510-412A-ADA1-5092C9D556AE}"/>
                  </a:ext>
                </a:extLst>
              </p:cNvPr>
              <p:cNvCxnSpPr/>
              <p:nvPr/>
            </p:nvCxnSpPr>
            <p:spPr>
              <a:xfrm flipH="1" flipV="1">
                <a:off x="4283681"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3" name="Straight Connector 832">
                <a:extLst>
                  <a:ext uri="{FF2B5EF4-FFF2-40B4-BE49-F238E27FC236}">
                    <a16:creationId xmlns:a16="http://schemas.microsoft.com/office/drawing/2014/main" id="{01E18317-A34C-47AD-8CAF-4888355EE5FF}"/>
                  </a:ext>
                </a:extLst>
              </p:cNvPr>
              <p:cNvCxnSpPr/>
              <p:nvPr/>
            </p:nvCxnSpPr>
            <p:spPr>
              <a:xfrm flipH="1" flipV="1">
                <a:off x="3295139"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4" name="Straight Connector 833">
                <a:extLst>
                  <a:ext uri="{FF2B5EF4-FFF2-40B4-BE49-F238E27FC236}">
                    <a16:creationId xmlns:a16="http://schemas.microsoft.com/office/drawing/2014/main" id="{A2B51684-F1FD-45E4-86C2-728CCE00451C}"/>
                  </a:ext>
                </a:extLst>
              </p:cNvPr>
              <p:cNvCxnSpPr/>
              <p:nvPr/>
            </p:nvCxnSpPr>
            <p:spPr>
              <a:xfrm flipH="1" flipV="1">
                <a:off x="3624653"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5" name="Straight Connector 834">
                <a:extLst>
                  <a:ext uri="{FF2B5EF4-FFF2-40B4-BE49-F238E27FC236}">
                    <a16:creationId xmlns:a16="http://schemas.microsoft.com/office/drawing/2014/main" id="{1F078F63-78C0-4BBE-81E1-ABC00599B730}"/>
                  </a:ext>
                </a:extLst>
              </p:cNvPr>
              <p:cNvCxnSpPr/>
              <p:nvPr/>
            </p:nvCxnSpPr>
            <p:spPr>
              <a:xfrm flipH="1" flipV="1">
                <a:off x="2636111"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6" name="Straight Connector 835">
                <a:extLst>
                  <a:ext uri="{FF2B5EF4-FFF2-40B4-BE49-F238E27FC236}">
                    <a16:creationId xmlns:a16="http://schemas.microsoft.com/office/drawing/2014/main" id="{B27BF890-768C-4F31-B491-4F7E847E6735}"/>
                  </a:ext>
                </a:extLst>
              </p:cNvPr>
              <p:cNvCxnSpPr/>
              <p:nvPr/>
            </p:nvCxnSpPr>
            <p:spPr>
              <a:xfrm flipH="1" flipV="1">
                <a:off x="2965625"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7" name="Straight Connector 836">
                <a:extLst>
                  <a:ext uri="{FF2B5EF4-FFF2-40B4-BE49-F238E27FC236}">
                    <a16:creationId xmlns:a16="http://schemas.microsoft.com/office/drawing/2014/main" id="{13C5CDF4-4A4B-47A9-83A6-F6E77AF40C62}"/>
                  </a:ext>
                </a:extLst>
              </p:cNvPr>
              <p:cNvCxnSpPr/>
              <p:nvPr/>
            </p:nvCxnSpPr>
            <p:spPr>
              <a:xfrm flipH="1" flipV="1">
                <a:off x="1977083"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8" name="Straight Connector 837">
                <a:extLst>
                  <a:ext uri="{FF2B5EF4-FFF2-40B4-BE49-F238E27FC236}">
                    <a16:creationId xmlns:a16="http://schemas.microsoft.com/office/drawing/2014/main" id="{543B6AA4-C53C-4EE8-8EA0-BE3B5759B748}"/>
                  </a:ext>
                </a:extLst>
              </p:cNvPr>
              <p:cNvCxnSpPr/>
              <p:nvPr/>
            </p:nvCxnSpPr>
            <p:spPr>
              <a:xfrm flipH="1" flipV="1">
                <a:off x="2306597"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9" name="Straight Connector 838">
                <a:extLst>
                  <a:ext uri="{FF2B5EF4-FFF2-40B4-BE49-F238E27FC236}">
                    <a16:creationId xmlns:a16="http://schemas.microsoft.com/office/drawing/2014/main" id="{30ECDC17-842A-4651-8F79-53482293C1AD}"/>
                  </a:ext>
                </a:extLst>
              </p:cNvPr>
              <p:cNvCxnSpPr/>
              <p:nvPr/>
            </p:nvCxnSpPr>
            <p:spPr>
              <a:xfrm flipH="1" flipV="1">
                <a:off x="1318055"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40" name="Straight Connector 839">
                <a:extLst>
                  <a:ext uri="{FF2B5EF4-FFF2-40B4-BE49-F238E27FC236}">
                    <a16:creationId xmlns:a16="http://schemas.microsoft.com/office/drawing/2014/main" id="{6CDEA0D1-7207-4A2E-8690-2D97EE16411C}"/>
                  </a:ext>
                </a:extLst>
              </p:cNvPr>
              <p:cNvCxnSpPr/>
              <p:nvPr/>
            </p:nvCxnSpPr>
            <p:spPr>
              <a:xfrm flipH="1" flipV="1">
                <a:off x="1647569"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41" name="Straight Connector 840">
                <a:extLst>
                  <a:ext uri="{FF2B5EF4-FFF2-40B4-BE49-F238E27FC236}">
                    <a16:creationId xmlns:a16="http://schemas.microsoft.com/office/drawing/2014/main" id="{447171EA-65EB-403E-9D79-D2A25318DDF4}"/>
                  </a:ext>
                </a:extLst>
              </p:cNvPr>
              <p:cNvCxnSpPr/>
              <p:nvPr/>
            </p:nvCxnSpPr>
            <p:spPr>
              <a:xfrm flipH="1" flipV="1">
                <a:off x="659027"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42" name="Straight Connector 841">
                <a:extLst>
                  <a:ext uri="{FF2B5EF4-FFF2-40B4-BE49-F238E27FC236}">
                    <a16:creationId xmlns:a16="http://schemas.microsoft.com/office/drawing/2014/main" id="{11A73AC6-4D57-447F-AF49-9A8DED55DB3C}"/>
                  </a:ext>
                </a:extLst>
              </p:cNvPr>
              <p:cNvCxnSpPr/>
              <p:nvPr/>
            </p:nvCxnSpPr>
            <p:spPr>
              <a:xfrm flipH="1" flipV="1">
                <a:off x="988541"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43" name="Straight Connector 842">
                <a:extLst>
                  <a:ext uri="{FF2B5EF4-FFF2-40B4-BE49-F238E27FC236}">
                    <a16:creationId xmlns:a16="http://schemas.microsoft.com/office/drawing/2014/main" id="{0ECEB3F6-EC08-4D9B-9209-E2EDFB37D50E}"/>
                  </a:ext>
                </a:extLst>
              </p:cNvPr>
              <p:cNvCxnSpPr/>
              <p:nvPr/>
            </p:nvCxnSpPr>
            <p:spPr>
              <a:xfrm flipH="1" flipV="1">
                <a:off x="0"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44" name="Straight Connector 843">
                <a:extLst>
                  <a:ext uri="{FF2B5EF4-FFF2-40B4-BE49-F238E27FC236}">
                    <a16:creationId xmlns:a16="http://schemas.microsoft.com/office/drawing/2014/main" id="{D83D5BC5-FB7F-44AF-98CC-867D34F8081A}"/>
                  </a:ext>
                </a:extLst>
              </p:cNvPr>
              <p:cNvCxnSpPr/>
              <p:nvPr/>
            </p:nvCxnSpPr>
            <p:spPr>
              <a:xfrm flipH="1" flipV="1">
                <a:off x="329513"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4" name="Straight Connector 1883">
                <a:extLst>
                  <a:ext uri="{FF2B5EF4-FFF2-40B4-BE49-F238E27FC236}">
                    <a16:creationId xmlns:a16="http://schemas.microsoft.com/office/drawing/2014/main" id="{7DCCF481-4B83-49DD-83B8-9FEE075F7676}"/>
                  </a:ext>
                </a:extLst>
              </p:cNvPr>
              <p:cNvCxnSpPr/>
              <p:nvPr/>
            </p:nvCxnSpPr>
            <p:spPr>
              <a:xfrm>
                <a:off x="12355692" y="326571"/>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5" name="Straight Connector 1884">
                <a:extLst>
                  <a:ext uri="{FF2B5EF4-FFF2-40B4-BE49-F238E27FC236}">
                    <a16:creationId xmlns:a16="http://schemas.microsoft.com/office/drawing/2014/main" id="{18CBF373-FFFF-471F-B492-9F56EFA5C78A}"/>
                  </a:ext>
                </a:extLst>
              </p:cNvPr>
              <p:cNvCxnSpPr/>
              <p:nvPr/>
            </p:nvCxnSpPr>
            <p:spPr>
              <a:xfrm>
                <a:off x="12355692" y="0"/>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6" name="Straight Connector 1885">
                <a:extLst>
                  <a:ext uri="{FF2B5EF4-FFF2-40B4-BE49-F238E27FC236}">
                    <a16:creationId xmlns:a16="http://schemas.microsoft.com/office/drawing/2014/main" id="{E68F9435-D080-4457-B603-EADD7AA341ED}"/>
                  </a:ext>
                </a:extLst>
              </p:cNvPr>
              <p:cNvCxnSpPr/>
              <p:nvPr/>
            </p:nvCxnSpPr>
            <p:spPr>
              <a:xfrm>
                <a:off x="12355692" y="979713"/>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7" name="Straight Connector 1886">
                <a:extLst>
                  <a:ext uri="{FF2B5EF4-FFF2-40B4-BE49-F238E27FC236}">
                    <a16:creationId xmlns:a16="http://schemas.microsoft.com/office/drawing/2014/main" id="{032447B0-9A58-46EF-9B17-C2790FF516CC}"/>
                  </a:ext>
                </a:extLst>
              </p:cNvPr>
              <p:cNvCxnSpPr/>
              <p:nvPr/>
            </p:nvCxnSpPr>
            <p:spPr>
              <a:xfrm>
                <a:off x="12355692" y="653142"/>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8" name="Straight Connector 1887">
                <a:extLst>
                  <a:ext uri="{FF2B5EF4-FFF2-40B4-BE49-F238E27FC236}">
                    <a16:creationId xmlns:a16="http://schemas.microsoft.com/office/drawing/2014/main" id="{6218CD48-A2E5-4193-B033-68524EB33141}"/>
                  </a:ext>
                </a:extLst>
              </p:cNvPr>
              <p:cNvCxnSpPr/>
              <p:nvPr/>
            </p:nvCxnSpPr>
            <p:spPr>
              <a:xfrm>
                <a:off x="12355692" y="1632855"/>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9" name="Straight Connector 1888">
                <a:extLst>
                  <a:ext uri="{FF2B5EF4-FFF2-40B4-BE49-F238E27FC236}">
                    <a16:creationId xmlns:a16="http://schemas.microsoft.com/office/drawing/2014/main" id="{64C36808-3CA5-4C2E-90BF-B47207466DA4}"/>
                  </a:ext>
                </a:extLst>
              </p:cNvPr>
              <p:cNvCxnSpPr/>
              <p:nvPr/>
            </p:nvCxnSpPr>
            <p:spPr>
              <a:xfrm>
                <a:off x="12355692" y="1306284"/>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0" name="Straight Connector 1889">
                <a:extLst>
                  <a:ext uri="{FF2B5EF4-FFF2-40B4-BE49-F238E27FC236}">
                    <a16:creationId xmlns:a16="http://schemas.microsoft.com/office/drawing/2014/main" id="{5A6E9B5B-010A-4780-961B-45BDEAFA1FCE}"/>
                  </a:ext>
                </a:extLst>
              </p:cNvPr>
              <p:cNvCxnSpPr/>
              <p:nvPr/>
            </p:nvCxnSpPr>
            <p:spPr>
              <a:xfrm>
                <a:off x="12355692" y="2285997"/>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1" name="Straight Connector 1890">
                <a:extLst>
                  <a:ext uri="{FF2B5EF4-FFF2-40B4-BE49-F238E27FC236}">
                    <a16:creationId xmlns:a16="http://schemas.microsoft.com/office/drawing/2014/main" id="{455BC4F4-C865-44B2-AB00-8B01C86D70E6}"/>
                  </a:ext>
                </a:extLst>
              </p:cNvPr>
              <p:cNvCxnSpPr/>
              <p:nvPr/>
            </p:nvCxnSpPr>
            <p:spPr>
              <a:xfrm>
                <a:off x="12355692" y="1959426"/>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2" name="Straight Connector 1891">
                <a:extLst>
                  <a:ext uri="{FF2B5EF4-FFF2-40B4-BE49-F238E27FC236}">
                    <a16:creationId xmlns:a16="http://schemas.microsoft.com/office/drawing/2014/main" id="{8BB82876-4884-4403-89E0-5948E797CB5B}"/>
                  </a:ext>
                </a:extLst>
              </p:cNvPr>
              <p:cNvCxnSpPr/>
              <p:nvPr/>
            </p:nvCxnSpPr>
            <p:spPr>
              <a:xfrm>
                <a:off x="12355692" y="2939139"/>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3" name="Straight Connector 1892">
                <a:extLst>
                  <a:ext uri="{FF2B5EF4-FFF2-40B4-BE49-F238E27FC236}">
                    <a16:creationId xmlns:a16="http://schemas.microsoft.com/office/drawing/2014/main" id="{C77E13C1-5FC7-46F5-A38F-5BF0BE316B9B}"/>
                  </a:ext>
                </a:extLst>
              </p:cNvPr>
              <p:cNvCxnSpPr/>
              <p:nvPr/>
            </p:nvCxnSpPr>
            <p:spPr>
              <a:xfrm>
                <a:off x="12355692" y="2612568"/>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4" name="Straight Connector 1893">
                <a:extLst>
                  <a:ext uri="{FF2B5EF4-FFF2-40B4-BE49-F238E27FC236}">
                    <a16:creationId xmlns:a16="http://schemas.microsoft.com/office/drawing/2014/main" id="{76243603-CDED-4A39-BDB9-B685DA1E86A3}"/>
                  </a:ext>
                </a:extLst>
              </p:cNvPr>
              <p:cNvCxnSpPr/>
              <p:nvPr/>
            </p:nvCxnSpPr>
            <p:spPr>
              <a:xfrm>
                <a:off x="12355692" y="3592281"/>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5" name="Straight Connector 1894">
                <a:extLst>
                  <a:ext uri="{FF2B5EF4-FFF2-40B4-BE49-F238E27FC236}">
                    <a16:creationId xmlns:a16="http://schemas.microsoft.com/office/drawing/2014/main" id="{5B2A8128-10AA-4A8A-9362-E7ED7726B70C}"/>
                  </a:ext>
                </a:extLst>
              </p:cNvPr>
              <p:cNvCxnSpPr/>
              <p:nvPr/>
            </p:nvCxnSpPr>
            <p:spPr>
              <a:xfrm>
                <a:off x="12355692" y="3265710"/>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6" name="Straight Connector 1895">
                <a:extLst>
                  <a:ext uri="{FF2B5EF4-FFF2-40B4-BE49-F238E27FC236}">
                    <a16:creationId xmlns:a16="http://schemas.microsoft.com/office/drawing/2014/main" id="{A978AD4C-641A-45C9-B3AE-59B971EDFAC6}"/>
                  </a:ext>
                </a:extLst>
              </p:cNvPr>
              <p:cNvCxnSpPr/>
              <p:nvPr/>
            </p:nvCxnSpPr>
            <p:spPr>
              <a:xfrm>
                <a:off x="12355692" y="4245423"/>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7" name="Straight Connector 1896">
                <a:extLst>
                  <a:ext uri="{FF2B5EF4-FFF2-40B4-BE49-F238E27FC236}">
                    <a16:creationId xmlns:a16="http://schemas.microsoft.com/office/drawing/2014/main" id="{FBD49316-306F-4CA9-82E0-CA1C990DB314}"/>
                  </a:ext>
                </a:extLst>
              </p:cNvPr>
              <p:cNvCxnSpPr/>
              <p:nvPr/>
            </p:nvCxnSpPr>
            <p:spPr>
              <a:xfrm>
                <a:off x="12355692" y="3918852"/>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9" name="Straight Connector 1898">
                <a:extLst>
                  <a:ext uri="{FF2B5EF4-FFF2-40B4-BE49-F238E27FC236}">
                    <a16:creationId xmlns:a16="http://schemas.microsoft.com/office/drawing/2014/main" id="{37C66047-97D4-44B1-81EB-D15BED5DDE50}"/>
                  </a:ext>
                </a:extLst>
              </p:cNvPr>
              <p:cNvCxnSpPr/>
              <p:nvPr/>
            </p:nvCxnSpPr>
            <p:spPr>
              <a:xfrm>
                <a:off x="12355692" y="4571994"/>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00" name="Straight Connector 1899">
                <a:extLst>
                  <a:ext uri="{FF2B5EF4-FFF2-40B4-BE49-F238E27FC236}">
                    <a16:creationId xmlns:a16="http://schemas.microsoft.com/office/drawing/2014/main" id="{EDEE9B5F-4198-4FFD-87EF-ED0C68469DB4}"/>
                  </a:ext>
                </a:extLst>
              </p:cNvPr>
              <p:cNvCxnSpPr/>
              <p:nvPr/>
            </p:nvCxnSpPr>
            <p:spPr>
              <a:xfrm>
                <a:off x="12355692" y="5551707"/>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01" name="Straight Connector 1900">
                <a:extLst>
                  <a:ext uri="{FF2B5EF4-FFF2-40B4-BE49-F238E27FC236}">
                    <a16:creationId xmlns:a16="http://schemas.microsoft.com/office/drawing/2014/main" id="{97ECF772-DEA1-40E3-BFDB-E51697A425D0}"/>
                  </a:ext>
                </a:extLst>
              </p:cNvPr>
              <p:cNvCxnSpPr/>
              <p:nvPr/>
            </p:nvCxnSpPr>
            <p:spPr>
              <a:xfrm>
                <a:off x="12355692" y="5225136"/>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02" name="Straight Connector 1901">
                <a:extLst>
                  <a:ext uri="{FF2B5EF4-FFF2-40B4-BE49-F238E27FC236}">
                    <a16:creationId xmlns:a16="http://schemas.microsoft.com/office/drawing/2014/main" id="{BD1D36AA-35E5-4293-B351-3DF089A44C02}"/>
                  </a:ext>
                </a:extLst>
              </p:cNvPr>
              <p:cNvCxnSpPr/>
              <p:nvPr/>
            </p:nvCxnSpPr>
            <p:spPr>
              <a:xfrm>
                <a:off x="12355692" y="6204849"/>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03" name="Straight Connector 1902">
                <a:extLst>
                  <a:ext uri="{FF2B5EF4-FFF2-40B4-BE49-F238E27FC236}">
                    <a16:creationId xmlns:a16="http://schemas.microsoft.com/office/drawing/2014/main" id="{09194D05-1C9E-4D15-8B40-4076083BB5DC}"/>
                  </a:ext>
                </a:extLst>
              </p:cNvPr>
              <p:cNvCxnSpPr/>
              <p:nvPr/>
            </p:nvCxnSpPr>
            <p:spPr>
              <a:xfrm>
                <a:off x="12355692" y="5878278"/>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04" name="Straight Connector 1903">
                <a:extLst>
                  <a:ext uri="{FF2B5EF4-FFF2-40B4-BE49-F238E27FC236}">
                    <a16:creationId xmlns:a16="http://schemas.microsoft.com/office/drawing/2014/main" id="{C590795A-B842-403A-BF47-FA39EEDB5D95}"/>
                  </a:ext>
                </a:extLst>
              </p:cNvPr>
              <p:cNvCxnSpPr/>
              <p:nvPr/>
            </p:nvCxnSpPr>
            <p:spPr>
              <a:xfrm>
                <a:off x="12355692" y="6857991"/>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05" name="Straight Connector 1904">
                <a:extLst>
                  <a:ext uri="{FF2B5EF4-FFF2-40B4-BE49-F238E27FC236}">
                    <a16:creationId xmlns:a16="http://schemas.microsoft.com/office/drawing/2014/main" id="{19285929-1B30-43E3-9B71-9D76E5A843AA}"/>
                  </a:ext>
                </a:extLst>
              </p:cNvPr>
              <p:cNvCxnSpPr/>
              <p:nvPr/>
            </p:nvCxnSpPr>
            <p:spPr>
              <a:xfrm>
                <a:off x="12355692" y="6531420"/>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2" name="Straight Connector 2091">
                <a:extLst>
                  <a:ext uri="{FF2B5EF4-FFF2-40B4-BE49-F238E27FC236}">
                    <a16:creationId xmlns:a16="http://schemas.microsoft.com/office/drawing/2014/main" id="{18955715-BE40-407F-8E29-AC978F520BFD}"/>
                  </a:ext>
                </a:extLst>
              </p:cNvPr>
              <p:cNvCxnSpPr/>
              <p:nvPr userDrawn="1"/>
            </p:nvCxnSpPr>
            <p:spPr>
              <a:xfrm flipH="1" flipV="1">
                <a:off x="11862503"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3" name="Straight Connector 2092">
                <a:extLst>
                  <a:ext uri="{FF2B5EF4-FFF2-40B4-BE49-F238E27FC236}">
                    <a16:creationId xmlns:a16="http://schemas.microsoft.com/office/drawing/2014/main" id="{5638E2CC-1302-4B4E-8CB7-E6E75197EED1}"/>
                  </a:ext>
                </a:extLst>
              </p:cNvPr>
              <p:cNvCxnSpPr/>
              <p:nvPr userDrawn="1"/>
            </p:nvCxnSpPr>
            <p:spPr>
              <a:xfrm flipH="1" flipV="1">
                <a:off x="12192017"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4" name="Straight Connector 2093">
                <a:extLst>
                  <a:ext uri="{FF2B5EF4-FFF2-40B4-BE49-F238E27FC236}">
                    <a16:creationId xmlns:a16="http://schemas.microsoft.com/office/drawing/2014/main" id="{5E6D3FA3-7D69-4381-82C8-6EE5806A8F4D}"/>
                  </a:ext>
                </a:extLst>
              </p:cNvPr>
              <p:cNvCxnSpPr/>
              <p:nvPr userDrawn="1"/>
            </p:nvCxnSpPr>
            <p:spPr>
              <a:xfrm flipH="1" flipV="1">
                <a:off x="11203475"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5" name="Straight Connector 2094">
                <a:extLst>
                  <a:ext uri="{FF2B5EF4-FFF2-40B4-BE49-F238E27FC236}">
                    <a16:creationId xmlns:a16="http://schemas.microsoft.com/office/drawing/2014/main" id="{88D3BC91-170B-4944-82FE-C6537FCEDCE5}"/>
                  </a:ext>
                </a:extLst>
              </p:cNvPr>
              <p:cNvCxnSpPr/>
              <p:nvPr userDrawn="1"/>
            </p:nvCxnSpPr>
            <p:spPr>
              <a:xfrm flipH="1" flipV="1">
                <a:off x="11532989"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6" name="Straight Connector 2095">
                <a:extLst>
                  <a:ext uri="{FF2B5EF4-FFF2-40B4-BE49-F238E27FC236}">
                    <a16:creationId xmlns:a16="http://schemas.microsoft.com/office/drawing/2014/main" id="{7154F9DC-E9CA-4FB6-9A29-2054090C74EC}"/>
                  </a:ext>
                </a:extLst>
              </p:cNvPr>
              <p:cNvCxnSpPr/>
              <p:nvPr userDrawn="1"/>
            </p:nvCxnSpPr>
            <p:spPr>
              <a:xfrm flipH="1" flipV="1">
                <a:off x="10544447"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7" name="Straight Connector 2096">
                <a:extLst>
                  <a:ext uri="{FF2B5EF4-FFF2-40B4-BE49-F238E27FC236}">
                    <a16:creationId xmlns:a16="http://schemas.microsoft.com/office/drawing/2014/main" id="{42CC8AC6-600C-4B77-AD8B-466BCE26A6C1}"/>
                  </a:ext>
                </a:extLst>
              </p:cNvPr>
              <p:cNvCxnSpPr/>
              <p:nvPr userDrawn="1"/>
            </p:nvCxnSpPr>
            <p:spPr>
              <a:xfrm flipH="1" flipV="1">
                <a:off x="10873961"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8" name="Straight Connector 2097">
                <a:extLst>
                  <a:ext uri="{FF2B5EF4-FFF2-40B4-BE49-F238E27FC236}">
                    <a16:creationId xmlns:a16="http://schemas.microsoft.com/office/drawing/2014/main" id="{2E2A4CE9-8101-4A20-9DAD-69474F75CE04}"/>
                  </a:ext>
                </a:extLst>
              </p:cNvPr>
              <p:cNvCxnSpPr/>
              <p:nvPr userDrawn="1"/>
            </p:nvCxnSpPr>
            <p:spPr>
              <a:xfrm flipH="1" flipV="1">
                <a:off x="9885419"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9" name="Straight Connector 2098">
                <a:extLst>
                  <a:ext uri="{FF2B5EF4-FFF2-40B4-BE49-F238E27FC236}">
                    <a16:creationId xmlns:a16="http://schemas.microsoft.com/office/drawing/2014/main" id="{32752D81-C2BC-4FED-A471-0D8EC660E2C3}"/>
                  </a:ext>
                </a:extLst>
              </p:cNvPr>
              <p:cNvCxnSpPr/>
              <p:nvPr userDrawn="1"/>
            </p:nvCxnSpPr>
            <p:spPr>
              <a:xfrm flipH="1" flipV="1">
                <a:off x="10214933"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0" name="Straight Connector 2099">
                <a:extLst>
                  <a:ext uri="{FF2B5EF4-FFF2-40B4-BE49-F238E27FC236}">
                    <a16:creationId xmlns:a16="http://schemas.microsoft.com/office/drawing/2014/main" id="{CC1234EC-92F9-4C9A-9D17-BCE595C17B1A}"/>
                  </a:ext>
                </a:extLst>
              </p:cNvPr>
              <p:cNvCxnSpPr/>
              <p:nvPr userDrawn="1"/>
            </p:nvCxnSpPr>
            <p:spPr>
              <a:xfrm flipH="1" flipV="1">
                <a:off x="9226391"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1" name="Straight Connector 2100">
                <a:extLst>
                  <a:ext uri="{FF2B5EF4-FFF2-40B4-BE49-F238E27FC236}">
                    <a16:creationId xmlns:a16="http://schemas.microsoft.com/office/drawing/2014/main" id="{1BC8A546-E995-4E23-8D85-FEBEF1B8B4BB}"/>
                  </a:ext>
                </a:extLst>
              </p:cNvPr>
              <p:cNvCxnSpPr/>
              <p:nvPr userDrawn="1"/>
            </p:nvCxnSpPr>
            <p:spPr>
              <a:xfrm flipH="1" flipV="1">
                <a:off x="9555905"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2" name="Straight Connector 2101">
                <a:extLst>
                  <a:ext uri="{FF2B5EF4-FFF2-40B4-BE49-F238E27FC236}">
                    <a16:creationId xmlns:a16="http://schemas.microsoft.com/office/drawing/2014/main" id="{57733B90-9D75-4030-A3A5-818E2AB1D53F}"/>
                  </a:ext>
                </a:extLst>
              </p:cNvPr>
              <p:cNvCxnSpPr/>
              <p:nvPr userDrawn="1"/>
            </p:nvCxnSpPr>
            <p:spPr>
              <a:xfrm flipH="1" flipV="1">
                <a:off x="8567363"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3" name="Straight Connector 2102">
                <a:extLst>
                  <a:ext uri="{FF2B5EF4-FFF2-40B4-BE49-F238E27FC236}">
                    <a16:creationId xmlns:a16="http://schemas.microsoft.com/office/drawing/2014/main" id="{E9EB7894-0DE4-4276-9991-2625FF673EC3}"/>
                  </a:ext>
                </a:extLst>
              </p:cNvPr>
              <p:cNvCxnSpPr/>
              <p:nvPr userDrawn="1"/>
            </p:nvCxnSpPr>
            <p:spPr>
              <a:xfrm flipH="1" flipV="1">
                <a:off x="8896877"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4" name="Straight Connector 2103">
                <a:extLst>
                  <a:ext uri="{FF2B5EF4-FFF2-40B4-BE49-F238E27FC236}">
                    <a16:creationId xmlns:a16="http://schemas.microsoft.com/office/drawing/2014/main" id="{B729F981-201D-4A68-8485-8DEC52F62E61}"/>
                  </a:ext>
                </a:extLst>
              </p:cNvPr>
              <p:cNvCxnSpPr/>
              <p:nvPr userDrawn="1"/>
            </p:nvCxnSpPr>
            <p:spPr>
              <a:xfrm flipH="1" flipV="1">
                <a:off x="7908335"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5" name="Straight Connector 2104">
                <a:extLst>
                  <a:ext uri="{FF2B5EF4-FFF2-40B4-BE49-F238E27FC236}">
                    <a16:creationId xmlns:a16="http://schemas.microsoft.com/office/drawing/2014/main" id="{68C875F6-9F9B-4268-BCD1-0EAEEAF16F9C}"/>
                  </a:ext>
                </a:extLst>
              </p:cNvPr>
              <p:cNvCxnSpPr/>
              <p:nvPr userDrawn="1"/>
            </p:nvCxnSpPr>
            <p:spPr>
              <a:xfrm flipH="1" flipV="1">
                <a:off x="8237849"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6" name="Straight Connector 2105">
                <a:extLst>
                  <a:ext uri="{FF2B5EF4-FFF2-40B4-BE49-F238E27FC236}">
                    <a16:creationId xmlns:a16="http://schemas.microsoft.com/office/drawing/2014/main" id="{49182ECF-19FD-4540-AE84-90DA119FE625}"/>
                  </a:ext>
                </a:extLst>
              </p:cNvPr>
              <p:cNvCxnSpPr/>
              <p:nvPr userDrawn="1"/>
            </p:nvCxnSpPr>
            <p:spPr>
              <a:xfrm flipH="1" flipV="1">
                <a:off x="7249307"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7" name="Straight Connector 2106">
                <a:extLst>
                  <a:ext uri="{FF2B5EF4-FFF2-40B4-BE49-F238E27FC236}">
                    <a16:creationId xmlns:a16="http://schemas.microsoft.com/office/drawing/2014/main" id="{67D375AF-52AB-4F3B-9764-C16383B7093D}"/>
                  </a:ext>
                </a:extLst>
              </p:cNvPr>
              <p:cNvCxnSpPr/>
              <p:nvPr userDrawn="1"/>
            </p:nvCxnSpPr>
            <p:spPr>
              <a:xfrm flipH="1" flipV="1">
                <a:off x="7578821"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8" name="Straight Connector 2107">
                <a:extLst>
                  <a:ext uri="{FF2B5EF4-FFF2-40B4-BE49-F238E27FC236}">
                    <a16:creationId xmlns:a16="http://schemas.microsoft.com/office/drawing/2014/main" id="{877BC8F1-8106-499A-B32A-E6A88CA2718B}"/>
                  </a:ext>
                </a:extLst>
              </p:cNvPr>
              <p:cNvCxnSpPr/>
              <p:nvPr userDrawn="1"/>
            </p:nvCxnSpPr>
            <p:spPr>
              <a:xfrm flipH="1" flipV="1">
                <a:off x="6590279"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9" name="Straight Connector 2108">
                <a:extLst>
                  <a:ext uri="{FF2B5EF4-FFF2-40B4-BE49-F238E27FC236}">
                    <a16:creationId xmlns:a16="http://schemas.microsoft.com/office/drawing/2014/main" id="{1ABA91D5-02CB-48E9-AFC6-D648F9858D61}"/>
                  </a:ext>
                </a:extLst>
              </p:cNvPr>
              <p:cNvCxnSpPr/>
              <p:nvPr userDrawn="1"/>
            </p:nvCxnSpPr>
            <p:spPr>
              <a:xfrm flipH="1" flipV="1">
                <a:off x="6919793"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0" name="Straight Connector 2109">
                <a:extLst>
                  <a:ext uri="{FF2B5EF4-FFF2-40B4-BE49-F238E27FC236}">
                    <a16:creationId xmlns:a16="http://schemas.microsoft.com/office/drawing/2014/main" id="{187480F7-5D56-47DC-8159-3C927A11B8F5}"/>
                  </a:ext>
                </a:extLst>
              </p:cNvPr>
              <p:cNvCxnSpPr/>
              <p:nvPr userDrawn="1"/>
            </p:nvCxnSpPr>
            <p:spPr>
              <a:xfrm flipH="1" flipV="1">
                <a:off x="5931251"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1" name="Straight Connector 2110">
                <a:extLst>
                  <a:ext uri="{FF2B5EF4-FFF2-40B4-BE49-F238E27FC236}">
                    <a16:creationId xmlns:a16="http://schemas.microsoft.com/office/drawing/2014/main" id="{77A69EF4-3281-4A63-8BA9-5BB34F66857A}"/>
                  </a:ext>
                </a:extLst>
              </p:cNvPr>
              <p:cNvCxnSpPr/>
              <p:nvPr userDrawn="1"/>
            </p:nvCxnSpPr>
            <p:spPr>
              <a:xfrm flipH="1" flipV="1">
                <a:off x="6260765"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2" name="Straight Connector 2111">
                <a:extLst>
                  <a:ext uri="{FF2B5EF4-FFF2-40B4-BE49-F238E27FC236}">
                    <a16:creationId xmlns:a16="http://schemas.microsoft.com/office/drawing/2014/main" id="{39F765CF-D877-4E6C-8BD0-4688625623CE}"/>
                  </a:ext>
                </a:extLst>
              </p:cNvPr>
              <p:cNvCxnSpPr/>
              <p:nvPr userDrawn="1"/>
            </p:nvCxnSpPr>
            <p:spPr>
              <a:xfrm flipH="1" flipV="1">
                <a:off x="5272223"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3" name="Straight Connector 2112">
                <a:extLst>
                  <a:ext uri="{FF2B5EF4-FFF2-40B4-BE49-F238E27FC236}">
                    <a16:creationId xmlns:a16="http://schemas.microsoft.com/office/drawing/2014/main" id="{A159A1EA-9975-4CEF-9740-B976438CB8A4}"/>
                  </a:ext>
                </a:extLst>
              </p:cNvPr>
              <p:cNvCxnSpPr/>
              <p:nvPr userDrawn="1"/>
            </p:nvCxnSpPr>
            <p:spPr>
              <a:xfrm flipH="1" flipV="1">
                <a:off x="5601737"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4" name="Straight Connector 2113">
                <a:extLst>
                  <a:ext uri="{FF2B5EF4-FFF2-40B4-BE49-F238E27FC236}">
                    <a16:creationId xmlns:a16="http://schemas.microsoft.com/office/drawing/2014/main" id="{5BD5C484-36E6-4C93-B2E2-4DE58CD754FD}"/>
                  </a:ext>
                </a:extLst>
              </p:cNvPr>
              <p:cNvCxnSpPr/>
              <p:nvPr userDrawn="1"/>
            </p:nvCxnSpPr>
            <p:spPr>
              <a:xfrm flipH="1" flipV="1">
                <a:off x="4613195"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5" name="Straight Connector 2114">
                <a:extLst>
                  <a:ext uri="{FF2B5EF4-FFF2-40B4-BE49-F238E27FC236}">
                    <a16:creationId xmlns:a16="http://schemas.microsoft.com/office/drawing/2014/main" id="{5AA32D50-6D4D-4163-8E85-A8902ABA7916}"/>
                  </a:ext>
                </a:extLst>
              </p:cNvPr>
              <p:cNvCxnSpPr/>
              <p:nvPr userDrawn="1"/>
            </p:nvCxnSpPr>
            <p:spPr>
              <a:xfrm flipH="1" flipV="1">
                <a:off x="4942709"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6" name="Straight Connector 2115">
                <a:extLst>
                  <a:ext uri="{FF2B5EF4-FFF2-40B4-BE49-F238E27FC236}">
                    <a16:creationId xmlns:a16="http://schemas.microsoft.com/office/drawing/2014/main" id="{6DCC40B9-BD3D-4450-A249-8B987B5DCB6E}"/>
                  </a:ext>
                </a:extLst>
              </p:cNvPr>
              <p:cNvCxnSpPr/>
              <p:nvPr userDrawn="1"/>
            </p:nvCxnSpPr>
            <p:spPr>
              <a:xfrm flipH="1" flipV="1">
                <a:off x="3954167"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7" name="Straight Connector 2116">
                <a:extLst>
                  <a:ext uri="{FF2B5EF4-FFF2-40B4-BE49-F238E27FC236}">
                    <a16:creationId xmlns:a16="http://schemas.microsoft.com/office/drawing/2014/main" id="{89A7B52C-4AD1-45CC-9C19-1E7E5F245D10}"/>
                  </a:ext>
                </a:extLst>
              </p:cNvPr>
              <p:cNvCxnSpPr/>
              <p:nvPr userDrawn="1"/>
            </p:nvCxnSpPr>
            <p:spPr>
              <a:xfrm flipH="1" flipV="1">
                <a:off x="4283681"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8" name="Straight Connector 2117">
                <a:extLst>
                  <a:ext uri="{FF2B5EF4-FFF2-40B4-BE49-F238E27FC236}">
                    <a16:creationId xmlns:a16="http://schemas.microsoft.com/office/drawing/2014/main" id="{DEC05E5E-3D4B-4389-B071-5516A1A7F16F}"/>
                  </a:ext>
                </a:extLst>
              </p:cNvPr>
              <p:cNvCxnSpPr/>
              <p:nvPr userDrawn="1"/>
            </p:nvCxnSpPr>
            <p:spPr>
              <a:xfrm flipH="1" flipV="1">
                <a:off x="3295139"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9" name="Straight Connector 2118">
                <a:extLst>
                  <a:ext uri="{FF2B5EF4-FFF2-40B4-BE49-F238E27FC236}">
                    <a16:creationId xmlns:a16="http://schemas.microsoft.com/office/drawing/2014/main" id="{B835C85E-0FC9-475E-A20F-3EA2E027E444}"/>
                  </a:ext>
                </a:extLst>
              </p:cNvPr>
              <p:cNvCxnSpPr/>
              <p:nvPr userDrawn="1"/>
            </p:nvCxnSpPr>
            <p:spPr>
              <a:xfrm flipH="1" flipV="1">
                <a:off x="3624653"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0" name="Straight Connector 2119">
                <a:extLst>
                  <a:ext uri="{FF2B5EF4-FFF2-40B4-BE49-F238E27FC236}">
                    <a16:creationId xmlns:a16="http://schemas.microsoft.com/office/drawing/2014/main" id="{7B6D0C7C-1910-42C4-931C-8B0E0D50F48D}"/>
                  </a:ext>
                </a:extLst>
              </p:cNvPr>
              <p:cNvCxnSpPr/>
              <p:nvPr userDrawn="1"/>
            </p:nvCxnSpPr>
            <p:spPr>
              <a:xfrm flipH="1" flipV="1">
                <a:off x="2636111"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1" name="Straight Connector 2120">
                <a:extLst>
                  <a:ext uri="{FF2B5EF4-FFF2-40B4-BE49-F238E27FC236}">
                    <a16:creationId xmlns:a16="http://schemas.microsoft.com/office/drawing/2014/main" id="{21278BB2-F644-46A5-8D69-879E4155CB9E}"/>
                  </a:ext>
                </a:extLst>
              </p:cNvPr>
              <p:cNvCxnSpPr/>
              <p:nvPr userDrawn="1"/>
            </p:nvCxnSpPr>
            <p:spPr>
              <a:xfrm flipH="1" flipV="1">
                <a:off x="2965625"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2" name="Straight Connector 2121">
                <a:extLst>
                  <a:ext uri="{FF2B5EF4-FFF2-40B4-BE49-F238E27FC236}">
                    <a16:creationId xmlns:a16="http://schemas.microsoft.com/office/drawing/2014/main" id="{A21BBD2C-6258-4A19-BB5C-5FF47112C4A5}"/>
                  </a:ext>
                </a:extLst>
              </p:cNvPr>
              <p:cNvCxnSpPr/>
              <p:nvPr userDrawn="1"/>
            </p:nvCxnSpPr>
            <p:spPr>
              <a:xfrm flipH="1" flipV="1">
                <a:off x="1977083"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3" name="Straight Connector 2122">
                <a:extLst>
                  <a:ext uri="{FF2B5EF4-FFF2-40B4-BE49-F238E27FC236}">
                    <a16:creationId xmlns:a16="http://schemas.microsoft.com/office/drawing/2014/main" id="{48116147-B980-486E-AF28-3CCFE568C1E3}"/>
                  </a:ext>
                </a:extLst>
              </p:cNvPr>
              <p:cNvCxnSpPr/>
              <p:nvPr userDrawn="1"/>
            </p:nvCxnSpPr>
            <p:spPr>
              <a:xfrm flipH="1" flipV="1">
                <a:off x="2306597"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4" name="Straight Connector 2123">
                <a:extLst>
                  <a:ext uri="{FF2B5EF4-FFF2-40B4-BE49-F238E27FC236}">
                    <a16:creationId xmlns:a16="http://schemas.microsoft.com/office/drawing/2014/main" id="{700800A8-572C-445C-87F6-C9F8F63FC1AE}"/>
                  </a:ext>
                </a:extLst>
              </p:cNvPr>
              <p:cNvCxnSpPr/>
              <p:nvPr userDrawn="1"/>
            </p:nvCxnSpPr>
            <p:spPr>
              <a:xfrm flipH="1" flipV="1">
                <a:off x="1318055"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5" name="Straight Connector 2124">
                <a:extLst>
                  <a:ext uri="{FF2B5EF4-FFF2-40B4-BE49-F238E27FC236}">
                    <a16:creationId xmlns:a16="http://schemas.microsoft.com/office/drawing/2014/main" id="{B05BC7E7-AD65-4241-9D62-F84F492B3E88}"/>
                  </a:ext>
                </a:extLst>
              </p:cNvPr>
              <p:cNvCxnSpPr/>
              <p:nvPr userDrawn="1"/>
            </p:nvCxnSpPr>
            <p:spPr>
              <a:xfrm flipH="1" flipV="1">
                <a:off x="1647569"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6" name="Straight Connector 2125">
                <a:extLst>
                  <a:ext uri="{FF2B5EF4-FFF2-40B4-BE49-F238E27FC236}">
                    <a16:creationId xmlns:a16="http://schemas.microsoft.com/office/drawing/2014/main" id="{C345A2B3-B095-4911-9931-8FE4BA1568DF}"/>
                  </a:ext>
                </a:extLst>
              </p:cNvPr>
              <p:cNvCxnSpPr/>
              <p:nvPr userDrawn="1"/>
            </p:nvCxnSpPr>
            <p:spPr>
              <a:xfrm flipH="1" flipV="1">
                <a:off x="659027"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7" name="Straight Connector 2126">
                <a:extLst>
                  <a:ext uri="{FF2B5EF4-FFF2-40B4-BE49-F238E27FC236}">
                    <a16:creationId xmlns:a16="http://schemas.microsoft.com/office/drawing/2014/main" id="{EFFD2F0B-C60B-4858-A70D-7869E9228341}"/>
                  </a:ext>
                </a:extLst>
              </p:cNvPr>
              <p:cNvCxnSpPr/>
              <p:nvPr userDrawn="1"/>
            </p:nvCxnSpPr>
            <p:spPr>
              <a:xfrm flipH="1" flipV="1">
                <a:off x="988541"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8" name="Straight Connector 2127">
                <a:extLst>
                  <a:ext uri="{FF2B5EF4-FFF2-40B4-BE49-F238E27FC236}">
                    <a16:creationId xmlns:a16="http://schemas.microsoft.com/office/drawing/2014/main" id="{9C4F4319-8E5B-491E-8A16-E420FB9BF300}"/>
                  </a:ext>
                </a:extLst>
              </p:cNvPr>
              <p:cNvCxnSpPr/>
              <p:nvPr userDrawn="1"/>
            </p:nvCxnSpPr>
            <p:spPr>
              <a:xfrm flipH="1" flipV="1">
                <a:off x="0"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9" name="Straight Connector 2128">
                <a:extLst>
                  <a:ext uri="{FF2B5EF4-FFF2-40B4-BE49-F238E27FC236}">
                    <a16:creationId xmlns:a16="http://schemas.microsoft.com/office/drawing/2014/main" id="{FFB34A7A-6794-45FC-9163-FF8C69C3C72F}"/>
                  </a:ext>
                </a:extLst>
              </p:cNvPr>
              <p:cNvCxnSpPr/>
              <p:nvPr userDrawn="1"/>
            </p:nvCxnSpPr>
            <p:spPr>
              <a:xfrm flipH="1" flipV="1">
                <a:off x="329513"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grpSp>
      </p:grpSp>
      <p:sp>
        <p:nvSpPr>
          <p:cNvPr id="2" name="Title Placeholder 1"/>
          <p:cNvSpPr>
            <a:spLocks noGrp="1"/>
          </p:cNvSpPr>
          <p:nvPr userDrawn="1">
            <p:ph type="title"/>
          </p:nvPr>
        </p:nvSpPr>
        <p:spPr bwMode="auto">
          <a:xfrm>
            <a:off x="659008" y="325235"/>
            <a:ext cx="10873955" cy="817244"/>
          </a:xfrm>
          <a:prstGeom prst="rect">
            <a:avLst/>
          </a:prstGeom>
        </p:spPr>
        <p:txBody>
          <a:bodyPr vert="horz" lIns="0" tIns="0" rIns="0" bIns="0" rtlCol="0" anchor="t" anchorCtr="0">
            <a:noAutofit/>
          </a:bodyPr>
          <a:lstStyle/>
          <a:p>
            <a:r>
              <a:rPr lang="en-GB" noProof="0"/>
              <a:t>Click to edit </a:t>
            </a:r>
            <a:br>
              <a:rPr lang="en-GB" noProof="0"/>
            </a:br>
            <a:r>
              <a:rPr lang="en-GB" noProof="0"/>
              <a:t>Master title style</a:t>
            </a:r>
          </a:p>
        </p:txBody>
      </p:sp>
      <p:sp>
        <p:nvSpPr>
          <p:cNvPr id="3" name="Text Placeholder 2"/>
          <p:cNvSpPr>
            <a:spLocks noGrp="1"/>
          </p:cNvSpPr>
          <p:nvPr userDrawn="1">
            <p:ph type="body" idx="1"/>
          </p:nvPr>
        </p:nvSpPr>
        <p:spPr bwMode="auto">
          <a:xfrm>
            <a:off x="659008" y="1141197"/>
            <a:ext cx="10873955" cy="5142128"/>
          </a:xfrm>
          <a:prstGeom prst="rect">
            <a:avLst/>
          </a:prstGeom>
        </p:spPr>
        <p:txBody>
          <a:bodyPr vert="horz" lIns="0" tIns="0" rIns="0" bIns="0" rtlCol="0">
            <a:noAutofit/>
          </a:body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a:t>Fifth level</a:t>
            </a:r>
            <a:endParaRPr lang="en-GB" noProof="0" dirty="0"/>
          </a:p>
        </p:txBody>
      </p:sp>
      <p:sp>
        <p:nvSpPr>
          <p:cNvPr id="21" name="Slide Number Placeholder 5"/>
          <p:cNvSpPr>
            <a:spLocks noGrp="1"/>
          </p:cNvSpPr>
          <p:nvPr userDrawn="1">
            <p:ph type="sldNum" sz="quarter" idx="4"/>
          </p:nvPr>
        </p:nvSpPr>
        <p:spPr bwMode="gray">
          <a:xfrm>
            <a:off x="11037663" y="6403940"/>
            <a:ext cx="495300" cy="188119"/>
          </a:xfrm>
          <a:prstGeom prst="rect">
            <a:avLst/>
          </a:prstGeom>
        </p:spPr>
        <p:txBody>
          <a:bodyPr vert="horz" lIns="0" tIns="0" rIns="0" bIns="0" rtlCol="0" anchor="ctr"/>
          <a:lstStyle>
            <a:lvl1pPr algn="r">
              <a:defRPr sz="1000" b="0" i="0">
                <a:solidFill>
                  <a:schemeClr val="tx1"/>
                </a:solidFill>
              </a:defRPr>
            </a:lvl1pPr>
          </a:lstStyle>
          <a:p>
            <a:fld id="{DDD2A080-DA64-4F5C-9131-47EB793B4410}" type="slidenum">
              <a:rPr lang="en-GB" smtClean="0"/>
              <a:pPr/>
              <a:t>‹#›</a:t>
            </a:fld>
            <a:endParaRPr lang="en-GB" dirty="0"/>
          </a:p>
        </p:txBody>
      </p:sp>
      <p:sp>
        <p:nvSpPr>
          <p:cNvPr id="5" name="Footer Placeholder 4">
            <a:extLst>
              <a:ext uri="{FF2B5EF4-FFF2-40B4-BE49-F238E27FC236}">
                <a16:creationId xmlns:a16="http://schemas.microsoft.com/office/drawing/2014/main" id="{23CCD4DD-CD62-41D2-B52A-25AF9A5EF44A}"/>
              </a:ext>
            </a:extLst>
          </p:cNvPr>
          <p:cNvSpPr>
            <a:spLocks noGrp="1"/>
          </p:cNvSpPr>
          <p:nvPr userDrawn="1">
            <p:ph type="ftr" sz="quarter" idx="3"/>
          </p:nvPr>
        </p:nvSpPr>
        <p:spPr>
          <a:xfrm>
            <a:off x="659007" y="6403940"/>
            <a:ext cx="8896889" cy="187200"/>
          </a:xfrm>
          <a:prstGeom prst="rect">
            <a:avLst/>
          </a:prstGeom>
        </p:spPr>
        <p:txBody>
          <a:bodyPr vert="horz" lIns="0" tIns="0" rIns="0" bIns="0" rtlCol="0" anchor="ctr">
            <a:noAutofit/>
          </a:bodyPr>
          <a:lstStyle>
            <a:lvl1pPr algn="l">
              <a:defRPr lang="en-US" sz="900" smtClean="0"/>
            </a:lvl1pPr>
          </a:lstStyle>
          <a:p>
            <a:endParaRPr lang="en-GB" noProof="0" dirty="0"/>
          </a:p>
        </p:txBody>
      </p:sp>
    </p:spTree>
    <p:extLst>
      <p:ext uri="{BB962C8B-B14F-4D97-AF65-F5344CB8AC3E}">
        <p14:creationId xmlns:p14="http://schemas.microsoft.com/office/powerpoint/2010/main" val="3400814158"/>
      </p:ext>
    </p:extLst>
  </p:cSld>
  <p:clrMap bg1="lt1" tx1="dk1" bg2="lt2" tx2="dk2" accent1="accent1" accent2="accent2" accent3="accent3" accent4="accent4" accent5="accent5" accent6="accent6" hlink="hlink" folHlink="folHlink"/>
  <p:sldLayoutIdLst>
    <p:sldLayoutId id="2147483799" r:id="rId1"/>
    <p:sldLayoutId id="2147483800" r:id="rId2"/>
    <p:sldLayoutId id="2147483801" r:id="rId3"/>
    <p:sldLayoutId id="2147483802" r:id="rId4"/>
    <p:sldLayoutId id="2147483803" r:id="rId5"/>
    <p:sldLayoutId id="2147483804" r:id="rId6"/>
    <p:sldLayoutId id="2147483805" r:id="rId7"/>
    <p:sldLayoutId id="2147483806" r:id="rId8"/>
    <p:sldLayoutId id="2147483807" r:id="rId9"/>
    <p:sldLayoutId id="2147483808" r:id="rId10"/>
    <p:sldLayoutId id="2147483809" r:id="rId11"/>
    <p:sldLayoutId id="2147483810" r:id="rId12"/>
    <p:sldLayoutId id="2147483811" r:id="rId13"/>
    <p:sldLayoutId id="2147483812" r:id="rId14"/>
    <p:sldLayoutId id="2147483813" r:id="rId15"/>
    <p:sldLayoutId id="2147483814" r:id="rId16"/>
    <p:sldLayoutId id="2147483815" r:id="rId17"/>
    <p:sldLayoutId id="2147483816" r:id="rId18"/>
    <p:sldLayoutId id="2147483817" r:id="rId19"/>
    <p:sldLayoutId id="2147483818" r:id="rId20"/>
    <p:sldLayoutId id="2147483819" r:id="rId21"/>
    <p:sldLayoutId id="2147483820" r:id="rId22"/>
    <p:sldLayoutId id="2147483821" r:id="rId23"/>
    <p:sldLayoutId id="2147483822" r:id="rId24"/>
    <p:sldLayoutId id="2147483823" r:id="rId25"/>
    <p:sldLayoutId id="2147483824" r:id="rId26"/>
    <p:sldLayoutId id="2147483825" r:id="rId27"/>
    <p:sldLayoutId id="2147483826" r:id="rId28"/>
    <p:sldLayoutId id="2147483827" r:id="rId29"/>
    <p:sldLayoutId id="2147483828" r:id="rId30"/>
    <p:sldLayoutId id="2147483829" r:id="rId31"/>
    <p:sldLayoutId id="2147483830" r:id="rId32"/>
  </p:sldLayoutIdLst>
  <p:hf hdr="0" ftr="0" dt="0"/>
  <p:txStyles>
    <p:titleStyle>
      <a:lvl1pPr algn="l" defTabSz="914400" rtl="0" eaLnBrk="1" latinLnBrk="0" hangingPunct="1">
        <a:lnSpc>
          <a:spcPct val="83000"/>
        </a:lnSpc>
        <a:spcBef>
          <a:spcPct val="0"/>
        </a:spcBef>
        <a:buNone/>
        <a:defRPr sz="2800" b="1" kern="1200" baseline="0">
          <a:solidFill>
            <a:schemeClr val="tx2"/>
          </a:solidFill>
          <a:latin typeface="+mj-lt"/>
          <a:ea typeface="+mj-ea"/>
          <a:cs typeface="ING Me" pitchFamily="2" charset="0"/>
        </a:defRPr>
      </a:lvl1pPr>
    </p:titleStyle>
    <p:bodyStyle>
      <a:lvl1pPr marL="0" indent="0" algn="l" defTabSz="914400" rtl="0" eaLnBrk="1" latinLnBrk="0" hangingPunct="1">
        <a:lnSpc>
          <a:spcPct val="90000"/>
        </a:lnSpc>
        <a:spcBef>
          <a:spcPts val="0"/>
        </a:spcBef>
        <a:spcAft>
          <a:spcPts val="300"/>
        </a:spcAft>
        <a:buFont typeface="Arial" panose="020B0604020202020204" pitchFamily="34" charset="0"/>
        <a:buNone/>
        <a:defRPr sz="2000" b="0" kern="1200" baseline="0">
          <a:solidFill>
            <a:schemeClr val="tx1"/>
          </a:solidFill>
          <a:latin typeface="+mn-lt"/>
          <a:ea typeface="+mn-ea"/>
          <a:cs typeface="ING Me" pitchFamily="2" charset="0"/>
        </a:defRPr>
      </a:lvl1pPr>
      <a:lvl2pPr marL="180000" indent="-180000" algn="l" defTabSz="914400" rtl="0" eaLnBrk="1" latinLnBrk="0" hangingPunct="1">
        <a:lnSpc>
          <a:spcPct val="90000"/>
        </a:lnSpc>
        <a:spcBef>
          <a:spcPts val="0"/>
        </a:spcBef>
        <a:spcAft>
          <a:spcPts val="300"/>
        </a:spcAft>
        <a:buFontTx/>
        <a:buBlip>
          <a:blip r:embed="rId34">
            <a:extLst>
              <a:ext uri="{96DAC541-7B7A-43D3-8B79-37D633B846F1}">
                <asvg:svgBlip xmlns:asvg="http://schemas.microsoft.com/office/drawing/2016/SVG/main" r:embed="rId35"/>
              </a:ext>
            </a:extLst>
          </a:blip>
        </a:buBlip>
        <a:defRPr sz="2000" kern="1200" baseline="0">
          <a:solidFill>
            <a:schemeClr val="tx1"/>
          </a:solidFill>
          <a:latin typeface="+mn-lt"/>
          <a:ea typeface="+mn-ea"/>
          <a:cs typeface="ING Me" pitchFamily="2" charset="0"/>
        </a:defRPr>
      </a:lvl2pPr>
      <a:lvl3pPr marL="360000" indent="-180000" algn="l" defTabSz="914400" rtl="0" eaLnBrk="1" latinLnBrk="0" hangingPunct="1">
        <a:lnSpc>
          <a:spcPct val="90000"/>
        </a:lnSpc>
        <a:spcBef>
          <a:spcPts val="0"/>
        </a:spcBef>
        <a:spcAft>
          <a:spcPts val="300"/>
        </a:spcAft>
        <a:buClr>
          <a:schemeClr val="tx2"/>
        </a:buClr>
        <a:buFontTx/>
        <a:buBlip>
          <a:blip r:embed="rId36">
            <a:extLst>
              <a:ext uri="{96DAC541-7B7A-43D3-8B79-37D633B846F1}">
                <asvg:svgBlip xmlns:asvg="http://schemas.microsoft.com/office/drawing/2016/SVG/main" r:embed="rId37"/>
              </a:ext>
            </a:extLst>
          </a:blip>
        </a:buBlip>
        <a:defRPr sz="2000" kern="1200" baseline="0">
          <a:solidFill>
            <a:schemeClr val="tx1"/>
          </a:solidFill>
          <a:latin typeface="+mn-lt"/>
          <a:ea typeface="+mn-ea"/>
          <a:cs typeface="ING Me" pitchFamily="2" charset="0"/>
        </a:defRPr>
      </a:lvl3pPr>
      <a:lvl4pPr marL="540000" indent="-180000" algn="l" defTabSz="914400" rtl="0" eaLnBrk="1" latinLnBrk="0" hangingPunct="1">
        <a:lnSpc>
          <a:spcPct val="90000"/>
        </a:lnSpc>
        <a:spcBef>
          <a:spcPts val="0"/>
        </a:spcBef>
        <a:spcAft>
          <a:spcPts val="300"/>
        </a:spcAft>
        <a:buClr>
          <a:schemeClr val="bg2"/>
        </a:buClr>
        <a:buFontTx/>
        <a:buBlip>
          <a:blip r:embed="rId38">
            <a:extLst>
              <a:ext uri="{96DAC541-7B7A-43D3-8B79-37D633B846F1}">
                <asvg:svgBlip xmlns:asvg="http://schemas.microsoft.com/office/drawing/2016/SVG/main" r:embed="rId39"/>
              </a:ext>
            </a:extLst>
          </a:blip>
        </a:buBlip>
        <a:defRPr sz="2000" kern="1200" baseline="0">
          <a:solidFill>
            <a:schemeClr val="tx1"/>
          </a:solidFill>
          <a:latin typeface="+mn-lt"/>
          <a:ea typeface="+mn-ea"/>
          <a:cs typeface="ING Me" pitchFamily="2" charset="0"/>
        </a:defRPr>
      </a:lvl4pPr>
      <a:lvl5pPr marL="720000" indent="-180000" algn="l" defTabSz="914400" rtl="0" eaLnBrk="1" latinLnBrk="0" hangingPunct="1">
        <a:lnSpc>
          <a:spcPct val="90000"/>
        </a:lnSpc>
        <a:spcBef>
          <a:spcPts val="0"/>
        </a:spcBef>
        <a:spcAft>
          <a:spcPts val="300"/>
        </a:spcAft>
        <a:buClr>
          <a:schemeClr val="accent3"/>
        </a:buClr>
        <a:buFontTx/>
        <a:buBlip>
          <a:blip r:embed="rId40">
            <a:extLst>
              <a:ext uri="{96DAC541-7B7A-43D3-8B79-37D633B846F1}">
                <asvg:svgBlip xmlns:asvg="http://schemas.microsoft.com/office/drawing/2016/SVG/main" r:embed="rId41"/>
              </a:ext>
            </a:extLst>
          </a:blip>
        </a:buBlip>
        <a:defRPr sz="2000" kern="1200" baseline="0">
          <a:solidFill>
            <a:schemeClr val="tx1"/>
          </a:solidFill>
          <a:latin typeface="+mn-lt"/>
          <a:ea typeface="+mn-ea"/>
          <a:cs typeface="ING Me"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400" kern="1200">
          <a:solidFill>
            <a:schemeClr val="tx1"/>
          </a:solidFill>
          <a:latin typeface="+mn-lt"/>
          <a:ea typeface="+mn-ea"/>
          <a:cs typeface="+mn-cs"/>
        </a:defRPr>
      </a:lvl1pPr>
      <a:lvl2pPr marL="0" algn="l" defTabSz="914400" rtl="0" eaLnBrk="1" latinLnBrk="0" hangingPunct="1">
        <a:defRPr sz="1400" kern="1200">
          <a:solidFill>
            <a:schemeClr val="tx1"/>
          </a:solidFill>
          <a:latin typeface="+mn-lt"/>
          <a:ea typeface="+mn-ea"/>
          <a:cs typeface="+mn-cs"/>
        </a:defRPr>
      </a:lvl2pPr>
      <a:lvl3pPr marL="0" algn="l" defTabSz="914400" rtl="0" eaLnBrk="1" latinLnBrk="0" hangingPunct="1">
        <a:defRPr sz="1400" kern="1200">
          <a:solidFill>
            <a:schemeClr val="tx1"/>
          </a:solidFill>
          <a:latin typeface="+mn-lt"/>
          <a:ea typeface="+mn-ea"/>
          <a:cs typeface="+mn-cs"/>
        </a:defRPr>
      </a:lvl3pPr>
      <a:lvl4pPr marL="0" algn="l" defTabSz="914400" rtl="0" eaLnBrk="1" latinLnBrk="0" hangingPunct="1">
        <a:defRPr sz="1400" kern="1200">
          <a:solidFill>
            <a:schemeClr val="tx1"/>
          </a:solidFill>
          <a:latin typeface="+mn-lt"/>
          <a:ea typeface="+mn-ea"/>
          <a:cs typeface="+mn-cs"/>
        </a:defRPr>
      </a:lvl4pPr>
      <a:lvl5pPr marL="0" algn="l" defTabSz="914400" rtl="0" eaLnBrk="1" latinLnBrk="0" hangingPunct="1">
        <a:defRPr sz="1400" kern="1200">
          <a:solidFill>
            <a:schemeClr val="tx1"/>
          </a:solidFill>
          <a:latin typeface="+mn-lt"/>
          <a:ea typeface="+mn-ea"/>
          <a:cs typeface="+mn-cs"/>
        </a:defRPr>
      </a:lvl5pPr>
      <a:lvl6pPr marL="0" algn="l" defTabSz="914400" rtl="0" eaLnBrk="1" latinLnBrk="0" hangingPunct="1">
        <a:defRPr sz="1400" kern="1200">
          <a:solidFill>
            <a:schemeClr val="tx1"/>
          </a:solidFill>
          <a:latin typeface="+mn-lt"/>
          <a:ea typeface="+mn-ea"/>
          <a:cs typeface="+mn-cs"/>
        </a:defRPr>
      </a:lvl6pPr>
      <a:lvl7pPr marL="0" algn="l" defTabSz="914400" rtl="0" eaLnBrk="1" latinLnBrk="0" hangingPunct="1">
        <a:defRPr sz="1400" kern="1200">
          <a:solidFill>
            <a:schemeClr val="tx1"/>
          </a:solidFill>
          <a:latin typeface="+mn-lt"/>
          <a:ea typeface="+mn-ea"/>
          <a:cs typeface="+mn-cs"/>
        </a:defRPr>
      </a:lvl7pPr>
      <a:lvl8pPr marL="0" algn="l" defTabSz="914400" rtl="0" eaLnBrk="1" latinLnBrk="0" hangingPunct="1">
        <a:defRPr sz="1400" kern="1200">
          <a:solidFill>
            <a:schemeClr val="tx1"/>
          </a:solidFill>
          <a:latin typeface="+mn-lt"/>
          <a:ea typeface="+mn-ea"/>
          <a:cs typeface="+mn-cs"/>
        </a:defRPr>
      </a:lvl8pPr>
      <a:lvl9pPr marL="0" algn="l" defTabSz="9144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721">
          <p15:clr>
            <a:srgbClr val="F26B43"/>
          </p15:clr>
        </p15:guide>
        <p15:guide id="9" orient="horz" pos="205">
          <p15:clr>
            <a:srgbClr val="F26B43"/>
          </p15:clr>
        </p15:guide>
        <p15:guide id="11" orient="horz" pos="3904">
          <p15:clr>
            <a:srgbClr val="F26B43"/>
          </p15:clr>
        </p15:guide>
        <p15:guide id="13" pos="7473">
          <p15:clr>
            <a:srgbClr val="F26B43"/>
          </p15:clr>
        </p15:guide>
        <p15:guide id="14" pos="417">
          <p15:clr>
            <a:srgbClr val="F26B43"/>
          </p15:clr>
        </p15:guide>
        <p15:guide id="18" pos="3840">
          <p15:clr>
            <a:srgbClr val="F26B43"/>
          </p15:clr>
        </p15:guide>
        <p15:guide id="19" orient="horz" pos="2160">
          <p15:clr>
            <a:srgbClr val="F26B43"/>
          </p15:clr>
        </p15:guide>
        <p15:guide id="20" pos="726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hyperlink" Target="https://learn.microsoft.com/en-us/azure/devops/pipelines/get-started/key-pipelines-concepts?view=azure-devops#trigger" TargetMode="Externa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hyperlink" Target="https://learn.microsoft.com/en-us/azure/devops/pipelines/repos/tfvc?view=azure-devops" TargetMode="External"/><Relationship Id="rId7" Type="http://schemas.openxmlformats.org/officeDocument/2006/relationships/hyperlink" Target="https://learn.microsoft.com/en-us/azure/devops/pipelines/repos/on-premises-bitbucket?view=azure-devops" TargetMode="External"/><Relationship Id="rId2" Type="http://schemas.openxmlformats.org/officeDocument/2006/relationships/hyperlink" Target="https://learn.microsoft.com/en-us/azure/devops/pipelines/repos/azure-repos-git?view=azure-devops" TargetMode="External"/><Relationship Id="rId1" Type="http://schemas.openxmlformats.org/officeDocument/2006/relationships/slideLayout" Target="../slideLayouts/slideLayout10.xml"/><Relationship Id="rId6" Type="http://schemas.openxmlformats.org/officeDocument/2006/relationships/hyperlink" Target="https://learn.microsoft.com/en-us/azure/devops/pipelines/repos/bitbucket?view=azure-devops" TargetMode="External"/><Relationship Id="rId5" Type="http://schemas.openxmlformats.org/officeDocument/2006/relationships/hyperlink" Target="https://learn.microsoft.com/en-us/azure/devops/pipelines/repos/github-enterprise?view=azure-devops" TargetMode="External"/><Relationship Id="rId4" Type="http://schemas.openxmlformats.org/officeDocument/2006/relationships/hyperlink" Target="https://learn.microsoft.com/en-us/azure/devops/pipelines/repos/github?view=azure-devops"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s://www.microsoft.com/en-us/videoplayer/embed/RWMlMo?postJsllMsg=true" TargetMode="External"/><Relationship Id="rId1" Type="http://schemas.openxmlformats.org/officeDocument/2006/relationships/slideLayout" Target="../slideLayouts/slideLayout10.xml"/><Relationship Id="rId4" Type="http://schemas.openxmlformats.org/officeDocument/2006/relationships/hyperlink" Target="https://learn.microsoft.com/en-us/azure/devops/pipelines/get-started/key-pipelines-concepts?view=azure-devops#trigger" TargetMode="External"/></Relationships>
</file>

<file path=ppt/slides/_rels/slide6.xml.rels><?xml version="1.0" encoding="UTF-8" standalone="yes"?>
<Relationships xmlns="http://schemas.openxmlformats.org/package/2006/relationships"><Relationship Id="rId8" Type="http://schemas.openxmlformats.org/officeDocument/2006/relationships/hyperlink" Target="https://learn.microsoft.com/en-us/azure/devops/pipelines/get-started/key-pipelines-concepts?view=azure-devops#agent" TargetMode="External"/><Relationship Id="rId13" Type="http://schemas.openxmlformats.org/officeDocument/2006/relationships/hyperlink" Target="https://learn.microsoft.com/en-us/azure/devops/pipelines/get-started/key-pipelines-concepts?view=azure-devops#run" TargetMode="External"/><Relationship Id="rId3" Type="http://schemas.openxmlformats.org/officeDocument/2006/relationships/hyperlink" Target="https://learn.microsoft.com/en-us/azure/devops/pipelines/get-started/key-pipelines-concepts?view=azure-devops#trigger" TargetMode="External"/><Relationship Id="rId7" Type="http://schemas.openxmlformats.org/officeDocument/2006/relationships/hyperlink" Target="https://learn.microsoft.com/en-us/azure/devops/pipelines/get-started/key-pipelines-concepts?view=azure-devops#job" TargetMode="External"/><Relationship Id="rId12" Type="http://schemas.openxmlformats.org/officeDocument/2006/relationships/hyperlink" Target="https://learn.microsoft.com/en-us/azure/devops/pipelines/get-started/key-pipelines-concepts?view=azure-devops#artifact" TargetMode="External"/><Relationship Id="rId2" Type="http://schemas.openxmlformats.org/officeDocument/2006/relationships/notesSlide" Target="../notesSlides/notesSlide3.xml"/><Relationship Id="rId1" Type="http://schemas.openxmlformats.org/officeDocument/2006/relationships/slideLayout" Target="../slideLayouts/slideLayout10.xml"/><Relationship Id="rId6" Type="http://schemas.openxmlformats.org/officeDocument/2006/relationships/hyperlink" Target="https://learn.microsoft.com/en-us/azure/devops/pipelines/get-started/key-pipelines-concepts?view=azure-devops#environment" TargetMode="External"/><Relationship Id="rId11" Type="http://schemas.openxmlformats.org/officeDocument/2006/relationships/hyperlink" Target="https://learn.microsoft.com/en-us/azure/devops/pipelines/get-started/key-pipelines-concepts?view=azure-devops#script" TargetMode="External"/><Relationship Id="rId5" Type="http://schemas.openxmlformats.org/officeDocument/2006/relationships/hyperlink" Target="https://learn.microsoft.com/en-us/azure/devops/pipelines/get-started/key-pipelines-concepts?view=azure-devops#stage" TargetMode="External"/><Relationship Id="rId10" Type="http://schemas.openxmlformats.org/officeDocument/2006/relationships/hyperlink" Target="https://learn.microsoft.com/en-us/azure/devops/pipelines/get-started/key-pipelines-concepts?view=azure-devops#task" TargetMode="External"/><Relationship Id="rId4" Type="http://schemas.openxmlformats.org/officeDocument/2006/relationships/hyperlink" Target="https://learn.microsoft.com/en-us/azure/devops/pipelines/get-started/key-pipelines-concepts?view=azure-devops#pipeline" TargetMode="External"/><Relationship Id="rId9" Type="http://schemas.openxmlformats.org/officeDocument/2006/relationships/hyperlink" Target="https://learn.microsoft.com/en-us/azure/devops/pipelines/get-started/key-pipelines-concepts?view=azure-devops#step"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learn.microsoft.com/en-us/azure/devops/pipelines/process/phases?view=azure-devops" TargetMode="External"/><Relationship Id="rId2" Type="http://schemas.openxmlformats.org/officeDocument/2006/relationships/notesSlide" Target="../notesSlides/notesSlide4.xml"/><Relationship Id="rId1" Type="http://schemas.openxmlformats.org/officeDocument/2006/relationships/slideLayout" Target="../slideLayouts/slideLayout10.xml"/><Relationship Id="rId5" Type="http://schemas.openxmlformats.org/officeDocument/2006/relationships/hyperlink" Target="https://learn.microsoft.com/en-us/azure/devops/pipelines/agents/agents?view=azure-devops" TargetMode="External"/><Relationship Id="rId4" Type="http://schemas.openxmlformats.org/officeDocument/2006/relationships/hyperlink" Target="https://learn.microsoft.com/en-us/azure/devops/pipelines/agents/hosted?view=azure-devops"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hyperlink" Target="https://aka.ms/azpipelines-parallelism-request" TargetMode="External"/><Relationship Id="rId2" Type="http://schemas.openxmlformats.org/officeDocument/2006/relationships/hyperlink" Target="https://learn.microsoft.com/en-us/azure/devops/pipelines/licensing/concurrent-jobs?view=azure-devops&amp;tabs=ms-hosted" TargetMode="External"/><Relationship Id="rId1" Type="http://schemas.openxmlformats.org/officeDocument/2006/relationships/slideLayout" Target="../slideLayouts/slideLayout10.xml"/><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hyperlink" Target="https://azure.microsoft.com/free/?WT.mc_id=A261C142F" TargetMode="External"/><Relationship Id="rId2" Type="http://schemas.openxmlformats.org/officeDocument/2006/relationships/notesSlide" Target="../notesSlides/notesSlide8.xml"/><Relationship Id="rId1" Type="http://schemas.openxmlformats.org/officeDocument/2006/relationships/slideLayout" Target="../slideLayouts/slideLayout10.xml"/><Relationship Id="rId6" Type="http://schemas.openxmlformats.org/officeDocument/2006/relationships/hyperlink" Target="https://github.com/devschooldevops/07_08_pipelines.git" TargetMode="External"/><Relationship Id="rId5" Type="http://schemas.openxmlformats.org/officeDocument/2006/relationships/hyperlink" Target="https://dev.azure.com/%5borganization" TargetMode="External"/><Relationship Id="rId4" Type="http://schemas.openxmlformats.org/officeDocument/2006/relationships/hyperlink" Target="https://learn.microsoft.com/en-us/azure/devops/pipelines/get-started/pipelines-sign-up" TargetMode="External"/></Relationships>
</file>

<file path=ppt/slides/_rels/slide19.xml.rels><?xml version="1.0" encoding="UTF-8" standalone="yes"?>
<Relationships xmlns="http://schemas.openxmlformats.org/package/2006/relationships"><Relationship Id="rId2" Type="http://schemas.openxmlformats.org/officeDocument/2006/relationships/hyperlink" Target="https://azure.microsoft.com/en-us/free/students" TargetMode="Externa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hyperlink" Target="https://learn.microsoft.com/en-us/azure/devops/pipelines/process/template-parameters?view=azure-devops" TargetMode="External"/><Relationship Id="rId2" Type="http://schemas.openxmlformats.org/officeDocument/2006/relationships/hyperlink" Target="https://learn.microsoft.com/en-us/azure/devops/pipelines/process/template-expressions?view=azure-devops" TargetMode="Externa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hyperlink" Target="https://learn.microsoft.com/en-us/azure/devops/pipelines/process/approvals?view=azure-devops&amp;tabs=check-pass" TargetMode="External"/><Relationship Id="rId2" Type="http://schemas.openxmlformats.org/officeDocument/2006/relationships/hyperlink" Target="https://learn.microsoft.com/en-us/azure/devops/pipelines/process/conditions?view=azure-devops" TargetMode="Externa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hyperlink" Target="https://learn.microsoft.com/en-us/training/paths/build-applications-with-azure-devops/" TargetMode="External"/><Relationship Id="rId2" Type="http://schemas.openxmlformats.org/officeDocument/2006/relationships/hyperlink" Target="https://learn.microsoft.com/en-us/training/career-paths/devops-engineer" TargetMode="External"/><Relationship Id="rId1" Type="http://schemas.openxmlformats.org/officeDocument/2006/relationships/slideLayout" Target="../slideLayouts/slideLayout10.xml"/><Relationship Id="rId4" Type="http://schemas.openxmlformats.org/officeDocument/2006/relationships/image" Target="../media/image33.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a:extLst>
              <a:ext uri="{FF2B5EF4-FFF2-40B4-BE49-F238E27FC236}">
                <a16:creationId xmlns:a16="http://schemas.microsoft.com/office/drawing/2014/main" id="{7203D21E-0F48-4B79-9D3B-0888A07A3B15}"/>
              </a:ext>
            </a:extLst>
          </p:cNvPr>
          <p:cNvPicPr>
            <a:picLocks noGrp="1" noChangeAspect="1"/>
          </p:cNvPicPr>
          <p:nvPr>
            <p:ph type="pic" sz="quarter" idx="12"/>
          </p:nvPr>
        </p:nvPicPr>
        <p:blipFill rotWithShape="1">
          <a:blip r:embed="rId3"/>
          <a:srcRect t="21377" b="15809"/>
          <a:stretch/>
        </p:blipFill>
        <p:spPr>
          <a:xfrm>
            <a:off x="0" y="-176400"/>
            <a:ext cx="12192000" cy="5157745"/>
          </a:xfrm>
        </p:spPr>
      </p:pic>
      <p:sp>
        <p:nvSpPr>
          <p:cNvPr id="3" name="Title 2"/>
          <p:cNvSpPr>
            <a:spLocks noGrp="1"/>
          </p:cNvSpPr>
          <p:nvPr>
            <p:ph type="ctrTitle"/>
          </p:nvPr>
        </p:nvSpPr>
        <p:spPr>
          <a:xfrm>
            <a:off x="658800" y="1634861"/>
            <a:ext cx="3465324" cy="732995"/>
          </a:xfrm>
        </p:spPr>
        <p:txBody>
          <a:bodyPr/>
          <a:lstStyle/>
          <a:p>
            <a:r>
              <a:rPr lang="en-GB" dirty="0"/>
              <a:t>Azure Pipelines</a:t>
            </a:r>
          </a:p>
        </p:txBody>
      </p:sp>
      <p:sp>
        <p:nvSpPr>
          <p:cNvPr id="4" name="Subtitle 3"/>
          <p:cNvSpPr>
            <a:spLocks noGrp="1"/>
          </p:cNvSpPr>
          <p:nvPr>
            <p:ph type="subTitle" idx="1"/>
          </p:nvPr>
        </p:nvSpPr>
        <p:spPr/>
        <p:txBody>
          <a:bodyPr/>
          <a:lstStyle/>
          <a:p>
            <a:r>
              <a:rPr lang="en-US" dirty="0"/>
              <a:t>Mihai Budurescu – </a:t>
            </a:r>
            <a:r>
              <a:rPr lang="en-US" dirty="0" err="1"/>
              <a:t>DevSchool</a:t>
            </a:r>
            <a:r>
              <a:rPr lang="en-US" dirty="0"/>
              <a:t> Program</a:t>
            </a:r>
          </a:p>
        </p:txBody>
      </p:sp>
      <p:sp>
        <p:nvSpPr>
          <p:cNvPr id="15" name="Text Placeholder 14"/>
          <p:cNvSpPr>
            <a:spLocks noGrp="1"/>
          </p:cNvSpPr>
          <p:nvPr>
            <p:ph type="body" sz="quarter" idx="14"/>
          </p:nvPr>
        </p:nvSpPr>
        <p:spPr/>
        <p:txBody>
          <a:bodyPr/>
          <a:lstStyle/>
          <a:p>
            <a:r>
              <a:rPr lang="en-GB" dirty="0"/>
              <a:t>September 2024</a:t>
            </a:r>
          </a:p>
        </p:txBody>
      </p:sp>
    </p:spTree>
    <p:extLst>
      <p:ext uri="{BB962C8B-B14F-4D97-AF65-F5344CB8AC3E}">
        <p14:creationId xmlns:p14="http://schemas.microsoft.com/office/powerpoint/2010/main" val="26492860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Agenda</a:t>
            </a:r>
          </a:p>
        </p:txBody>
      </p:sp>
      <p:sp>
        <p:nvSpPr>
          <p:cNvPr id="4" name="Content Placeholder 3"/>
          <p:cNvSpPr>
            <a:spLocks noGrp="1"/>
          </p:cNvSpPr>
          <p:nvPr>
            <p:ph idx="13"/>
          </p:nvPr>
        </p:nvSpPr>
        <p:spPr/>
        <p:txBody>
          <a:bodyPr/>
          <a:lstStyle/>
          <a:p>
            <a:pPr marL="0" indent="0">
              <a:buNone/>
            </a:pPr>
            <a:r>
              <a:rPr lang="en-US" b="1" dirty="0"/>
              <a:t>  Day 1</a:t>
            </a:r>
          </a:p>
          <a:p>
            <a:pPr lvl="2">
              <a:buFont typeface="Arial" panose="020B0604020202020204" pitchFamily="34" charset="0"/>
              <a:buChar char="•"/>
            </a:pPr>
            <a:endParaRPr lang="en-US" dirty="0"/>
          </a:p>
          <a:p>
            <a:pPr lvl="2">
              <a:buFont typeface="Arial" panose="020B0604020202020204" pitchFamily="34" charset="0"/>
              <a:buChar char="•"/>
            </a:pPr>
            <a:r>
              <a:rPr lang="en-US" dirty="0"/>
              <a:t>Presentation</a:t>
            </a:r>
          </a:p>
          <a:p>
            <a:pPr lvl="2">
              <a:buFont typeface="Arial" panose="020B0604020202020204" pitchFamily="34" charset="0"/>
              <a:buChar char="•"/>
            </a:pPr>
            <a:r>
              <a:rPr lang="en-US" dirty="0"/>
              <a:t>Understanding pipelines and their purpose</a:t>
            </a:r>
          </a:p>
          <a:p>
            <a:pPr lvl="2">
              <a:buFont typeface="Arial" panose="020B0604020202020204" pitchFamily="34" charset="0"/>
              <a:buChar char="•"/>
            </a:pPr>
            <a:r>
              <a:rPr lang="en-US" dirty="0"/>
              <a:t>Azure Pipelines key basics and structure</a:t>
            </a:r>
          </a:p>
          <a:p>
            <a:pPr lvl="2">
              <a:buFont typeface="Arial" panose="020B0604020202020204" pitchFamily="34" charset="0"/>
              <a:buChar char="•"/>
            </a:pPr>
            <a:r>
              <a:rPr lang="en-US" dirty="0"/>
              <a:t>Labs:</a:t>
            </a:r>
          </a:p>
          <a:p>
            <a:pPr lvl="3">
              <a:buFont typeface="Arial" panose="020B0604020202020204" pitchFamily="34" charset="0"/>
              <a:buChar char="•"/>
            </a:pPr>
            <a:r>
              <a:rPr lang="en-US" dirty="0"/>
              <a:t>Azure starter pipeline</a:t>
            </a:r>
          </a:p>
          <a:p>
            <a:pPr lvl="3">
              <a:buFont typeface="Arial" panose="020B0604020202020204" pitchFamily="34" charset="0"/>
              <a:buChar char="•"/>
            </a:pPr>
            <a:r>
              <a:rPr lang="en-US" dirty="0"/>
              <a:t>Multistage pipeline – Python to Azure Web App</a:t>
            </a:r>
          </a:p>
          <a:p>
            <a:pPr lvl="2">
              <a:buFont typeface="Arial" panose="020B0604020202020204" pitchFamily="34" charset="0"/>
              <a:buChar char="•"/>
            </a:pPr>
            <a:r>
              <a:rPr lang="en-US" dirty="0"/>
              <a:t>Q&amp;A</a:t>
            </a:r>
          </a:p>
          <a:p>
            <a:pPr marL="180000" lvl="2" indent="0">
              <a:buNone/>
            </a:pPr>
            <a:endParaRPr lang="en-US" dirty="0"/>
          </a:p>
          <a:p>
            <a:pPr marL="180000" lvl="2" indent="0">
              <a:buNone/>
            </a:pPr>
            <a:r>
              <a:rPr lang="en-US" b="1" dirty="0"/>
              <a:t>Day 2</a:t>
            </a:r>
          </a:p>
          <a:p>
            <a:pPr marL="180000" lvl="2" indent="0">
              <a:buNone/>
            </a:pPr>
            <a:endParaRPr lang="en-US" b="1" dirty="0"/>
          </a:p>
          <a:p>
            <a:pPr lvl="2">
              <a:buFont typeface="Arial" panose="020B0604020202020204" pitchFamily="34" charset="0"/>
              <a:buChar char="•"/>
            </a:pPr>
            <a:r>
              <a:rPr lang="en-US" dirty="0"/>
              <a:t>Templates and conditions</a:t>
            </a:r>
          </a:p>
          <a:p>
            <a:pPr lvl="2">
              <a:buFont typeface="Arial" panose="020B0604020202020204" pitchFamily="34" charset="0"/>
              <a:buChar char="•"/>
            </a:pPr>
            <a:r>
              <a:rPr lang="en-US" dirty="0"/>
              <a:t>Approvals and checks</a:t>
            </a:r>
          </a:p>
          <a:p>
            <a:pPr lvl="2">
              <a:buFont typeface="Arial" panose="020B0604020202020204" pitchFamily="34" charset="0"/>
              <a:buChar char="•"/>
            </a:pPr>
            <a:r>
              <a:rPr lang="en-US" dirty="0"/>
              <a:t>Another Lab </a:t>
            </a:r>
            <a:r>
              <a:rPr lang="en-US" dirty="0">
                <a:sym typeface="Wingdings" panose="05000000000000000000" pitchFamily="2" charset="2"/>
              </a:rPr>
              <a:t></a:t>
            </a:r>
            <a:endParaRPr lang="en-US" dirty="0"/>
          </a:p>
          <a:p>
            <a:pPr lvl="2">
              <a:buFont typeface="Arial" panose="020B0604020202020204" pitchFamily="34" charset="0"/>
              <a:buChar char="•"/>
            </a:pPr>
            <a:r>
              <a:rPr lang="en-US" dirty="0" err="1"/>
              <a:t>Menti</a:t>
            </a:r>
            <a:r>
              <a:rPr lang="en-US" dirty="0"/>
              <a:t> evaluation</a:t>
            </a:r>
          </a:p>
        </p:txBody>
      </p:sp>
      <p:sp>
        <p:nvSpPr>
          <p:cNvPr id="5" name="Slide Number Placeholder 4">
            <a:extLst>
              <a:ext uri="{FF2B5EF4-FFF2-40B4-BE49-F238E27FC236}">
                <a16:creationId xmlns:a16="http://schemas.microsoft.com/office/drawing/2014/main" id="{C92C2F82-8FC5-4D08-9C7F-ACE0E31DC905}"/>
              </a:ext>
            </a:extLst>
          </p:cNvPr>
          <p:cNvSpPr>
            <a:spLocks noGrp="1"/>
          </p:cNvSpPr>
          <p:nvPr>
            <p:ph type="sldNum" sz="quarter" idx="11"/>
          </p:nvPr>
        </p:nvSpPr>
        <p:spPr/>
        <p:txBody>
          <a:bodyPr/>
          <a:lstStyle/>
          <a:p>
            <a:fld id="{DDD2A080-DA64-4F5C-9131-47EB793B4410}" type="slidenum">
              <a:rPr lang="en-GB" noProof="0" smtClean="0"/>
              <a:pPr/>
              <a:t>2</a:t>
            </a:fld>
            <a:endParaRPr lang="en-GB" noProof="0" dirty="0"/>
          </a:p>
        </p:txBody>
      </p:sp>
    </p:spTree>
    <p:extLst>
      <p:ext uri="{BB962C8B-B14F-4D97-AF65-F5344CB8AC3E}">
        <p14:creationId xmlns:p14="http://schemas.microsoft.com/office/powerpoint/2010/main" val="396889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84493D-3D07-4262-585E-9191E54584DA}"/>
              </a:ext>
            </a:extLst>
          </p:cNvPr>
          <p:cNvSpPr>
            <a:spLocks noGrp="1"/>
          </p:cNvSpPr>
          <p:nvPr>
            <p:ph type="sldNum" sz="quarter" idx="11"/>
          </p:nvPr>
        </p:nvSpPr>
        <p:spPr/>
        <p:txBody>
          <a:bodyPr/>
          <a:lstStyle/>
          <a:p>
            <a:fld id="{DDD2A080-DA64-4F5C-9131-47EB793B4410}" type="slidenum">
              <a:rPr lang="en-GB" noProof="0" smtClean="0"/>
              <a:pPr/>
              <a:t>3</a:t>
            </a:fld>
            <a:endParaRPr lang="en-GB" noProof="0" dirty="0"/>
          </a:p>
        </p:txBody>
      </p:sp>
      <p:sp>
        <p:nvSpPr>
          <p:cNvPr id="3" name="Title 2">
            <a:extLst>
              <a:ext uri="{FF2B5EF4-FFF2-40B4-BE49-F238E27FC236}">
                <a16:creationId xmlns:a16="http://schemas.microsoft.com/office/drawing/2014/main" id="{4A379D71-9AF9-0C29-AE46-A044BDB9A261}"/>
              </a:ext>
            </a:extLst>
          </p:cNvPr>
          <p:cNvSpPr>
            <a:spLocks noGrp="1"/>
          </p:cNvSpPr>
          <p:nvPr>
            <p:ph type="title"/>
          </p:nvPr>
        </p:nvSpPr>
        <p:spPr/>
        <p:txBody>
          <a:bodyPr/>
          <a:lstStyle/>
          <a:p>
            <a:r>
              <a:rPr lang="en-US" dirty="0"/>
              <a:t>Why Azure Pipelines?</a:t>
            </a:r>
          </a:p>
        </p:txBody>
      </p:sp>
      <p:sp>
        <p:nvSpPr>
          <p:cNvPr id="4" name="Text Placeholder 3">
            <a:extLst>
              <a:ext uri="{FF2B5EF4-FFF2-40B4-BE49-F238E27FC236}">
                <a16:creationId xmlns:a16="http://schemas.microsoft.com/office/drawing/2014/main" id="{6FB35AF7-03A3-911F-15DE-AFBB87E472D0}"/>
              </a:ext>
            </a:extLst>
          </p:cNvPr>
          <p:cNvSpPr>
            <a:spLocks noGrp="1"/>
          </p:cNvSpPr>
          <p:nvPr>
            <p:ph type="body" sz="quarter" idx="13"/>
          </p:nvPr>
        </p:nvSpPr>
        <p:spPr>
          <a:xfrm>
            <a:off x="659008" y="1141198"/>
            <a:ext cx="10875600" cy="5262742"/>
          </a:xfrm>
        </p:spPr>
        <p:txBody>
          <a:bodyPr/>
          <a:lstStyle/>
          <a:p>
            <a:pPr algn="l">
              <a:buFont typeface="Arial" panose="020B0604020202020204" pitchFamily="34" charset="0"/>
              <a:buChar char="•"/>
            </a:pPr>
            <a:r>
              <a:rPr lang="en-US" b="0" i="0" dirty="0">
                <a:solidFill>
                  <a:srgbClr val="161616"/>
                </a:solidFill>
                <a:effectLst/>
                <a:latin typeface="Segoe UI" panose="020B0502040204020203" pitchFamily="34" charset="0"/>
              </a:rPr>
              <a:t>Accelerating application development and deployment lifecycles.</a:t>
            </a:r>
          </a:p>
          <a:p>
            <a:pPr algn="l">
              <a:buFont typeface="Arial" panose="020B0604020202020204" pitchFamily="34" charset="0"/>
              <a:buChar char="•"/>
            </a:pPr>
            <a:r>
              <a:rPr lang="en-US" b="0" i="0" dirty="0">
                <a:solidFill>
                  <a:srgbClr val="161616"/>
                </a:solidFill>
                <a:effectLst/>
                <a:latin typeface="Segoe UI" panose="020B0502040204020203" pitchFamily="34" charset="0"/>
              </a:rPr>
              <a:t>Building quality and consistency into an automated build and release process.</a:t>
            </a:r>
          </a:p>
          <a:p>
            <a:pPr algn="l">
              <a:buFont typeface="Arial" panose="020B0604020202020204" pitchFamily="34" charset="0"/>
              <a:buChar char="•"/>
            </a:pPr>
            <a:r>
              <a:rPr lang="en-US" b="0" i="0" dirty="0">
                <a:solidFill>
                  <a:srgbClr val="161616"/>
                </a:solidFill>
                <a:effectLst/>
                <a:latin typeface="Segoe UI" panose="020B0502040204020203" pitchFamily="34" charset="0"/>
              </a:rPr>
              <a:t>Increasing application stability and uptime.</a:t>
            </a:r>
          </a:p>
          <a:p>
            <a:pPr marL="0" indent="0" algn="l">
              <a:buNone/>
            </a:pPr>
            <a:br>
              <a:rPr lang="en-US" dirty="0"/>
            </a:br>
            <a:r>
              <a:rPr lang="en-US" b="1" dirty="0"/>
              <a:t>Benefits:</a:t>
            </a:r>
            <a:br>
              <a:rPr lang="en-US" dirty="0"/>
            </a:br>
            <a:endParaRPr lang="en-US" dirty="0"/>
          </a:p>
          <a:p>
            <a:pPr marL="342900" indent="-342900" algn="l">
              <a:buFont typeface="Arial" panose="020B0604020202020204" pitchFamily="34" charset="0"/>
              <a:buChar char="•"/>
            </a:pPr>
            <a:r>
              <a:rPr lang="en-US" b="0" i="0" dirty="0">
                <a:solidFill>
                  <a:srgbClr val="161616"/>
                </a:solidFill>
                <a:effectLst/>
                <a:latin typeface="Segoe UI" panose="020B0502040204020203" pitchFamily="34" charset="0"/>
              </a:rPr>
              <a:t>Works with any language or platform: Node.js, Python, Java, PHP, Ruby, C#, C++, Go, </a:t>
            </a:r>
            <a:r>
              <a:rPr lang="en-US" b="0" i="0" dirty="0" err="1">
                <a:solidFill>
                  <a:srgbClr val="161616"/>
                </a:solidFill>
                <a:effectLst/>
                <a:latin typeface="Segoe UI" panose="020B0502040204020203" pitchFamily="34" charset="0"/>
              </a:rPr>
              <a:t>XCode</a:t>
            </a:r>
            <a:r>
              <a:rPr lang="en-US" b="0" i="0" dirty="0">
                <a:solidFill>
                  <a:srgbClr val="161616"/>
                </a:solidFill>
                <a:effectLst/>
                <a:latin typeface="Segoe UI" panose="020B0502040204020203" pitchFamily="34" charset="0"/>
              </a:rPr>
              <a:t>, .NET, Android, and iOS applications.</a:t>
            </a:r>
          </a:p>
          <a:p>
            <a:pPr algn="l">
              <a:buFont typeface="Arial" panose="020B0604020202020204" pitchFamily="34" charset="0"/>
              <a:buChar char="•"/>
            </a:pPr>
            <a:r>
              <a:rPr lang="en-US" b="0" i="0" dirty="0">
                <a:solidFill>
                  <a:srgbClr val="161616"/>
                </a:solidFill>
                <a:effectLst/>
                <a:latin typeface="Segoe UI" panose="020B0502040204020203" pitchFamily="34" charset="0"/>
              </a:rPr>
              <a:t>Deploys to different types of targets at the same time.</a:t>
            </a:r>
          </a:p>
          <a:p>
            <a:pPr algn="l">
              <a:buFont typeface="Arial" panose="020B0604020202020204" pitchFamily="34" charset="0"/>
              <a:buChar char="•"/>
            </a:pPr>
            <a:r>
              <a:rPr lang="en-US" b="0" i="0" dirty="0">
                <a:solidFill>
                  <a:srgbClr val="161616"/>
                </a:solidFill>
                <a:effectLst/>
                <a:latin typeface="Segoe UI" panose="020B0502040204020203" pitchFamily="34" charset="0"/>
              </a:rPr>
              <a:t>Integrates with Azure deployments.</a:t>
            </a:r>
          </a:p>
          <a:p>
            <a:pPr algn="l">
              <a:buFont typeface="Arial" panose="020B0604020202020204" pitchFamily="34" charset="0"/>
              <a:buChar char="•"/>
            </a:pPr>
            <a:r>
              <a:rPr lang="en-US" b="0" i="0" dirty="0">
                <a:solidFill>
                  <a:srgbClr val="161616"/>
                </a:solidFill>
                <a:effectLst/>
                <a:latin typeface="Segoe UI" panose="020B0502040204020203" pitchFamily="34" charset="0"/>
              </a:rPr>
              <a:t>Builds on Windows, Linux, or Mac machines.</a:t>
            </a:r>
          </a:p>
          <a:p>
            <a:pPr algn="l">
              <a:buFont typeface="Arial" panose="020B0604020202020204" pitchFamily="34" charset="0"/>
              <a:buChar char="•"/>
            </a:pPr>
            <a:r>
              <a:rPr lang="en-US" b="0" i="0" dirty="0">
                <a:solidFill>
                  <a:srgbClr val="161616"/>
                </a:solidFill>
                <a:effectLst/>
                <a:latin typeface="Segoe UI" panose="020B0502040204020203" pitchFamily="34" charset="0"/>
              </a:rPr>
              <a:t>Integrates with GitHub.</a:t>
            </a:r>
          </a:p>
          <a:p>
            <a:pPr marL="0" indent="0" algn="l">
              <a:buNone/>
            </a:pPr>
            <a:br>
              <a:rPr lang="en-US" dirty="0"/>
            </a:br>
            <a:r>
              <a:rPr lang="en-US" dirty="0">
                <a:hlinkClick r:id="rId2"/>
              </a:rPr>
              <a:t>Azure Pipelines New User Guide - Key concepts - Azure Pipelines | Microsoft Learn</a:t>
            </a:r>
            <a:br>
              <a:rPr lang="en-US" dirty="0"/>
            </a:br>
            <a:endParaRPr lang="en-US" dirty="0"/>
          </a:p>
        </p:txBody>
      </p:sp>
    </p:spTree>
    <p:extLst>
      <p:ext uri="{BB962C8B-B14F-4D97-AF65-F5344CB8AC3E}">
        <p14:creationId xmlns:p14="http://schemas.microsoft.com/office/powerpoint/2010/main" val="27024153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D4973DF-9B3A-F2D5-7396-4C9517A6D6E0}"/>
              </a:ext>
            </a:extLst>
          </p:cNvPr>
          <p:cNvSpPr>
            <a:spLocks noGrp="1"/>
          </p:cNvSpPr>
          <p:nvPr>
            <p:ph type="sldNum" sz="quarter" idx="11"/>
          </p:nvPr>
        </p:nvSpPr>
        <p:spPr/>
        <p:txBody>
          <a:bodyPr/>
          <a:lstStyle/>
          <a:p>
            <a:fld id="{DDD2A080-DA64-4F5C-9131-47EB793B4410}" type="slidenum">
              <a:rPr lang="en-GB" noProof="0" smtClean="0"/>
              <a:pPr/>
              <a:t>4</a:t>
            </a:fld>
            <a:endParaRPr lang="en-GB" noProof="0" dirty="0"/>
          </a:p>
        </p:txBody>
      </p:sp>
      <p:sp>
        <p:nvSpPr>
          <p:cNvPr id="3" name="Title 2">
            <a:extLst>
              <a:ext uri="{FF2B5EF4-FFF2-40B4-BE49-F238E27FC236}">
                <a16:creationId xmlns:a16="http://schemas.microsoft.com/office/drawing/2014/main" id="{632F96B3-A2F4-8BEF-94DB-2AF48CFC92E1}"/>
              </a:ext>
            </a:extLst>
          </p:cNvPr>
          <p:cNvSpPr>
            <a:spLocks noGrp="1"/>
          </p:cNvSpPr>
          <p:nvPr>
            <p:ph type="title"/>
          </p:nvPr>
        </p:nvSpPr>
        <p:spPr>
          <a:xfrm>
            <a:off x="659008" y="325235"/>
            <a:ext cx="10875600" cy="646971"/>
          </a:xfrm>
        </p:spPr>
        <p:txBody>
          <a:bodyPr/>
          <a:lstStyle/>
          <a:p>
            <a:r>
              <a:rPr lang="en-US" dirty="0"/>
              <a:t>Before a pipeline we need to have a repository</a:t>
            </a:r>
          </a:p>
        </p:txBody>
      </p:sp>
      <p:graphicFrame>
        <p:nvGraphicFramePr>
          <p:cNvPr id="5" name="Table 4">
            <a:extLst>
              <a:ext uri="{FF2B5EF4-FFF2-40B4-BE49-F238E27FC236}">
                <a16:creationId xmlns:a16="http://schemas.microsoft.com/office/drawing/2014/main" id="{D2BECC99-5E78-A7AF-B144-E6BC5EF58B6E}"/>
              </a:ext>
            </a:extLst>
          </p:cNvPr>
          <p:cNvGraphicFramePr>
            <a:graphicFrameLocks noGrp="1"/>
          </p:cNvGraphicFramePr>
          <p:nvPr>
            <p:extLst>
              <p:ext uri="{D42A27DB-BD31-4B8C-83A1-F6EECF244321}">
                <p14:modId xmlns:p14="http://schemas.microsoft.com/office/powerpoint/2010/main" val="4134932196"/>
              </p:ext>
            </p:extLst>
          </p:nvPr>
        </p:nvGraphicFramePr>
        <p:xfrm>
          <a:off x="735723" y="2091558"/>
          <a:ext cx="10457792" cy="3794236"/>
        </p:xfrm>
        <a:graphic>
          <a:graphicData uri="http://schemas.openxmlformats.org/drawingml/2006/table">
            <a:tbl>
              <a:tblPr/>
              <a:tblGrid>
                <a:gridCol w="2614448">
                  <a:extLst>
                    <a:ext uri="{9D8B030D-6E8A-4147-A177-3AD203B41FA5}">
                      <a16:colId xmlns:a16="http://schemas.microsoft.com/office/drawing/2014/main" val="4275239900"/>
                    </a:ext>
                  </a:extLst>
                </a:gridCol>
                <a:gridCol w="2614448">
                  <a:extLst>
                    <a:ext uri="{9D8B030D-6E8A-4147-A177-3AD203B41FA5}">
                      <a16:colId xmlns:a16="http://schemas.microsoft.com/office/drawing/2014/main" val="2008191616"/>
                    </a:ext>
                  </a:extLst>
                </a:gridCol>
                <a:gridCol w="2614448">
                  <a:extLst>
                    <a:ext uri="{9D8B030D-6E8A-4147-A177-3AD203B41FA5}">
                      <a16:colId xmlns:a16="http://schemas.microsoft.com/office/drawing/2014/main" val="1844617289"/>
                    </a:ext>
                  </a:extLst>
                </a:gridCol>
                <a:gridCol w="2614448">
                  <a:extLst>
                    <a:ext uri="{9D8B030D-6E8A-4147-A177-3AD203B41FA5}">
                      <a16:colId xmlns:a16="http://schemas.microsoft.com/office/drawing/2014/main" val="3942362653"/>
                    </a:ext>
                  </a:extLst>
                </a:gridCol>
              </a:tblGrid>
              <a:tr h="901600">
                <a:tc>
                  <a:txBody>
                    <a:bodyPr/>
                    <a:lstStyle/>
                    <a:p>
                      <a:pPr algn="l" fontAlgn="t"/>
                      <a:r>
                        <a:rPr lang="en-US" dirty="0">
                          <a:effectLst/>
                        </a:rPr>
                        <a:t>Repository type</a:t>
                      </a:r>
                    </a:p>
                  </a:txBody>
                  <a:tcPr>
                    <a:lnL>
                      <a:noFill/>
                    </a:lnL>
                    <a:lnR>
                      <a:noFill/>
                    </a:lnR>
                    <a:lnT>
                      <a:noFill/>
                    </a:lnT>
                    <a:lnB>
                      <a:noFill/>
                    </a:lnB>
                    <a:solidFill>
                      <a:srgbClr val="FFFFFF"/>
                    </a:solidFill>
                  </a:tcPr>
                </a:tc>
                <a:tc>
                  <a:txBody>
                    <a:bodyPr/>
                    <a:lstStyle/>
                    <a:p>
                      <a:pPr algn="l" fontAlgn="t"/>
                      <a:r>
                        <a:rPr lang="en-US">
                          <a:effectLst/>
                        </a:rPr>
                        <a:t>Azure Pipelines (YAML)</a:t>
                      </a:r>
                    </a:p>
                  </a:txBody>
                  <a:tcPr>
                    <a:lnL>
                      <a:noFill/>
                    </a:lnL>
                    <a:lnR>
                      <a:noFill/>
                    </a:lnR>
                    <a:lnT>
                      <a:noFill/>
                    </a:lnT>
                    <a:lnB>
                      <a:noFill/>
                    </a:lnB>
                    <a:solidFill>
                      <a:srgbClr val="FFFFFF"/>
                    </a:solidFill>
                  </a:tcPr>
                </a:tc>
                <a:tc>
                  <a:txBody>
                    <a:bodyPr/>
                    <a:lstStyle/>
                    <a:p>
                      <a:pPr algn="l" fontAlgn="t"/>
                      <a:r>
                        <a:rPr lang="en-US">
                          <a:effectLst/>
                        </a:rPr>
                        <a:t>Azure Pipelines (classic editor)</a:t>
                      </a:r>
                    </a:p>
                  </a:txBody>
                  <a:tcPr>
                    <a:lnL>
                      <a:noFill/>
                    </a:lnL>
                    <a:lnR>
                      <a:noFill/>
                    </a:lnR>
                    <a:lnT>
                      <a:noFill/>
                    </a:lnT>
                    <a:lnB>
                      <a:noFill/>
                    </a:lnB>
                    <a:solidFill>
                      <a:srgbClr val="FFFFFF"/>
                    </a:solidFill>
                  </a:tcPr>
                </a:tc>
                <a:tc>
                  <a:txBody>
                    <a:bodyPr/>
                    <a:lstStyle/>
                    <a:p>
                      <a:pPr algn="l" fontAlgn="t"/>
                      <a:r>
                        <a:rPr lang="en-US">
                          <a:effectLst/>
                        </a:rPr>
                        <a:t>Azure DevOps Server 2022, 2020, 2019</a:t>
                      </a:r>
                    </a:p>
                  </a:txBody>
                  <a:tcPr>
                    <a:lnL>
                      <a:noFill/>
                    </a:lnL>
                    <a:lnR>
                      <a:noFill/>
                    </a:lnR>
                    <a:lnT>
                      <a:noFill/>
                    </a:lnT>
                    <a:lnB>
                      <a:noFill/>
                    </a:lnB>
                    <a:solidFill>
                      <a:srgbClr val="FFFFFF"/>
                    </a:solidFill>
                  </a:tcPr>
                </a:tc>
                <a:extLst>
                  <a:ext uri="{0D108BD9-81ED-4DB2-BD59-A6C34878D82A}">
                    <a16:rowId xmlns:a16="http://schemas.microsoft.com/office/drawing/2014/main" val="1666409343"/>
                  </a:ext>
                </a:extLst>
              </a:tr>
              <a:tr h="375667">
                <a:tc>
                  <a:txBody>
                    <a:bodyPr/>
                    <a:lstStyle/>
                    <a:p>
                      <a:pPr algn="l" fontAlgn="t"/>
                      <a:r>
                        <a:rPr lang="en-US" u="none" strike="noStrike">
                          <a:effectLst/>
                          <a:hlinkClick r:id="rId2"/>
                        </a:rPr>
                        <a:t>Azure Repos Git</a:t>
                      </a:r>
                      <a:endParaRPr lang="en-US">
                        <a:effectLst/>
                      </a:endParaRPr>
                    </a:p>
                  </a:txBody>
                  <a:tcPr>
                    <a:lnL>
                      <a:noFill/>
                    </a:lnL>
                    <a:lnR>
                      <a:noFill/>
                    </a:lnR>
                    <a:lnT>
                      <a:noFill/>
                    </a:lnT>
                    <a:lnB>
                      <a:noFill/>
                    </a:lnB>
                    <a:solidFill>
                      <a:srgbClr val="FFFFFF"/>
                    </a:solidFill>
                  </a:tcPr>
                </a:tc>
                <a:tc>
                  <a:txBody>
                    <a:bodyPr/>
                    <a:lstStyle/>
                    <a:p>
                      <a:pPr algn="l" fontAlgn="t"/>
                      <a:r>
                        <a:rPr lang="en-US">
                          <a:effectLst/>
                        </a:rPr>
                        <a:t>Yes</a:t>
                      </a:r>
                    </a:p>
                  </a:txBody>
                  <a:tcPr>
                    <a:lnL>
                      <a:noFill/>
                    </a:lnL>
                    <a:lnR>
                      <a:noFill/>
                    </a:lnR>
                    <a:lnT>
                      <a:noFill/>
                    </a:lnT>
                    <a:lnB>
                      <a:noFill/>
                    </a:lnB>
                    <a:solidFill>
                      <a:srgbClr val="FFFFFF"/>
                    </a:solidFill>
                  </a:tcPr>
                </a:tc>
                <a:tc>
                  <a:txBody>
                    <a:bodyPr/>
                    <a:lstStyle/>
                    <a:p>
                      <a:pPr algn="l" fontAlgn="t"/>
                      <a:r>
                        <a:rPr lang="en-US">
                          <a:effectLst/>
                        </a:rPr>
                        <a:t>Yes</a:t>
                      </a:r>
                    </a:p>
                  </a:txBody>
                  <a:tcPr>
                    <a:lnL>
                      <a:noFill/>
                    </a:lnL>
                    <a:lnR>
                      <a:noFill/>
                    </a:lnR>
                    <a:lnT>
                      <a:noFill/>
                    </a:lnT>
                    <a:lnB>
                      <a:noFill/>
                    </a:lnB>
                    <a:solidFill>
                      <a:srgbClr val="FFFFFF"/>
                    </a:solidFill>
                  </a:tcPr>
                </a:tc>
                <a:tc>
                  <a:txBody>
                    <a:bodyPr/>
                    <a:lstStyle/>
                    <a:p>
                      <a:pPr algn="l" fontAlgn="t"/>
                      <a:r>
                        <a:rPr lang="en-US">
                          <a:effectLst/>
                        </a:rPr>
                        <a:t>Yes</a:t>
                      </a:r>
                    </a:p>
                  </a:txBody>
                  <a:tcPr>
                    <a:lnL>
                      <a:noFill/>
                    </a:lnL>
                    <a:lnR>
                      <a:noFill/>
                    </a:lnR>
                    <a:lnT>
                      <a:noFill/>
                    </a:lnT>
                    <a:lnB>
                      <a:noFill/>
                    </a:lnB>
                    <a:solidFill>
                      <a:srgbClr val="FFFFFF"/>
                    </a:solidFill>
                  </a:tcPr>
                </a:tc>
                <a:extLst>
                  <a:ext uri="{0D108BD9-81ED-4DB2-BD59-A6C34878D82A}">
                    <a16:rowId xmlns:a16="http://schemas.microsoft.com/office/drawing/2014/main" val="1520611794"/>
                  </a:ext>
                </a:extLst>
              </a:tr>
              <a:tr h="375667">
                <a:tc>
                  <a:txBody>
                    <a:bodyPr/>
                    <a:lstStyle/>
                    <a:p>
                      <a:pPr algn="l" fontAlgn="t"/>
                      <a:r>
                        <a:rPr lang="en-US" u="none" strike="noStrike">
                          <a:effectLst/>
                          <a:hlinkClick r:id="rId3"/>
                        </a:rPr>
                        <a:t>Azure Repos TFVC</a:t>
                      </a:r>
                      <a:endParaRPr lang="en-US">
                        <a:effectLst/>
                      </a:endParaRPr>
                    </a:p>
                  </a:txBody>
                  <a:tcPr>
                    <a:lnL>
                      <a:noFill/>
                    </a:lnL>
                    <a:lnR>
                      <a:noFill/>
                    </a:lnR>
                    <a:lnT>
                      <a:noFill/>
                    </a:lnT>
                    <a:lnB>
                      <a:noFill/>
                    </a:lnB>
                    <a:solidFill>
                      <a:srgbClr val="FFFFFF"/>
                    </a:solidFill>
                  </a:tcPr>
                </a:tc>
                <a:tc>
                  <a:txBody>
                    <a:bodyPr/>
                    <a:lstStyle/>
                    <a:p>
                      <a:pPr algn="l" fontAlgn="t"/>
                      <a:r>
                        <a:rPr lang="en-US">
                          <a:effectLst/>
                        </a:rPr>
                        <a:t>No</a:t>
                      </a:r>
                    </a:p>
                  </a:txBody>
                  <a:tcPr>
                    <a:lnL>
                      <a:noFill/>
                    </a:lnL>
                    <a:lnR>
                      <a:noFill/>
                    </a:lnR>
                    <a:lnT>
                      <a:noFill/>
                    </a:lnT>
                    <a:lnB>
                      <a:noFill/>
                    </a:lnB>
                    <a:solidFill>
                      <a:srgbClr val="FFFFFF"/>
                    </a:solidFill>
                  </a:tcPr>
                </a:tc>
                <a:tc>
                  <a:txBody>
                    <a:bodyPr/>
                    <a:lstStyle/>
                    <a:p>
                      <a:pPr algn="l" fontAlgn="t"/>
                      <a:r>
                        <a:rPr lang="en-US">
                          <a:effectLst/>
                        </a:rPr>
                        <a:t>Yes</a:t>
                      </a:r>
                    </a:p>
                  </a:txBody>
                  <a:tcPr>
                    <a:lnL>
                      <a:noFill/>
                    </a:lnL>
                    <a:lnR>
                      <a:noFill/>
                    </a:lnR>
                    <a:lnT>
                      <a:noFill/>
                    </a:lnT>
                    <a:lnB>
                      <a:noFill/>
                    </a:lnB>
                    <a:solidFill>
                      <a:srgbClr val="FFFFFF"/>
                    </a:solidFill>
                  </a:tcPr>
                </a:tc>
                <a:tc>
                  <a:txBody>
                    <a:bodyPr/>
                    <a:lstStyle/>
                    <a:p>
                      <a:pPr algn="l" fontAlgn="t"/>
                      <a:r>
                        <a:rPr lang="en-US">
                          <a:effectLst/>
                        </a:rPr>
                        <a:t>Yes</a:t>
                      </a:r>
                    </a:p>
                  </a:txBody>
                  <a:tcPr>
                    <a:lnL>
                      <a:noFill/>
                    </a:lnL>
                    <a:lnR>
                      <a:noFill/>
                    </a:lnR>
                    <a:lnT>
                      <a:noFill/>
                    </a:lnT>
                    <a:lnB>
                      <a:noFill/>
                    </a:lnB>
                    <a:solidFill>
                      <a:srgbClr val="FFFFFF"/>
                    </a:solidFill>
                  </a:tcPr>
                </a:tc>
                <a:extLst>
                  <a:ext uri="{0D108BD9-81ED-4DB2-BD59-A6C34878D82A}">
                    <a16:rowId xmlns:a16="http://schemas.microsoft.com/office/drawing/2014/main" val="2351407251"/>
                  </a:ext>
                </a:extLst>
              </a:tr>
              <a:tr h="375667">
                <a:tc>
                  <a:txBody>
                    <a:bodyPr/>
                    <a:lstStyle/>
                    <a:p>
                      <a:pPr algn="l" fontAlgn="t"/>
                      <a:r>
                        <a:rPr lang="en-US" u="none" strike="noStrike">
                          <a:effectLst/>
                          <a:hlinkClick r:id="rId4"/>
                        </a:rPr>
                        <a:t>GitHub</a:t>
                      </a:r>
                      <a:endParaRPr lang="en-US">
                        <a:effectLst/>
                      </a:endParaRPr>
                    </a:p>
                  </a:txBody>
                  <a:tcPr>
                    <a:lnL>
                      <a:noFill/>
                    </a:lnL>
                    <a:lnR>
                      <a:noFill/>
                    </a:lnR>
                    <a:lnT>
                      <a:noFill/>
                    </a:lnT>
                    <a:lnB>
                      <a:noFill/>
                    </a:lnB>
                    <a:solidFill>
                      <a:srgbClr val="FFFFFF"/>
                    </a:solidFill>
                  </a:tcPr>
                </a:tc>
                <a:tc>
                  <a:txBody>
                    <a:bodyPr/>
                    <a:lstStyle/>
                    <a:p>
                      <a:pPr algn="l" fontAlgn="t"/>
                      <a:r>
                        <a:rPr lang="en-US">
                          <a:effectLst/>
                        </a:rPr>
                        <a:t>Yes</a:t>
                      </a:r>
                    </a:p>
                  </a:txBody>
                  <a:tcPr>
                    <a:lnL>
                      <a:noFill/>
                    </a:lnL>
                    <a:lnR>
                      <a:noFill/>
                    </a:lnR>
                    <a:lnT>
                      <a:noFill/>
                    </a:lnT>
                    <a:lnB>
                      <a:noFill/>
                    </a:lnB>
                    <a:solidFill>
                      <a:srgbClr val="FFFFFF"/>
                    </a:solidFill>
                  </a:tcPr>
                </a:tc>
                <a:tc>
                  <a:txBody>
                    <a:bodyPr/>
                    <a:lstStyle/>
                    <a:p>
                      <a:pPr algn="l" fontAlgn="t"/>
                      <a:r>
                        <a:rPr lang="en-US" dirty="0">
                          <a:effectLst/>
                        </a:rPr>
                        <a:t>Yes</a:t>
                      </a:r>
                    </a:p>
                  </a:txBody>
                  <a:tcPr>
                    <a:lnL>
                      <a:noFill/>
                    </a:lnL>
                    <a:lnR>
                      <a:noFill/>
                    </a:lnR>
                    <a:lnT>
                      <a:noFill/>
                    </a:lnT>
                    <a:lnB>
                      <a:noFill/>
                    </a:lnB>
                    <a:solidFill>
                      <a:srgbClr val="FFFFFF"/>
                    </a:solidFill>
                  </a:tcPr>
                </a:tc>
                <a:tc>
                  <a:txBody>
                    <a:bodyPr/>
                    <a:lstStyle/>
                    <a:p>
                      <a:pPr algn="l" fontAlgn="t"/>
                      <a:r>
                        <a:rPr lang="en-US">
                          <a:effectLst/>
                        </a:rPr>
                        <a:t>No</a:t>
                      </a:r>
                    </a:p>
                  </a:txBody>
                  <a:tcPr>
                    <a:lnL>
                      <a:noFill/>
                    </a:lnL>
                    <a:lnR>
                      <a:noFill/>
                    </a:lnR>
                    <a:lnT>
                      <a:noFill/>
                    </a:lnT>
                    <a:lnB>
                      <a:noFill/>
                    </a:lnB>
                    <a:solidFill>
                      <a:srgbClr val="FFFFFF"/>
                    </a:solidFill>
                  </a:tcPr>
                </a:tc>
                <a:extLst>
                  <a:ext uri="{0D108BD9-81ED-4DB2-BD59-A6C34878D82A}">
                    <a16:rowId xmlns:a16="http://schemas.microsoft.com/office/drawing/2014/main" val="1402700814"/>
                  </a:ext>
                </a:extLst>
              </a:tr>
              <a:tr h="638634">
                <a:tc>
                  <a:txBody>
                    <a:bodyPr/>
                    <a:lstStyle/>
                    <a:p>
                      <a:pPr algn="l" fontAlgn="t"/>
                      <a:r>
                        <a:rPr lang="en-US" u="none" strike="noStrike">
                          <a:effectLst/>
                          <a:hlinkClick r:id="rId5"/>
                        </a:rPr>
                        <a:t>GitHub Enterprise Server</a:t>
                      </a:r>
                      <a:endParaRPr lang="en-US">
                        <a:effectLst/>
                      </a:endParaRPr>
                    </a:p>
                  </a:txBody>
                  <a:tcPr>
                    <a:lnL>
                      <a:noFill/>
                    </a:lnL>
                    <a:lnR>
                      <a:noFill/>
                    </a:lnR>
                    <a:lnT>
                      <a:noFill/>
                    </a:lnT>
                    <a:lnB>
                      <a:noFill/>
                    </a:lnB>
                    <a:solidFill>
                      <a:srgbClr val="FFFFFF"/>
                    </a:solidFill>
                  </a:tcPr>
                </a:tc>
                <a:tc>
                  <a:txBody>
                    <a:bodyPr/>
                    <a:lstStyle/>
                    <a:p>
                      <a:pPr algn="l" fontAlgn="t"/>
                      <a:r>
                        <a:rPr lang="en-US">
                          <a:effectLst/>
                        </a:rPr>
                        <a:t>Yes</a:t>
                      </a:r>
                    </a:p>
                  </a:txBody>
                  <a:tcPr>
                    <a:lnL>
                      <a:noFill/>
                    </a:lnL>
                    <a:lnR>
                      <a:noFill/>
                    </a:lnR>
                    <a:lnT>
                      <a:noFill/>
                    </a:lnT>
                    <a:lnB>
                      <a:noFill/>
                    </a:lnB>
                    <a:solidFill>
                      <a:srgbClr val="FFFFFF"/>
                    </a:solidFill>
                  </a:tcPr>
                </a:tc>
                <a:tc>
                  <a:txBody>
                    <a:bodyPr/>
                    <a:lstStyle/>
                    <a:p>
                      <a:pPr algn="l" fontAlgn="t"/>
                      <a:r>
                        <a:rPr lang="en-US">
                          <a:effectLst/>
                        </a:rPr>
                        <a:t>Yes</a:t>
                      </a:r>
                    </a:p>
                  </a:txBody>
                  <a:tcPr>
                    <a:lnL>
                      <a:noFill/>
                    </a:lnL>
                    <a:lnR>
                      <a:noFill/>
                    </a:lnR>
                    <a:lnT>
                      <a:noFill/>
                    </a:lnT>
                    <a:lnB>
                      <a:noFill/>
                    </a:lnB>
                    <a:solidFill>
                      <a:srgbClr val="FFFFFF"/>
                    </a:solidFill>
                  </a:tcPr>
                </a:tc>
                <a:tc>
                  <a:txBody>
                    <a:bodyPr/>
                    <a:lstStyle/>
                    <a:p>
                      <a:pPr algn="l" fontAlgn="t"/>
                      <a:r>
                        <a:rPr lang="en-US">
                          <a:effectLst/>
                        </a:rPr>
                        <a:t>Yes</a:t>
                      </a:r>
                    </a:p>
                  </a:txBody>
                  <a:tcPr>
                    <a:lnL>
                      <a:noFill/>
                    </a:lnL>
                    <a:lnR>
                      <a:noFill/>
                    </a:lnR>
                    <a:lnT>
                      <a:noFill/>
                    </a:lnT>
                    <a:lnB>
                      <a:noFill/>
                    </a:lnB>
                    <a:solidFill>
                      <a:srgbClr val="FFFFFF"/>
                    </a:solidFill>
                  </a:tcPr>
                </a:tc>
                <a:extLst>
                  <a:ext uri="{0D108BD9-81ED-4DB2-BD59-A6C34878D82A}">
                    <a16:rowId xmlns:a16="http://schemas.microsoft.com/office/drawing/2014/main" val="2982888979"/>
                  </a:ext>
                </a:extLst>
              </a:tr>
              <a:tr h="375667">
                <a:tc>
                  <a:txBody>
                    <a:bodyPr/>
                    <a:lstStyle/>
                    <a:p>
                      <a:pPr algn="l" fontAlgn="t"/>
                      <a:r>
                        <a:rPr lang="en-US" u="none" strike="noStrike">
                          <a:effectLst/>
                          <a:hlinkClick r:id="rId6"/>
                        </a:rPr>
                        <a:t>Bitbucket Cloud</a:t>
                      </a:r>
                      <a:endParaRPr lang="en-US">
                        <a:effectLst/>
                      </a:endParaRPr>
                    </a:p>
                  </a:txBody>
                  <a:tcPr>
                    <a:lnL>
                      <a:noFill/>
                    </a:lnL>
                    <a:lnR>
                      <a:noFill/>
                    </a:lnR>
                    <a:lnT>
                      <a:noFill/>
                    </a:lnT>
                    <a:lnB>
                      <a:noFill/>
                    </a:lnB>
                    <a:solidFill>
                      <a:srgbClr val="FFFFFF"/>
                    </a:solidFill>
                  </a:tcPr>
                </a:tc>
                <a:tc>
                  <a:txBody>
                    <a:bodyPr/>
                    <a:lstStyle/>
                    <a:p>
                      <a:pPr algn="l" fontAlgn="t"/>
                      <a:r>
                        <a:rPr lang="en-US">
                          <a:effectLst/>
                        </a:rPr>
                        <a:t>Yes</a:t>
                      </a:r>
                    </a:p>
                  </a:txBody>
                  <a:tcPr>
                    <a:lnL>
                      <a:noFill/>
                    </a:lnL>
                    <a:lnR>
                      <a:noFill/>
                    </a:lnR>
                    <a:lnT>
                      <a:noFill/>
                    </a:lnT>
                    <a:lnB>
                      <a:noFill/>
                    </a:lnB>
                    <a:solidFill>
                      <a:srgbClr val="FFFFFF"/>
                    </a:solidFill>
                  </a:tcPr>
                </a:tc>
                <a:tc>
                  <a:txBody>
                    <a:bodyPr/>
                    <a:lstStyle/>
                    <a:p>
                      <a:pPr algn="l" fontAlgn="t"/>
                      <a:r>
                        <a:rPr lang="en-US">
                          <a:effectLst/>
                        </a:rPr>
                        <a:t>Yes</a:t>
                      </a:r>
                    </a:p>
                  </a:txBody>
                  <a:tcPr>
                    <a:lnL>
                      <a:noFill/>
                    </a:lnL>
                    <a:lnR>
                      <a:noFill/>
                    </a:lnR>
                    <a:lnT>
                      <a:noFill/>
                    </a:lnT>
                    <a:lnB>
                      <a:noFill/>
                    </a:lnB>
                    <a:solidFill>
                      <a:srgbClr val="FFFFFF"/>
                    </a:solidFill>
                  </a:tcPr>
                </a:tc>
                <a:tc>
                  <a:txBody>
                    <a:bodyPr/>
                    <a:lstStyle/>
                    <a:p>
                      <a:pPr algn="l" fontAlgn="t"/>
                      <a:r>
                        <a:rPr lang="en-US">
                          <a:effectLst/>
                        </a:rPr>
                        <a:t>No</a:t>
                      </a:r>
                    </a:p>
                  </a:txBody>
                  <a:tcPr>
                    <a:lnL>
                      <a:noFill/>
                    </a:lnL>
                    <a:lnR>
                      <a:noFill/>
                    </a:lnR>
                    <a:lnT>
                      <a:noFill/>
                    </a:lnT>
                    <a:lnB>
                      <a:noFill/>
                    </a:lnB>
                    <a:solidFill>
                      <a:srgbClr val="FFFFFF"/>
                    </a:solidFill>
                  </a:tcPr>
                </a:tc>
                <a:extLst>
                  <a:ext uri="{0D108BD9-81ED-4DB2-BD59-A6C34878D82A}">
                    <a16:rowId xmlns:a16="http://schemas.microsoft.com/office/drawing/2014/main" val="4024551772"/>
                  </a:ext>
                </a:extLst>
              </a:tr>
              <a:tr h="375667">
                <a:tc>
                  <a:txBody>
                    <a:bodyPr/>
                    <a:lstStyle/>
                    <a:p>
                      <a:pPr algn="l" fontAlgn="t"/>
                      <a:r>
                        <a:rPr lang="en-US" u="none" strike="noStrike">
                          <a:effectLst/>
                          <a:hlinkClick r:id="rId7"/>
                        </a:rPr>
                        <a:t>Bitbucket Server</a:t>
                      </a:r>
                      <a:endParaRPr lang="en-US">
                        <a:effectLst/>
                      </a:endParaRPr>
                    </a:p>
                  </a:txBody>
                  <a:tcPr>
                    <a:lnL>
                      <a:noFill/>
                    </a:lnL>
                    <a:lnR>
                      <a:noFill/>
                    </a:lnR>
                    <a:lnT>
                      <a:noFill/>
                    </a:lnT>
                    <a:lnB>
                      <a:noFill/>
                    </a:lnB>
                    <a:solidFill>
                      <a:srgbClr val="FFFFFF"/>
                    </a:solidFill>
                  </a:tcPr>
                </a:tc>
                <a:tc>
                  <a:txBody>
                    <a:bodyPr/>
                    <a:lstStyle/>
                    <a:p>
                      <a:pPr algn="l" fontAlgn="t"/>
                      <a:r>
                        <a:rPr lang="en-US">
                          <a:effectLst/>
                        </a:rPr>
                        <a:t>No</a:t>
                      </a:r>
                    </a:p>
                  </a:txBody>
                  <a:tcPr>
                    <a:lnL>
                      <a:noFill/>
                    </a:lnL>
                    <a:lnR>
                      <a:noFill/>
                    </a:lnR>
                    <a:lnT>
                      <a:noFill/>
                    </a:lnT>
                    <a:lnB>
                      <a:noFill/>
                    </a:lnB>
                    <a:solidFill>
                      <a:srgbClr val="FFFFFF"/>
                    </a:solidFill>
                  </a:tcPr>
                </a:tc>
                <a:tc>
                  <a:txBody>
                    <a:bodyPr/>
                    <a:lstStyle/>
                    <a:p>
                      <a:pPr algn="l" fontAlgn="t"/>
                      <a:r>
                        <a:rPr lang="en-US">
                          <a:effectLst/>
                        </a:rPr>
                        <a:t>Yes</a:t>
                      </a:r>
                    </a:p>
                  </a:txBody>
                  <a:tcPr>
                    <a:lnL>
                      <a:noFill/>
                    </a:lnL>
                    <a:lnR>
                      <a:noFill/>
                    </a:lnR>
                    <a:lnT>
                      <a:noFill/>
                    </a:lnT>
                    <a:lnB>
                      <a:noFill/>
                    </a:lnB>
                    <a:solidFill>
                      <a:srgbClr val="FFFFFF"/>
                    </a:solidFill>
                  </a:tcPr>
                </a:tc>
                <a:tc>
                  <a:txBody>
                    <a:bodyPr/>
                    <a:lstStyle/>
                    <a:p>
                      <a:pPr algn="l" fontAlgn="t"/>
                      <a:r>
                        <a:rPr lang="en-US">
                          <a:effectLst/>
                        </a:rPr>
                        <a:t>Yes</a:t>
                      </a:r>
                    </a:p>
                  </a:txBody>
                  <a:tcPr>
                    <a:lnL>
                      <a:noFill/>
                    </a:lnL>
                    <a:lnR>
                      <a:noFill/>
                    </a:lnR>
                    <a:lnT>
                      <a:noFill/>
                    </a:lnT>
                    <a:lnB>
                      <a:noFill/>
                    </a:lnB>
                    <a:solidFill>
                      <a:srgbClr val="FFFFFF"/>
                    </a:solidFill>
                  </a:tcPr>
                </a:tc>
                <a:extLst>
                  <a:ext uri="{0D108BD9-81ED-4DB2-BD59-A6C34878D82A}">
                    <a16:rowId xmlns:a16="http://schemas.microsoft.com/office/drawing/2014/main" val="2999926411"/>
                  </a:ext>
                </a:extLst>
              </a:tr>
              <a:tr h="375667">
                <a:tc>
                  <a:txBody>
                    <a:bodyPr/>
                    <a:lstStyle/>
                    <a:p>
                      <a:pPr algn="l" fontAlgn="t"/>
                      <a:r>
                        <a:rPr lang="en-US">
                          <a:effectLst/>
                        </a:rPr>
                        <a:t>Subversion</a:t>
                      </a:r>
                    </a:p>
                  </a:txBody>
                  <a:tcPr>
                    <a:lnL>
                      <a:noFill/>
                    </a:lnL>
                    <a:lnR>
                      <a:noFill/>
                    </a:lnR>
                    <a:lnT>
                      <a:noFill/>
                    </a:lnT>
                    <a:lnB>
                      <a:noFill/>
                    </a:lnB>
                    <a:solidFill>
                      <a:srgbClr val="FFFFFF"/>
                    </a:solidFill>
                  </a:tcPr>
                </a:tc>
                <a:tc>
                  <a:txBody>
                    <a:bodyPr/>
                    <a:lstStyle/>
                    <a:p>
                      <a:pPr algn="l" fontAlgn="t"/>
                      <a:r>
                        <a:rPr lang="en-US">
                          <a:effectLst/>
                        </a:rPr>
                        <a:t>No</a:t>
                      </a:r>
                    </a:p>
                  </a:txBody>
                  <a:tcPr>
                    <a:lnL>
                      <a:noFill/>
                    </a:lnL>
                    <a:lnR>
                      <a:noFill/>
                    </a:lnR>
                    <a:lnT>
                      <a:noFill/>
                    </a:lnT>
                    <a:lnB>
                      <a:noFill/>
                    </a:lnB>
                    <a:solidFill>
                      <a:srgbClr val="FFFFFF"/>
                    </a:solidFill>
                  </a:tcPr>
                </a:tc>
                <a:tc>
                  <a:txBody>
                    <a:bodyPr/>
                    <a:lstStyle/>
                    <a:p>
                      <a:pPr algn="l" fontAlgn="t"/>
                      <a:r>
                        <a:rPr lang="en-US">
                          <a:effectLst/>
                        </a:rPr>
                        <a:t>Yes</a:t>
                      </a:r>
                    </a:p>
                  </a:txBody>
                  <a:tcPr>
                    <a:lnL>
                      <a:noFill/>
                    </a:lnL>
                    <a:lnR>
                      <a:noFill/>
                    </a:lnR>
                    <a:lnT>
                      <a:noFill/>
                    </a:lnT>
                    <a:lnB>
                      <a:noFill/>
                    </a:lnB>
                    <a:solidFill>
                      <a:srgbClr val="FFFFFF"/>
                    </a:solidFill>
                  </a:tcPr>
                </a:tc>
                <a:tc>
                  <a:txBody>
                    <a:bodyPr/>
                    <a:lstStyle/>
                    <a:p>
                      <a:pPr algn="l" fontAlgn="t"/>
                      <a:r>
                        <a:rPr lang="en-US" dirty="0">
                          <a:effectLst/>
                        </a:rPr>
                        <a:t>Yes</a:t>
                      </a:r>
                    </a:p>
                  </a:txBody>
                  <a:tcPr>
                    <a:lnL>
                      <a:noFill/>
                    </a:lnL>
                    <a:lnR>
                      <a:noFill/>
                    </a:lnR>
                    <a:lnT>
                      <a:noFill/>
                    </a:lnT>
                    <a:lnB>
                      <a:noFill/>
                    </a:lnB>
                    <a:solidFill>
                      <a:srgbClr val="FFFFFF"/>
                    </a:solidFill>
                  </a:tcPr>
                </a:tc>
                <a:extLst>
                  <a:ext uri="{0D108BD9-81ED-4DB2-BD59-A6C34878D82A}">
                    <a16:rowId xmlns:a16="http://schemas.microsoft.com/office/drawing/2014/main" val="1048682879"/>
                  </a:ext>
                </a:extLst>
              </a:tr>
            </a:tbl>
          </a:graphicData>
        </a:graphic>
      </p:graphicFrame>
      <p:sp>
        <p:nvSpPr>
          <p:cNvPr id="7" name="TextBox 6">
            <a:extLst>
              <a:ext uri="{FF2B5EF4-FFF2-40B4-BE49-F238E27FC236}">
                <a16:creationId xmlns:a16="http://schemas.microsoft.com/office/drawing/2014/main" id="{1F24564F-C09D-A70B-B339-8B8CD3E4D501}"/>
              </a:ext>
            </a:extLst>
          </p:cNvPr>
          <p:cNvSpPr txBox="1"/>
          <p:nvPr/>
        </p:nvSpPr>
        <p:spPr>
          <a:xfrm>
            <a:off x="657391" y="972206"/>
            <a:ext cx="10536123" cy="923330"/>
          </a:xfrm>
          <a:prstGeom prst="rect">
            <a:avLst/>
          </a:prstGeom>
          <a:noFill/>
        </p:spPr>
        <p:txBody>
          <a:bodyPr wrap="square">
            <a:spAutoFit/>
          </a:bodyPr>
          <a:lstStyle/>
          <a:p>
            <a:r>
              <a:rPr lang="en-US" dirty="0"/>
              <a:t>Azure Pipelines and Azure DevOps Server integrate with a number of version control systems. When you use any of these version control systems, you can configure a pipeline to build, test, and deploy your application.</a:t>
            </a:r>
          </a:p>
        </p:txBody>
      </p:sp>
    </p:spTree>
    <p:extLst>
      <p:ext uri="{BB962C8B-B14F-4D97-AF65-F5344CB8AC3E}">
        <p14:creationId xmlns:p14="http://schemas.microsoft.com/office/powerpoint/2010/main" val="3343003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F55C09-383F-015F-0873-B51874CC2B55}"/>
              </a:ext>
            </a:extLst>
          </p:cNvPr>
          <p:cNvSpPr>
            <a:spLocks noGrp="1"/>
          </p:cNvSpPr>
          <p:nvPr>
            <p:ph type="sldNum" sz="quarter" idx="11"/>
          </p:nvPr>
        </p:nvSpPr>
        <p:spPr/>
        <p:txBody>
          <a:bodyPr/>
          <a:lstStyle/>
          <a:p>
            <a:fld id="{DDD2A080-DA64-4F5C-9131-47EB793B4410}" type="slidenum">
              <a:rPr lang="en-GB" noProof="0" smtClean="0"/>
              <a:pPr/>
              <a:t>5</a:t>
            </a:fld>
            <a:endParaRPr lang="en-GB" noProof="0" dirty="0"/>
          </a:p>
        </p:txBody>
      </p:sp>
      <p:sp>
        <p:nvSpPr>
          <p:cNvPr id="3" name="Title 2">
            <a:extLst>
              <a:ext uri="{FF2B5EF4-FFF2-40B4-BE49-F238E27FC236}">
                <a16:creationId xmlns:a16="http://schemas.microsoft.com/office/drawing/2014/main" id="{64152140-0F33-0884-E65B-110773430F57}"/>
              </a:ext>
            </a:extLst>
          </p:cNvPr>
          <p:cNvSpPr>
            <a:spLocks noGrp="1"/>
          </p:cNvSpPr>
          <p:nvPr>
            <p:ph type="title"/>
          </p:nvPr>
        </p:nvSpPr>
        <p:spPr/>
        <p:txBody>
          <a:bodyPr/>
          <a:lstStyle/>
          <a:p>
            <a:r>
              <a:rPr lang="en-US" dirty="0"/>
              <a:t>Pipelines structure</a:t>
            </a:r>
          </a:p>
        </p:txBody>
      </p:sp>
      <p:sp>
        <p:nvSpPr>
          <p:cNvPr id="4" name="Text Placeholder 3">
            <a:extLst>
              <a:ext uri="{FF2B5EF4-FFF2-40B4-BE49-F238E27FC236}">
                <a16:creationId xmlns:a16="http://schemas.microsoft.com/office/drawing/2014/main" id="{6CB1CB24-3E7B-792C-C1DB-94697F9E10BC}"/>
              </a:ext>
            </a:extLst>
          </p:cNvPr>
          <p:cNvSpPr>
            <a:spLocks noGrp="1"/>
          </p:cNvSpPr>
          <p:nvPr>
            <p:ph type="body" sz="quarter" idx="13"/>
          </p:nvPr>
        </p:nvSpPr>
        <p:spPr>
          <a:xfrm>
            <a:off x="658200" y="1141198"/>
            <a:ext cx="10875600" cy="5262742"/>
          </a:xfrm>
        </p:spPr>
        <p:txBody>
          <a:bodyPr/>
          <a:lstStyle/>
          <a:p>
            <a:pPr marL="0" indent="0">
              <a:buNone/>
            </a:pPr>
            <a:r>
              <a:rPr lang="en-US" dirty="0">
                <a:hlinkClick r:id="rId2"/>
              </a:rPr>
              <a:t>https://www.microsoft.com/en-us/videoplayer/embed/RWMlMo?postJsllMsg=true</a:t>
            </a:r>
            <a:br>
              <a:rPr lang="en-US" dirty="0"/>
            </a:br>
            <a:br>
              <a:rPr lang="en-US" dirty="0"/>
            </a:br>
            <a:endParaRPr lang="en-US" dirty="0"/>
          </a:p>
          <a:p>
            <a:endParaRPr lang="en-US" dirty="0"/>
          </a:p>
        </p:txBody>
      </p:sp>
      <p:pic>
        <p:nvPicPr>
          <p:cNvPr id="8" name="Picture 7">
            <a:extLst>
              <a:ext uri="{FF2B5EF4-FFF2-40B4-BE49-F238E27FC236}">
                <a16:creationId xmlns:a16="http://schemas.microsoft.com/office/drawing/2014/main" id="{308D84AC-B341-2F65-1977-88CDEDB758B6}"/>
              </a:ext>
            </a:extLst>
          </p:cNvPr>
          <p:cNvPicPr>
            <a:picLocks noChangeAspect="1"/>
          </p:cNvPicPr>
          <p:nvPr/>
        </p:nvPicPr>
        <p:blipFill>
          <a:blip r:embed="rId3"/>
          <a:stretch>
            <a:fillRect/>
          </a:stretch>
        </p:blipFill>
        <p:spPr>
          <a:xfrm>
            <a:off x="657392" y="1701194"/>
            <a:ext cx="10013790" cy="4058100"/>
          </a:xfrm>
          <a:prstGeom prst="rect">
            <a:avLst/>
          </a:prstGeom>
        </p:spPr>
      </p:pic>
      <p:sp>
        <p:nvSpPr>
          <p:cNvPr id="12" name="TextBox 11">
            <a:extLst>
              <a:ext uri="{FF2B5EF4-FFF2-40B4-BE49-F238E27FC236}">
                <a16:creationId xmlns:a16="http://schemas.microsoft.com/office/drawing/2014/main" id="{D67AB97C-2004-0EF4-D3A0-5A00B1CADE61}"/>
              </a:ext>
            </a:extLst>
          </p:cNvPr>
          <p:cNvSpPr txBox="1"/>
          <p:nvPr/>
        </p:nvSpPr>
        <p:spPr>
          <a:xfrm>
            <a:off x="657392" y="5896951"/>
            <a:ext cx="10013789" cy="369332"/>
          </a:xfrm>
          <a:prstGeom prst="rect">
            <a:avLst/>
          </a:prstGeom>
          <a:noFill/>
        </p:spPr>
        <p:txBody>
          <a:bodyPr wrap="square">
            <a:spAutoFit/>
          </a:bodyPr>
          <a:lstStyle/>
          <a:p>
            <a:r>
              <a:rPr lang="en-US" dirty="0">
                <a:hlinkClick r:id="rId4"/>
              </a:rPr>
              <a:t>Azure Pipelines New User Guide - Key concepts - Azure Pipelines | Microsoft Learn</a:t>
            </a:r>
            <a:endParaRPr lang="en-US" dirty="0"/>
          </a:p>
        </p:txBody>
      </p:sp>
    </p:spTree>
    <p:extLst>
      <p:ext uri="{BB962C8B-B14F-4D97-AF65-F5344CB8AC3E}">
        <p14:creationId xmlns:p14="http://schemas.microsoft.com/office/powerpoint/2010/main" val="25455149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2F5900-A111-55D2-C44A-FB31AC28FEEF}"/>
              </a:ext>
            </a:extLst>
          </p:cNvPr>
          <p:cNvSpPr>
            <a:spLocks noGrp="1"/>
          </p:cNvSpPr>
          <p:nvPr>
            <p:ph type="sldNum" sz="quarter" idx="11"/>
          </p:nvPr>
        </p:nvSpPr>
        <p:spPr/>
        <p:txBody>
          <a:bodyPr/>
          <a:lstStyle/>
          <a:p>
            <a:fld id="{DDD2A080-DA64-4F5C-9131-47EB793B4410}" type="slidenum">
              <a:rPr lang="en-GB" noProof="0" smtClean="0"/>
              <a:pPr/>
              <a:t>6</a:t>
            </a:fld>
            <a:endParaRPr lang="en-GB" noProof="0" dirty="0"/>
          </a:p>
        </p:txBody>
      </p:sp>
      <p:sp>
        <p:nvSpPr>
          <p:cNvPr id="3" name="Title 2">
            <a:extLst>
              <a:ext uri="{FF2B5EF4-FFF2-40B4-BE49-F238E27FC236}">
                <a16:creationId xmlns:a16="http://schemas.microsoft.com/office/drawing/2014/main" id="{7E6528B2-8802-C280-00A6-ADC122ECCDDE}"/>
              </a:ext>
            </a:extLst>
          </p:cNvPr>
          <p:cNvSpPr>
            <a:spLocks noGrp="1"/>
          </p:cNvSpPr>
          <p:nvPr>
            <p:ph type="title"/>
          </p:nvPr>
        </p:nvSpPr>
        <p:spPr/>
        <p:txBody>
          <a:bodyPr/>
          <a:lstStyle/>
          <a:p>
            <a:r>
              <a:rPr lang="en-US" dirty="0"/>
              <a:t>Pipeline basics</a:t>
            </a:r>
          </a:p>
        </p:txBody>
      </p:sp>
      <p:sp>
        <p:nvSpPr>
          <p:cNvPr id="4" name="Text Placeholder 3">
            <a:extLst>
              <a:ext uri="{FF2B5EF4-FFF2-40B4-BE49-F238E27FC236}">
                <a16:creationId xmlns:a16="http://schemas.microsoft.com/office/drawing/2014/main" id="{97A7F1F4-011B-1748-D9D9-F9666968710B}"/>
              </a:ext>
            </a:extLst>
          </p:cNvPr>
          <p:cNvSpPr>
            <a:spLocks noGrp="1"/>
          </p:cNvSpPr>
          <p:nvPr>
            <p:ph type="body" sz="quarter" idx="13"/>
          </p:nvPr>
        </p:nvSpPr>
        <p:spPr>
          <a:xfrm>
            <a:off x="658200" y="900000"/>
            <a:ext cx="10875600" cy="5058000"/>
          </a:xfrm>
        </p:spPr>
        <p:txBody>
          <a:bodyPr/>
          <a:lstStyle/>
          <a:p>
            <a:pPr algn="l">
              <a:buFont typeface="Arial" panose="020B0604020202020204" pitchFamily="34" charset="0"/>
              <a:buChar char="•"/>
            </a:pPr>
            <a:endParaRPr lang="en-US" b="0" i="0" dirty="0">
              <a:solidFill>
                <a:srgbClr val="161616"/>
              </a:solidFill>
              <a:effectLst/>
              <a:latin typeface="Segoe UI" panose="020B0502040204020203" pitchFamily="34" charset="0"/>
            </a:endParaRPr>
          </a:p>
          <a:p>
            <a:pPr algn="l">
              <a:buFont typeface="Arial" panose="020B0604020202020204" pitchFamily="34" charset="0"/>
              <a:buChar char="•"/>
            </a:pPr>
            <a:r>
              <a:rPr lang="en-US" b="0" i="0" dirty="0">
                <a:solidFill>
                  <a:srgbClr val="161616"/>
                </a:solidFill>
                <a:effectLst/>
                <a:latin typeface="Segoe UI" panose="020B0502040204020203" pitchFamily="34" charset="0"/>
              </a:rPr>
              <a:t>A </a:t>
            </a:r>
            <a:r>
              <a:rPr lang="en-US" b="0" i="0" u="none" strike="noStrike" dirty="0">
                <a:solidFill>
                  <a:srgbClr val="161616"/>
                </a:solidFill>
                <a:effectLst/>
                <a:latin typeface="Segoe UI" panose="020B0502040204020203" pitchFamily="34" charset="0"/>
                <a:hlinkClick r:id="rId3"/>
              </a:rPr>
              <a:t>trigger</a:t>
            </a:r>
            <a:r>
              <a:rPr lang="en-US" b="0" i="0" dirty="0">
                <a:solidFill>
                  <a:srgbClr val="161616"/>
                </a:solidFill>
                <a:effectLst/>
                <a:latin typeface="Segoe UI" panose="020B0502040204020203" pitchFamily="34" charset="0"/>
              </a:rPr>
              <a:t> tells a pipeline to run.</a:t>
            </a:r>
          </a:p>
          <a:p>
            <a:pPr algn="l">
              <a:buFont typeface="Arial" panose="020B0604020202020204" pitchFamily="34" charset="0"/>
              <a:buChar char="•"/>
            </a:pPr>
            <a:r>
              <a:rPr lang="en-US" b="0" i="0" dirty="0">
                <a:solidFill>
                  <a:srgbClr val="161616"/>
                </a:solidFill>
                <a:effectLst/>
                <a:latin typeface="Segoe UI" panose="020B0502040204020203" pitchFamily="34" charset="0"/>
              </a:rPr>
              <a:t>A </a:t>
            </a:r>
            <a:r>
              <a:rPr lang="en-US" b="0" i="0" u="none" strike="noStrike" dirty="0">
                <a:solidFill>
                  <a:srgbClr val="161616"/>
                </a:solidFill>
                <a:effectLst/>
                <a:latin typeface="Segoe UI" panose="020B0502040204020203" pitchFamily="34" charset="0"/>
                <a:hlinkClick r:id="rId4"/>
              </a:rPr>
              <a:t>pipeline</a:t>
            </a:r>
            <a:r>
              <a:rPr lang="en-US" b="0" i="0" dirty="0">
                <a:solidFill>
                  <a:srgbClr val="161616"/>
                </a:solidFill>
                <a:effectLst/>
                <a:latin typeface="Segoe UI" panose="020B0502040204020203" pitchFamily="34" charset="0"/>
              </a:rPr>
              <a:t> is made up of one or more </a:t>
            </a:r>
            <a:r>
              <a:rPr lang="en-US" b="0" i="0" u="none" strike="noStrike" dirty="0">
                <a:solidFill>
                  <a:srgbClr val="161616"/>
                </a:solidFill>
                <a:effectLst/>
                <a:latin typeface="Segoe UI" panose="020B0502040204020203" pitchFamily="34" charset="0"/>
                <a:hlinkClick r:id="rId5"/>
              </a:rPr>
              <a:t>stages</a:t>
            </a:r>
            <a:r>
              <a:rPr lang="en-US" b="0" i="0" dirty="0">
                <a:solidFill>
                  <a:srgbClr val="161616"/>
                </a:solidFill>
                <a:effectLst/>
                <a:latin typeface="Segoe UI" panose="020B0502040204020203" pitchFamily="34" charset="0"/>
              </a:rPr>
              <a:t>. A pipeline can deploy to one or more </a:t>
            </a:r>
            <a:r>
              <a:rPr lang="en-US" b="0" i="0" u="none" strike="noStrike" dirty="0">
                <a:solidFill>
                  <a:srgbClr val="161616"/>
                </a:solidFill>
                <a:effectLst/>
                <a:latin typeface="Segoe UI" panose="020B0502040204020203" pitchFamily="34" charset="0"/>
                <a:hlinkClick r:id="rId6"/>
              </a:rPr>
              <a:t>environments</a:t>
            </a:r>
            <a:r>
              <a:rPr lang="en-US" b="0" i="0" dirty="0">
                <a:solidFill>
                  <a:srgbClr val="161616"/>
                </a:solidFill>
                <a:effectLst/>
                <a:latin typeface="Segoe UI" panose="020B0502040204020203" pitchFamily="34" charset="0"/>
              </a:rPr>
              <a:t>.</a:t>
            </a:r>
          </a:p>
          <a:p>
            <a:pPr algn="l">
              <a:buFont typeface="Arial" panose="020B0604020202020204" pitchFamily="34" charset="0"/>
              <a:buChar char="•"/>
            </a:pPr>
            <a:r>
              <a:rPr lang="en-US" b="0" i="0" dirty="0">
                <a:solidFill>
                  <a:srgbClr val="161616"/>
                </a:solidFill>
                <a:effectLst/>
                <a:latin typeface="Segoe UI" panose="020B0502040204020203" pitchFamily="34" charset="0"/>
              </a:rPr>
              <a:t>A </a:t>
            </a:r>
            <a:r>
              <a:rPr lang="en-US" b="0" i="0" u="none" strike="noStrike" dirty="0">
                <a:solidFill>
                  <a:srgbClr val="161616"/>
                </a:solidFill>
                <a:effectLst/>
                <a:latin typeface="Segoe UI" panose="020B0502040204020203" pitchFamily="34" charset="0"/>
                <a:hlinkClick r:id="rId5"/>
              </a:rPr>
              <a:t>stage</a:t>
            </a:r>
            <a:r>
              <a:rPr lang="en-US" b="0" i="0" dirty="0">
                <a:solidFill>
                  <a:srgbClr val="161616"/>
                </a:solidFill>
                <a:effectLst/>
                <a:latin typeface="Segoe UI" panose="020B0502040204020203" pitchFamily="34" charset="0"/>
              </a:rPr>
              <a:t> is a way of organizing </a:t>
            </a:r>
            <a:r>
              <a:rPr lang="en-US" b="0" i="0" u="none" strike="noStrike" dirty="0">
                <a:solidFill>
                  <a:srgbClr val="161616"/>
                </a:solidFill>
                <a:effectLst/>
                <a:latin typeface="Segoe UI" panose="020B0502040204020203" pitchFamily="34" charset="0"/>
                <a:hlinkClick r:id="rId7"/>
              </a:rPr>
              <a:t>jobs</a:t>
            </a:r>
            <a:r>
              <a:rPr lang="en-US" b="0" i="0" dirty="0">
                <a:solidFill>
                  <a:srgbClr val="161616"/>
                </a:solidFill>
                <a:effectLst/>
                <a:latin typeface="Segoe UI" panose="020B0502040204020203" pitchFamily="34" charset="0"/>
              </a:rPr>
              <a:t> in a pipeline and each stage can have one or more jobs.</a:t>
            </a:r>
          </a:p>
          <a:p>
            <a:pPr algn="l">
              <a:buFont typeface="Arial" panose="020B0604020202020204" pitchFamily="34" charset="0"/>
              <a:buChar char="•"/>
            </a:pPr>
            <a:r>
              <a:rPr lang="en-US" b="0" i="0" dirty="0">
                <a:solidFill>
                  <a:srgbClr val="161616"/>
                </a:solidFill>
                <a:effectLst/>
                <a:latin typeface="Segoe UI" panose="020B0502040204020203" pitchFamily="34" charset="0"/>
              </a:rPr>
              <a:t>Each </a:t>
            </a:r>
            <a:r>
              <a:rPr lang="en-US" b="0" i="0" u="none" strike="noStrike" dirty="0">
                <a:solidFill>
                  <a:srgbClr val="161616"/>
                </a:solidFill>
                <a:effectLst/>
                <a:latin typeface="Segoe UI" panose="020B0502040204020203" pitchFamily="34" charset="0"/>
                <a:hlinkClick r:id="rId7"/>
              </a:rPr>
              <a:t>job</a:t>
            </a:r>
            <a:r>
              <a:rPr lang="en-US" b="0" i="0" dirty="0">
                <a:solidFill>
                  <a:srgbClr val="161616"/>
                </a:solidFill>
                <a:effectLst/>
                <a:latin typeface="Segoe UI" panose="020B0502040204020203" pitchFamily="34" charset="0"/>
              </a:rPr>
              <a:t> runs on one </a:t>
            </a:r>
            <a:r>
              <a:rPr lang="en-US" b="0" i="0" u="none" strike="noStrike" dirty="0">
                <a:solidFill>
                  <a:srgbClr val="161616"/>
                </a:solidFill>
                <a:effectLst/>
                <a:latin typeface="Segoe UI" panose="020B0502040204020203" pitchFamily="34" charset="0"/>
                <a:hlinkClick r:id="rId8"/>
              </a:rPr>
              <a:t>agent</a:t>
            </a:r>
            <a:r>
              <a:rPr lang="en-US" b="0" i="0" dirty="0">
                <a:solidFill>
                  <a:srgbClr val="161616"/>
                </a:solidFill>
                <a:effectLst/>
                <a:latin typeface="Segoe UI" panose="020B0502040204020203" pitchFamily="34" charset="0"/>
              </a:rPr>
              <a:t>. A job can also be agentless.</a:t>
            </a:r>
          </a:p>
          <a:p>
            <a:pPr algn="l">
              <a:buFont typeface="Arial" panose="020B0604020202020204" pitchFamily="34" charset="0"/>
              <a:buChar char="•"/>
            </a:pPr>
            <a:r>
              <a:rPr lang="en-US" b="0" i="0" dirty="0">
                <a:solidFill>
                  <a:srgbClr val="161616"/>
                </a:solidFill>
                <a:effectLst/>
                <a:latin typeface="Segoe UI" panose="020B0502040204020203" pitchFamily="34" charset="0"/>
              </a:rPr>
              <a:t>Each </a:t>
            </a:r>
            <a:r>
              <a:rPr lang="en-US" b="0" i="0" u="none" strike="noStrike" dirty="0">
                <a:solidFill>
                  <a:srgbClr val="161616"/>
                </a:solidFill>
                <a:effectLst/>
                <a:latin typeface="Segoe UI" panose="020B0502040204020203" pitchFamily="34" charset="0"/>
                <a:hlinkClick r:id="rId8"/>
              </a:rPr>
              <a:t>agent</a:t>
            </a:r>
            <a:r>
              <a:rPr lang="en-US" b="0" i="0" dirty="0">
                <a:solidFill>
                  <a:srgbClr val="161616"/>
                </a:solidFill>
                <a:effectLst/>
                <a:latin typeface="Segoe UI" panose="020B0502040204020203" pitchFamily="34" charset="0"/>
              </a:rPr>
              <a:t> runs a job that contains one or more </a:t>
            </a:r>
            <a:r>
              <a:rPr lang="en-US" b="0" i="0" u="none" strike="noStrike" dirty="0">
                <a:solidFill>
                  <a:srgbClr val="161616"/>
                </a:solidFill>
                <a:effectLst/>
                <a:latin typeface="Segoe UI" panose="020B0502040204020203" pitchFamily="34" charset="0"/>
                <a:hlinkClick r:id="rId9"/>
              </a:rPr>
              <a:t>steps</a:t>
            </a:r>
            <a:r>
              <a:rPr lang="en-US" b="0" i="0" dirty="0">
                <a:solidFill>
                  <a:srgbClr val="161616"/>
                </a:solidFill>
                <a:effectLst/>
                <a:latin typeface="Segoe UI" panose="020B0502040204020203" pitchFamily="34" charset="0"/>
              </a:rPr>
              <a:t>.</a:t>
            </a:r>
          </a:p>
          <a:p>
            <a:pPr algn="l">
              <a:buFont typeface="Arial" panose="020B0604020202020204" pitchFamily="34" charset="0"/>
              <a:buChar char="•"/>
            </a:pPr>
            <a:r>
              <a:rPr lang="en-US" b="0" i="0" dirty="0">
                <a:solidFill>
                  <a:srgbClr val="161616"/>
                </a:solidFill>
                <a:effectLst/>
                <a:latin typeface="Segoe UI" panose="020B0502040204020203" pitchFamily="34" charset="0"/>
              </a:rPr>
              <a:t>A </a:t>
            </a:r>
            <a:r>
              <a:rPr lang="en-US" b="0" i="0" u="none" strike="noStrike" dirty="0">
                <a:solidFill>
                  <a:srgbClr val="161616"/>
                </a:solidFill>
                <a:effectLst/>
                <a:latin typeface="Segoe UI" panose="020B0502040204020203" pitchFamily="34" charset="0"/>
                <a:hlinkClick r:id="rId9"/>
              </a:rPr>
              <a:t>step</a:t>
            </a:r>
            <a:r>
              <a:rPr lang="en-US" b="0" i="0" dirty="0">
                <a:solidFill>
                  <a:srgbClr val="161616"/>
                </a:solidFill>
                <a:effectLst/>
                <a:latin typeface="Segoe UI" panose="020B0502040204020203" pitchFamily="34" charset="0"/>
              </a:rPr>
              <a:t> can be a </a:t>
            </a:r>
            <a:r>
              <a:rPr lang="en-US" b="0" i="0" u="none" strike="noStrike" dirty="0">
                <a:solidFill>
                  <a:srgbClr val="161616"/>
                </a:solidFill>
                <a:effectLst/>
                <a:latin typeface="Segoe UI" panose="020B0502040204020203" pitchFamily="34" charset="0"/>
                <a:hlinkClick r:id="rId10"/>
              </a:rPr>
              <a:t>task</a:t>
            </a:r>
            <a:r>
              <a:rPr lang="en-US" b="0" i="0" dirty="0">
                <a:solidFill>
                  <a:srgbClr val="161616"/>
                </a:solidFill>
                <a:effectLst/>
                <a:latin typeface="Segoe UI" panose="020B0502040204020203" pitchFamily="34" charset="0"/>
              </a:rPr>
              <a:t> or </a:t>
            </a:r>
            <a:r>
              <a:rPr lang="en-US" b="0" i="0" u="none" strike="noStrike" dirty="0">
                <a:solidFill>
                  <a:srgbClr val="161616"/>
                </a:solidFill>
                <a:effectLst/>
                <a:latin typeface="Segoe UI" panose="020B0502040204020203" pitchFamily="34" charset="0"/>
                <a:hlinkClick r:id="rId11"/>
              </a:rPr>
              <a:t>script</a:t>
            </a:r>
            <a:r>
              <a:rPr lang="en-US" b="0" i="0" dirty="0">
                <a:solidFill>
                  <a:srgbClr val="161616"/>
                </a:solidFill>
                <a:effectLst/>
                <a:latin typeface="Segoe UI" panose="020B0502040204020203" pitchFamily="34" charset="0"/>
              </a:rPr>
              <a:t> and is the smallest building block of a pipeline.</a:t>
            </a:r>
          </a:p>
          <a:p>
            <a:pPr algn="l">
              <a:buFont typeface="Arial" panose="020B0604020202020204" pitchFamily="34" charset="0"/>
              <a:buChar char="•"/>
            </a:pPr>
            <a:r>
              <a:rPr lang="en-US" b="0" i="0" dirty="0">
                <a:solidFill>
                  <a:srgbClr val="161616"/>
                </a:solidFill>
                <a:effectLst/>
                <a:latin typeface="Segoe UI" panose="020B0502040204020203" pitchFamily="34" charset="0"/>
              </a:rPr>
              <a:t>A </a:t>
            </a:r>
            <a:r>
              <a:rPr lang="en-US" b="0" i="0" u="none" strike="noStrike" dirty="0">
                <a:solidFill>
                  <a:srgbClr val="161616"/>
                </a:solidFill>
                <a:effectLst/>
                <a:latin typeface="Segoe UI" panose="020B0502040204020203" pitchFamily="34" charset="0"/>
                <a:hlinkClick r:id="rId10"/>
              </a:rPr>
              <a:t>task</a:t>
            </a:r>
            <a:r>
              <a:rPr lang="en-US" b="0" i="0" dirty="0">
                <a:solidFill>
                  <a:srgbClr val="161616"/>
                </a:solidFill>
                <a:effectLst/>
                <a:latin typeface="Segoe UI" panose="020B0502040204020203" pitchFamily="34" charset="0"/>
              </a:rPr>
              <a:t> is a prepackaged script that performs an action, such as invoking a REST API or publishing a build artifact.</a:t>
            </a:r>
          </a:p>
          <a:p>
            <a:pPr algn="l">
              <a:buFont typeface="Arial" panose="020B0604020202020204" pitchFamily="34" charset="0"/>
              <a:buChar char="•"/>
            </a:pPr>
            <a:r>
              <a:rPr lang="en-US" b="0" i="0" dirty="0">
                <a:solidFill>
                  <a:srgbClr val="161616"/>
                </a:solidFill>
                <a:effectLst/>
                <a:latin typeface="Segoe UI" panose="020B0502040204020203" pitchFamily="34" charset="0"/>
              </a:rPr>
              <a:t>An </a:t>
            </a:r>
            <a:r>
              <a:rPr lang="en-US" b="0" i="0" u="none" strike="noStrike" dirty="0">
                <a:solidFill>
                  <a:srgbClr val="161616"/>
                </a:solidFill>
                <a:effectLst/>
                <a:latin typeface="Segoe UI" panose="020B0502040204020203" pitchFamily="34" charset="0"/>
                <a:hlinkClick r:id="rId12"/>
              </a:rPr>
              <a:t>artifact</a:t>
            </a:r>
            <a:r>
              <a:rPr lang="en-US" b="0" i="0" dirty="0">
                <a:solidFill>
                  <a:srgbClr val="161616"/>
                </a:solidFill>
                <a:effectLst/>
                <a:latin typeface="Segoe UI" panose="020B0502040204020203" pitchFamily="34" charset="0"/>
              </a:rPr>
              <a:t> is a collection of files or packages published by a </a:t>
            </a:r>
            <a:r>
              <a:rPr lang="en-US" b="0" i="0" u="none" strike="noStrike" dirty="0">
                <a:solidFill>
                  <a:srgbClr val="161616"/>
                </a:solidFill>
                <a:effectLst/>
                <a:latin typeface="Segoe UI" panose="020B0502040204020203" pitchFamily="34" charset="0"/>
                <a:hlinkClick r:id="rId13"/>
              </a:rPr>
              <a:t>run</a:t>
            </a:r>
            <a:r>
              <a:rPr lang="en-US" b="0" i="0" dirty="0">
                <a:solidFill>
                  <a:srgbClr val="161616"/>
                </a:solidFill>
                <a:effectLst/>
                <a:latin typeface="Segoe UI" panose="020B0502040204020203" pitchFamily="34" charset="0"/>
              </a:rPr>
              <a:t>.</a:t>
            </a:r>
          </a:p>
          <a:p>
            <a:pPr marL="0" indent="0">
              <a:buNone/>
            </a:pPr>
            <a:br>
              <a:rPr lang="en-US" dirty="0"/>
            </a:br>
            <a:br>
              <a:rPr lang="en-US" dirty="0"/>
            </a:br>
            <a:r>
              <a:rPr lang="en-US" dirty="0">
                <a:hlinkClick r:id="rId3"/>
              </a:rPr>
              <a:t>Azure Pipelines New User Guide - Key concepts - Azure Pipelines | Microsoft Learn</a:t>
            </a:r>
            <a:endParaRPr lang="en-US" dirty="0"/>
          </a:p>
        </p:txBody>
      </p:sp>
    </p:spTree>
    <p:extLst>
      <p:ext uri="{BB962C8B-B14F-4D97-AF65-F5344CB8AC3E}">
        <p14:creationId xmlns:p14="http://schemas.microsoft.com/office/powerpoint/2010/main" val="2986121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FB4AA1B-869A-CAB9-B746-C90A80E3B527}"/>
              </a:ext>
            </a:extLst>
          </p:cNvPr>
          <p:cNvSpPr>
            <a:spLocks noGrp="1"/>
          </p:cNvSpPr>
          <p:nvPr>
            <p:ph type="sldNum" sz="quarter" idx="11"/>
          </p:nvPr>
        </p:nvSpPr>
        <p:spPr/>
        <p:txBody>
          <a:bodyPr/>
          <a:lstStyle/>
          <a:p>
            <a:fld id="{DDD2A080-DA64-4F5C-9131-47EB793B4410}" type="slidenum">
              <a:rPr lang="en-GB" noProof="0" smtClean="0"/>
              <a:pPr/>
              <a:t>7</a:t>
            </a:fld>
            <a:endParaRPr lang="en-GB" noProof="0" dirty="0"/>
          </a:p>
        </p:txBody>
      </p:sp>
      <p:sp>
        <p:nvSpPr>
          <p:cNvPr id="3" name="Title 2">
            <a:extLst>
              <a:ext uri="{FF2B5EF4-FFF2-40B4-BE49-F238E27FC236}">
                <a16:creationId xmlns:a16="http://schemas.microsoft.com/office/drawing/2014/main" id="{9E9061B9-12A6-5CC9-FE24-76B64F34ED93}"/>
              </a:ext>
            </a:extLst>
          </p:cNvPr>
          <p:cNvSpPr>
            <a:spLocks noGrp="1"/>
          </p:cNvSpPr>
          <p:nvPr>
            <p:ph type="title"/>
          </p:nvPr>
        </p:nvSpPr>
        <p:spPr>
          <a:xfrm>
            <a:off x="659008" y="325235"/>
            <a:ext cx="10875600" cy="611221"/>
          </a:xfrm>
        </p:spPr>
        <p:txBody>
          <a:bodyPr/>
          <a:lstStyle/>
          <a:p>
            <a:r>
              <a:rPr lang="en-US" dirty="0"/>
              <a:t>About pools and agents. </a:t>
            </a:r>
          </a:p>
        </p:txBody>
      </p:sp>
      <p:sp>
        <p:nvSpPr>
          <p:cNvPr id="4" name="Text Placeholder 3">
            <a:extLst>
              <a:ext uri="{FF2B5EF4-FFF2-40B4-BE49-F238E27FC236}">
                <a16:creationId xmlns:a16="http://schemas.microsoft.com/office/drawing/2014/main" id="{ABC912BB-A39B-84BD-5A70-7A3D51C3B152}"/>
              </a:ext>
            </a:extLst>
          </p:cNvPr>
          <p:cNvSpPr>
            <a:spLocks noGrp="1"/>
          </p:cNvSpPr>
          <p:nvPr>
            <p:ph type="body" sz="quarter" idx="13"/>
          </p:nvPr>
        </p:nvSpPr>
        <p:spPr/>
        <p:txBody>
          <a:bodyPr/>
          <a:lstStyle/>
          <a:p>
            <a:pPr marL="0" indent="0" algn="l">
              <a:buNone/>
            </a:pPr>
            <a:r>
              <a:rPr lang="en-US" b="1" dirty="0"/>
              <a:t>What is a parallel job?</a:t>
            </a:r>
          </a:p>
          <a:p>
            <a:pPr marL="522900" lvl="3" indent="-342900">
              <a:buFont typeface="Arial" panose="020B0604020202020204" pitchFamily="34" charset="0"/>
              <a:buChar char="•"/>
            </a:pPr>
            <a:r>
              <a:rPr lang="en-US" b="0" i="0" dirty="0">
                <a:solidFill>
                  <a:srgbClr val="161616"/>
                </a:solidFill>
                <a:effectLst/>
                <a:latin typeface="Segoe UI" panose="020B0502040204020203" pitchFamily="34" charset="0"/>
              </a:rPr>
              <a:t>When you define a pipeline, you can define it as a collection of </a:t>
            </a:r>
            <a:r>
              <a:rPr lang="en-US" b="0" i="0" u="none" strike="noStrike" dirty="0">
                <a:solidFill>
                  <a:srgbClr val="161616"/>
                </a:solidFill>
                <a:effectLst/>
                <a:latin typeface="Segoe UI" panose="020B0502040204020203" pitchFamily="34" charset="0"/>
                <a:hlinkClick r:id="rId3"/>
              </a:rPr>
              <a:t>jobs</a:t>
            </a:r>
            <a:r>
              <a:rPr lang="en-US" b="0" i="0" dirty="0">
                <a:solidFill>
                  <a:srgbClr val="161616"/>
                </a:solidFill>
                <a:effectLst/>
                <a:latin typeface="Segoe UI" panose="020B0502040204020203" pitchFamily="34" charset="0"/>
              </a:rPr>
              <a:t>. When a pipeline runs, you can run multiple jobs as part of that pipeline. Each running job consumes a </a:t>
            </a:r>
            <a:r>
              <a:rPr lang="en-US" b="1" i="1" dirty="0">
                <a:solidFill>
                  <a:srgbClr val="161616"/>
                </a:solidFill>
                <a:effectLst/>
                <a:latin typeface="Segoe UI" panose="020B0502040204020203" pitchFamily="34" charset="0"/>
              </a:rPr>
              <a:t>parallel job</a:t>
            </a:r>
            <a:r>
              <a:rPr lang="en-US" b="1" i="0" dirty="0">
                <a:solidFill>
                  <a:srgbClr val="161616"/>
                </a:solidFill>
                <a:effectLst/>
                <a:latin typeface="Segoe UI" panose="020B0502040204020203" pitchFamily="34" charset="0"/>
              </a:rPr>
              <a:t> </a:t>
            </a:r>
            <a:r>
              <a:rPr lang="en-US" b="0" i="0" dirty="0">
                <a:solidFill>
                  <a:srgbClr val="161616"/>
                </a:solidFill>
                <a:effectLst/>
                <a:latin typeface="Segoe UI" panose="020B0502040204020203" pitchFamily="34" charset="0"/>
              </a:rPr>
              <a:t>that runs on an agent. When there aren't enough parallel jobs available for your organization, the jobs are queued up and run one after the other.</a:t>
            </a:r>
          </a:p>
          <a:p>
            <a:pPr marL="522900" lvl="3" indent="-342900">
              <a:buFont typeface="Arial" panose="020B0604020202020204" pitchFamily="34" charset="0"/>
              <a:buChar char="•"/>
            </a:pPr>
            <a:r>
              <a:rPr lang="en-US" b="0" i="0" dirty="0">
                <a:solidFill>
                  <a:srgbClr val="161616"/>
                </a:solidFill>
                <a:effectLst/>
                <a:latin typeface="Segoe UI" panose="020B0502040204020203" pitchFamily="34" charset="0"/>
              </a:rPr>
              <a:t>In Azure Pipelines, you can run parallel jobs on Microsoft-hosted infrastructure or your own (self-hosted) infrastructure. Each parallel job allows you to run a single job at a time in your organization. You don't need to pay for parallel jobs if you're using an on-premises server. The concept of parallel jobs only applies to Azure DevOps Services.</a:t>
            </a:r>
          </a:p>
          <a:p>
            <a:pPr marL="522900" lvl="3" indent="-342900">
              <a:buFont typeface="Arial" panose="020B0604020202020204" pitchFamily="34" charset="0"/>
              <a:buChar char="•"/>
            </a:pPr>
            <a:endParaRPr lang="en-US" b="0" i="0" dirty="0">
              <a:solidFill>
                <a:srgbClr val="161616"/>
              </a:solidFill>
              <a:effectLst/>
              <a:latin typeface="Segoe UI" panose="020B0502040204020203" pitchFamily="34" charset="0"/>
            </a:endParaRPr>
          </a:p>
          <a:p>
            <a:pPr marL="0" indent="0" algn="l">
              <a:buNone/>
            </a:pPr>
            <a:r>
              <a:rPr lang="en-US" b="1" i="0" dirty="0">
                <a:solidFill>
                  <a:srgbClr val="161616"/>
                </a:solidFill>
                <a:effectLst/>
                <a:latin typeface="Segoe UI" panose="020B0502040204020203" pitchFamily="34" charset="0"/>
              </a:rPr>
              <a:t>Microsoft-hosted vs. self-hosted parallel jobs</a:t>
            </a:r>
          </a:p>
          <a:p>
            <a:pPr lvl="2">
              <a:buFont typeface="Arial" panose="020B0604020202020204" pitchFamily="34" charset="0"/>
              <a:buChar char="•"/>
            </a:pPr>
            <a:r>
              <a:rPr lang="en-US" b="0" i="0" dirty="0">
                <a:solidFill>
                  <a:srgbClr val="161616"/>
                </a:solidFill>
                <a:effectLst/>
                <a:latin typeface="Segoe UI" panose="020B0502040204020203" pitchFamily="34" charset="0"/>
              </a:rPr>
              <a:t>If you want to run your jobs on machines that Microsoft manages, use </a:t>
            </a:r>
            <a:r>
              <a:rPr lang="en-US" b="0" i="1" dirty="0">
                <a:solidFill>
                  <a:srgbClr val="161616"/>
                </a:solidFill>
                <a:effectLst/>
                <a:latin typeface="Segoe UI" panose="020B0502040204020203" pitchFamily="34" charset="0"/>
              </a:rPr>
              <a:t>Microsoft-hosted parallel jobs</a:t>
            </a:r>
            <a:r>
              <a:rPr lang="en-US" b="0" i="0" dirty="0">
                <a:solidFill>
                  <a:srgbClr val="161616"/>
                </a:solidFill>
                <a:effectLst/>
                <a:latin typeface="Segoe UI" panose="020B0502040204020203" pitchFamily="34" charset="0"/>
              </a:rPr>
              <a:t>. Your jobs will run on </a:t>
            </a:r>
            <a:r>
              <a:rPr lang="en-US" b="0" i="0" u="none" strike="noStrike" dirty="0">
                <a:solidFill>
                  <a:srgbClr val="161616"/>
                </a:solidFill>
                <a:effectLst/>
                <a:latin typeface="Segoe UI" panose="020B0502040204020203" pitchFamily="34" charset="0"/>
                <a:hlinkClick r:id="rId4"/>
              </a:rPr>
              <a:t>Microsoft-hosted agents</a:t>
            </a:r>
            <a:r>
              <a:rPr lang="en-US" b="0" i="0" dirty="0">
                <a:solidFill>
                  <a:srgbClr val="161616"/>
                </a:solidFill>
                <a:effectLst/>
                <a:latin typeface="Segoe UI" panose="020B0502040204020203" pitchFamily="34" charset="0"/>
              </a:rPr>
              <a:t>.</a:t>
            </a:r>
          </a:p>
          <a:p>
            <a:pPr lvl="2">
              <a:buFont typeface="Arial" panose="020B0604020202020204" pitchFamily="34" charset="0"/>
              <a:buChar char="•"/>
            </a:pPr>
            <a:r>
              <a:rPr lang="en-US" b="0" i="0" dirty="0">
                <a:solidFill>
                  <a:srgbClr val="161616"/>
                </a:solidFill>
                <a:effectLst/>
                <a:latin typeface="Segoe UI" panose="020B0502040204020203" pitchFamily="34" charset="0"/>
              </a:rPr>
              <a:t>If you want Azure Pipelines to orchestrate your builds and releases, but use your own machines to run them, use </a:t>
            </a:r>
            <a:r>
              <a:rPr lang="en-US" b="0" i="1" dirty="0">
                <a:solidFill>
                  <a:srgbClr val="161616"/>
                </a:solidFill>
                <a:effectLst/>
                <a:latin typeface="Segoe UI" panose="020B0502040204020203" pitchFamily="34" charset="0"/>
              </a:rPr>
              <a:t>self-hosted parallel jobs</a:t>
            </a:r>
            <a:r>
              <a:rPr lang="en-US" b="0" i="0" dirty="0">
                <a:solidFill>
                  <a:srgbClr val="161616"/>
                </a:solidFill>
                <a:effectLst/>
                <a:latin typeface="Segoe UI" panose="020B0502040204020203" pitchFamily="34" charset="0"/>
              </a:rPr>
              <a:t>. For self-hosted parallel jobs, you'll start by deploying our </a:t>
            </a:r>
            <a:r>
              <a:rPr lang="en-US" b="0" i="0" u="none" strike="noStrike" dirty="0">
                <a:solidFill>
                  <a:srgbClr val="161616"/>
                </a:solidFill>
                <a:effectLst/>
                <a:latin typeface="Segoe UI" panose="020B0502040204020203" pitchFamily="34" charset="0"/>
                <a:hlinkClick r:id="rId5"/>
              </a:rPr>
              <a:t>self-hosted agents</a:t>
            </a:r>
            <a:r>
              <a:rPr lang="en-US" b="0" i="0" dirty="0">
                <a:solidFill>
                  <a:srgbClr val="161616"/>
                </a:solidFill>
                <a:effectLst/>
                <a:latin typeface="Segoe UI" panose="020B0502040204020203" pitchFamily="34" charset="0"/>
              </a:rPr>
              <a:t> on your machines. You can register any number of these self-hosted agents in your organization.</a:t>
            </a:r>
          </a:p>
          <a:p>
            <a:endParaRPr lang="en-US" dirty="0"/>
          </a:p>
        </p:txBody>
      </p:sp>
    </p:spTree>
    <p:extLst>
      <p:ext uri="{BB962C8B-B14F-4D97-AF65-F5344CB8AC3E}">
        <p14:creationId xmlns:p14="http://schemas.microsoft.com/office/powerpoint/2010/main" val="28468118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28C16BB-BAC8-BBAC-71F7-DAB44635C00A}"/>
              </a:ext>
            </a:extLst>
          </p:cNvPr>
          <p:cNvSpPr>
            <a:spLocks noGrp="1"/>
          </p:cNvSpPr>
          <p:nvPr>
            <p:ph type="sldNum" sz="quarter" idx="11"/>
          </p:nvPr>
        </p:nvSpPr>
        <p:spPr/>
        <p:txBody>
          <a:bodyPr/>
          <a:lstStyle/>
          <a:p>
            <a:fld id="{DDD2A080-DA64-4F5C-9131-47EB793B4410}" type="slidenum">
              <a:rPr lang="en-GB" noProof="0" smtClean="0"/>
              <a:pPr/>
              <a:t>8</a:t>
            </a:fld>
            <a:endParaRPr lang="en-GB" noProof="0" dirty="0"/>
          </a:p>
        </p:txBody>
      </p:sp>
      <p:sp>
        <p:nvSpPr>
          <p:cNvPr id="3" name="Title 2">
            <a:extLst>
              <a:ext uri="{FF2B5EF4-FFF2-40B4-BE49-F238E27FC236}">
                <a16:creationId xmlns:a16="http://schemas.microsoft.com/office/drawing/2014/main" id="{AC7553DF-12C7-3D27-F927-64C119ADC9A4}"/>
              </a:ext>
            </a:extLst>
          </p:cNvPr>
          <p:cNvSpPr>
            <a:spLocks noGrp="1"/>
          </p:cNvSpPr>
          <p:nvPr>
            <p:ph type="title"/>
          </p:nvPr>
        </p:nvSpPr>
        <p:spPr/>
        <p:txBody>
          <a:bodyPr/>
          <a:lstStyle/>
          <a:p>
            <a:r>
              <a:rPr lang="en-US" altLang="en-US" dirty="0"/>
              <a:t>Define pipelines using YAML</a:t>
            </a:r>
            <a:br>
              <a:rPr lang="en-US" altLang="en-US" dirty="0">
                <a:solidFill>
                  <a:srgbClr val="161616"/>
                </a:solidFill>
                <a:latin typeface="Segoe UI" panose="020B0502040204020203" pitchFamily="34" charset="0"/>
              </a:rPr>
            </a:br>
            <a:endParaRPr lang="en-US" dirty="0"/>
          </a:p>
        </p:txBody>
      </p:sp>
      <p:sp>
        <p:nvSpPr>
          <p:cNvPr id="6" name="Rectangle 2">
            <a:extLst>
              <a:ext uri="{FF2B5EF4-FFF2-40B4-BE49-F238E27FC236}">
                <a16:creationId xmlns:a16="http://schemas.microsoft.com/office/drawing/2014/main" id="{7F4B582A-D15E-15F4-3A0C-D2B43C972324}"/>
              </a:ext>
            </a:extLst>
          </p:cNvPr>
          <p:cNvSpPr>
            <a:spLocks noGrp="1" noChangeArrowheads="1"/>
          </p:cNvSpPr>
          <p:nvPr>
            <p:ph type="body" sz="quarter" idx="13"/>
          </p:nvPr>
        </p:nvSpPr>
        <p:spPr bwMode="auto">
          <a:xfrm>
            <a:off x="659008" y="1142479"/>
            <a:ext cx="10508863" cy="479099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41224" tIns="101568" rIns="0" bIns="101568"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solidFill>
                  <a:srgbClr val="161616"/>
                </a:solidFill>
                <a:latin typeface="Segoe UI" panose="020B0502040204020203" pitchFamily="34" charset="0"/>
              </a:rPr>
              <a:t>Your pipeline configuration resides in a YAML file named </a:t>
            </a:r>
            <a:r>
              <a:rPr lang="en-US" altLang="en-US" b="1" dirty="0">
                <a:solidFill>
                  <a:srgbClr val="161616"/>
                </a:solidFill>
                <a:latin typeface="Segoe UI" panose="020B0502040204020203" pitchFamily="34" charset="0"/>
              </a:rPr>
              <a:t>azure-</a:t>
            </a:r>
            <a:r>
              <a:rPr lang="en-US" altLang="en-US" b="1" dirty="0" err="1">
                <a:solidFill>
                  <a:srgbClr val="161616"/>
                </a:solidFill>
                <a:latin typeface="Segoe UI" panose="020B0502040204020203" pitchFamily="34" charset="0"/>
              </a:rPr>
              <a:t>pipelines.yml</a:t>
            </a:r>
            <a:r>
              <a:rPr lang="en-US" altLang="en-US" dirty="0">
                <a:solidFill>
                  <a:srgbClr val="161616"/>
                </a:solidFill>
                <a:latin typeface="Segoe UI" panose="020B0502040204020203" pitchFamily="34" charset="0"/>
              </a:rPr>
              <a:t>, alongside your application.</a:t>
            </a:r>
            <a:br>
              <a:rPr lang="en-US" altLang="en-US" dirty="0">
                <a:solidFill>
                  <a:srgbClr val="161616"/>
                </a:solidFill>
                <a:latin typeface="Segoe UI" panose="020B0502040204020203" pitchFamily="34" charset="0"/>
              </a:rPr>
            </a:br>
            <a:endParaRPr lang="en-US" altLang="en-US" dirty="0">
              <a:solidFill>
                <a:srgbClr val="161616"/>
              </a:solidFill>
              <a:latin typeface="Segoe UI" panose="020B0502040204020203"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solidFill>
                  <a:srgbClr val="161616"/>
                </a:solidFill>
                <a:latin typeface="Segoe UI" panose="020B0502040204020203" pitchFamily="34" charset="0"/>
              </a:rPr>
              <a:t>The YAML file is versioned alongside your application code, adhering to the same branching structure.</a:t>
            </a:r>
            <a:br>
              <a:rPr lang="en-US" altLang="en-US" dirty="0">
                <a:solidFill>
                  <a:srgbClr val="161616"/>
                </a:solidFill>
                <a:latin typeface="Segoe UI" panose="020B0502040204020203" pitchFamily="34" charset="0"/>
              </a:rPr>
            </a:br>
            <a:endParaRPr lang="en-US" altLang="en-US" dirty="0">
              <a:solidFill>
                <a:srgbClr val="161616"/>
              </a:solidFill>
              <a:latin typeface="Segoe UI" panose="020B0502040204020203"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solidFill>
                  <a:srgbClr val="161616"/>
                </a:solidFill>
                <a:latin typeface="Segoe UI" panose="020B0502040204020203" pitchFamily="34" charset="0"/>
              </a:rPr>
              <a:t>Each branch can customize the pipeline by editing the azure-</a:t>
            </a:r>
            <a:r>
              <a:rPr lang="en-US" altLang="en-US" dirty="0" err="1">
                <a:solidFill>
                  <a:srgbClr val="161616"/>
                </a:solidFill>
                <a:latin typeface="Segoe UI" panose="020B0502040204020203" pitchFamily="34" charset="0"/>
              </a:rPr>
              <a:t>pipelines.yml</a:t>
            </a:r>
            <a:r>
              <a:rPr lang="en-US" altLang="en-US" dirty="0">
                <a:solidFill>
                  <a:srgbClr val="161616"/>
                </a:solidFill>
                <a:latin typeface="Segoe UI" panose="020B0502040204020203" pitchFamily="34" charset="0"/>
              </a:rPr>
              <a:t> file.</a:t>
            </a:r>
            <a:br>
              <a:rPr lang="en-US" altLang="en-US" dirty="0">
                <a:solidFill>
                  <a:srgbClr val="161616"/>
                </a:solidFill>
                <a:latin typeface="Segoe UI" panose="020B0502040204020203" pitchFamily="34" charset="0"/>
              </a:rPr>
            </a:br>
            <a:endParaRPr lang="en-US" altLang="en-US" dirty="0">
              <a:solidFill>
                <a:srgbClr val="161616"/>
              </a:solidFill>
              <a:latin typeface="Segoe UI" panose="020B0502040204020203"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solidFill>
                  <a:srgbClr val="161616"/>
                </a:solidFill>
                <a:latin typeface="Segoe UI" panose="020B0502040204020203" pitchFamily="34" charset="0"/>
              </a:rPr>
              <a:t>Keeping the pipeline configuration in version control ensures that any changes that cause issues or unexpected outcomes can be easily identified within your codebase</a:t>
            </a:r>
            <a:r>
              <a:rPr kumimoji="0" lang="en-US" altLang="en-US" sz="12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br>
              <a:rPr lang="en-US" altLang="en-US" dirty="0">
                <a:solidFill>
                  <a:srgbClr val="161616"/>
                </a:solidFill>
                <a:latin typeface="Segoe UI" panose="020B0502040204020203" pitchFamily="34" charset="0"/>
              </a:rPr>
            </a:br>
            <a:r>
              <a:rPr lang="en-US" dirty="0">
                <a:solidFill>
                  <a:srgbClr val="161616"/>
                </a:solidFill>
                <a:latin typeface="Segoe UI" panose="020B0502040204020203" pitchFamily="34" charset="0"/>
              </a:rPr>
              <a:t>YAML is a popular programming language because it is designed to be easy to read and understand.</a:t>
            </a:r>
            <a:br>
              <a:rPr lang="en-US" dirty="0">
                <a:solidFill>
                  <a:srgbClr val="161616"/>
                </a:solidFill>
                <a:latin typeface="Segoe UI" panose="020B0502040204020203" pitchFamily="34" charset="0"/>
              </a:rPr>
            </a:br>
            <a:r>
              <a:rPr lang="en-US" dirty="0">
                <a:solidFill>
                  <a:srgbClr val="161616"/>
                </a:solidFill>
                <a:latin typeface="Segoe UI" panose="020B0502040204020203" pitchFamily="34" charset="0"/>
              </a:rPr>
              <a:t>Popular tools using YAML: </a:t>
            </a:r>
            <a:r>
              <a:rPr lang="en-US" dirty="0" err="1">
                <a:solidFill>
                  <a:srgbClr val="161616"/>
                </a:solidFill>
                <a:latin typeface="Segoe UI" panose="020B0502040204020203" pitchFamily="34" charset="0"/>
              </a:rPr>
              <a:t>AzureDevops</a:t>
            </a:r>
            <a:r>
              <a:rPr lang="en-US" dirty="0">
                <a:solidFill>
                  <a:srgbClr val="161616"/>
                </a:solidFill>
                <a:latin typeface="Segoe UI" panose="020B0502040204020203" pitchFamily="34" charset="0"/>
              </a:rPr>
              <a:t>, Ansible, Kubernetes, Docker, Jenkins, etc.</a:t>
            </a:r>
            <a:endParaRPr lang="en-US" altLang="en-US" dirty="0">
              <a:solidFill>
                <a:srgbClr val="161616"/>
              </a:solidFill>
              <a:latin typeface="Segoe UI" panose="020B0502040204020203" pitchFamily="34" charset="0"/>
            </a:endParaRPr>
          </a:p>
        </p:txBody>
      </p:sp>
    </p:spTree>
    <p:extLst>
      <p:ext uri="{BB962C8B-B14F-4D97-AF65-F5344CB8AC3E}">
        <p14:creationId xmlns:p14="http://schemas.microsoft.com/office/powerpoint/2010/main" val="29298351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A1F49E0-0F3A-5CD1-7F89-1D8C6666F61D}"/>
              </a:ext>
            </a:extLst>
          </p:cNvPr>
          <p:cNvSpPr>
            <a:spLocks noGrp="1"/>
          </p:cNvSpPr>
          <p:nvPr>
            <p:ph type="sldNum" sz="quarter" idx="11"/>
          </p:nvPr>
        </p:nvSpPr>
        <p:spPr/>
        <p:txBody>
          <a:bodyPr/>
          <a:lstStyle/>
          <a:p>
            <a:fld id="{DDD2A080-DA64-4F5C-9131-47EB793B4410}" type="slidenum">
              <a:rPr lang="en-GB" noProof="0" smtClean="0"/>
              <a:pPr/>
              <a:t>9</a:t>
            </a:fld>
            <a:endParaRPr lang="en-GB" noProof="0" dirty="0"/>
          </a:p>
        </p:txBody>
      </p:sp>
      <p:sp>
        <p:nvSpPr>
          <p:cNvPr id="3" name="Title 2">
            <a:extLst>
              <a:ext uri="{FF2B5EF4-FFF2-40B4-BE49-F238E27FC236}">
                <a16:creationId xmlns:a16="http://schemas.microsoft.com/office/drawing/2014/main" id="{768A8853-CF8D-8674-E087-205212FFE8F8}"/>
              </a:ext>
            </a:extLst>
          </p:cNvPr>
          <p:cNvSpPr>
            <a:spLocks noGrp="1"/>
          </p:cNvSpPr>
          <p:nvPr>
            <p:ph type="title"/>
          </p:nvPr>
        </p:nvSpPr>
        <p:spPr/>
        <p:txBody>
          <a:bodyPr/>
          <a:lstStyle/>
          <a:p>
            <a:r>
              <a:rPr lang="en-US" dirty="0"/>
              <a:t>Sample pipeline </a:t>
            </a:r>
            <a:r>
              <a:rPr lang="en-US" dirty="0" err="1"/>
              <a:t>yaml</a:t>
            </a:r>
            <a:r>
              <a:rPr lang="en-US" dirty="0"/>
              <a:t> file</a:t>
            </a:r>
          </a:p>
        </p:txBody>
      </p:sp>
      <p:sp>
        <p:nvSpPr>
          <p:cNvPr id="4" name="Text Placeholder 3">
            <a:extLst>
              <a:ext uri="{FF2B5EF4-FFF2-40B4-BE49-F238E27FC236}">
                <a16:creationId xmlns:a16="http://schemas.microsoft.com/office/drawing/2014/main" id="{68C18C40-2F18-1A71-C544-F0D36A54EDAA}"/>
              </a:ext>
            </a:extLst>
          </p:cNvPr>
          <p:cNvSpPr>
            <a:spLocks noGrp="1"/>
          </p:cNvSpPr>
          <p:nvPr>
            <p:ph type="body" sz="quarter" idx="13"/>
          </p:nvPr>
        </p:nvSpPr>
        <p:spPr>
          <a:xfrm>
            <a:off x="658200" y="1012373"/>
            <a:ext cx="10875600" cy="5391567"/>
          </a:xfrm>
        </p:spPr>
        <p:txBody>
          <a:bodyPr/>
          <a:lstStyle/>
          <a:p>
            <a:pPr marL="0" indent="0">
              <a:buNone/>
            </a:pPr>
            <a:r>
              <a:rPr lang="en-US" sz="1600" b="0" dirty="0">
                <a:solidFill>
                  <a:srgbClr val="569CD6"/>
                </a:solidFill>
                <a:effectLst/>
                <a:latin typeface="CaskaydiaCove Nerd Font" panose="020B0509020204030204" pitchFamily="49" charset="0"/>
              </a:rPr>
              <a:t>parameters</a:t>
            </a:r>
            <a:r>
              <a:rPr lang="en-US" sz="1600" b="0" dirty="0">
                <a:solidFill>
                  <a:srgbClr val="CCCCCC"/>
                </a:solidFill>
                <a:effectLst/>
                <a:latin typeface="CaskaydiaCove Nerd Font" panose="020B0509020204030204" pitchFamily="49" charset="0"/>
              </a:rPr>
              <a:t>: </a:t>
            </a:r>
            <a:r>
              <a:rPr lang="en-US" sz="1600" b="0" dirty="0">
                <a:solidFill>
                  <a:srgbClr val="6A9955"/>
                </a:solidFill>
                <a:effectLst/>
                <a:latin typeface="CaskaydiaCove Nerd Font" panose="020B0509020204030204" pitchFamily="49" charset="0"/>
              </a:rPr>
              <a:t>#pass values to a pipeline</a:t>
            </a:r>
            <a:endParaRPr lang="en-US" sz="1600" b="0" dirty="0">
              <a:solidFill>
                <a:srgbClr val="CCCCCC"/>
              </a:solidFill>
              <a:effectLst/>
              <a:latin typeface="CaskaydiaCove Nerd Font" panose="020B0509020204030204" pitchFamily="49" charset="0"/>
            </a:endParaRPr>
          </a:p>
          <a:p>
            <a:pPr marL="0" indent="0">
              <a:buNone/>
            </a:pPr>
            <a:r>
              <a:rPr lang="en-US" sz="1600" b="0" dirty="0">
                <a:solidFill>
                  <a:srgbClr val="569CD6"/>
                </a:solidFill>
                <a:effectLst/>
                <a:latin typeface="CaskaydiaCove Nerd Font" panose="020B0509020204030204" pitchFamily="49" charset="0"/>
              </a:rPr>
              <a:t>variables</a:t>
            </a:r>
            <a:r>
              <a:rPr lang="en-US" sz="1600" b="0" dirty="0">
                <a:solidFill>
                  <a:srgbClr val="CCCCCC"/>
                </a:solidFill>
                <a:effectLst/>
                <a:latin typeface="CaskaydiaCove Nerd Font" panose="020B0509020204030204" pitchFamily="49" charset="0"/>
              </a:rPr>
              <a:t>: </a:t>
            </a:r>
            <a:r>
              <a:rPr lang="en-US" sz="1600" b="0" dirty="0">
                <a:solidFill>
                  <a:srgbClr val="6A9955"/>
                </a:solidFill>
                <a:effectLst/>
                <a:latin typeface="CaskaydiaCove Nerd Font" panose="020B0509020204030204" pitchFamily="49" charset="0"/>
              </a:rPr>
              <a:t>#assign a value and use it in different part of the pipeline</a:t>
            </a:r>
            <a:endParaRPr lang="en-US" sz="1600" b="0" dirty="0">
              <a:solidFill>
                <a:srgbClr val="CCCCCC"/>
              </a:solidFill>
              <a:effectLst/>
              <a:latin typeface="CaskaydiaCove Nerd Font" panose="020B0509020204030204" pitchFamily="49" charset="0"/>
            </a:endParaRPr>
          </a:p>
          <a:p>
            <a:pPr marL="0" indent="0">
              <a:buNone/>
            </a:pPr>
            <a:r>
              <a:rPr lang="en-US" sz="1600" b="0" dirty="0">
                <a:solidFill>
                  <a:srgbClr val="569CD6"/>
                </a:solidFill>
                <a:effectLst/>
                <a:latin typeface="CaskaydiaCove Nerd Font" panose="020B0509020204030204" pitchFamily="49" charset="0"/>
              </a:rPr>
              <a:t>trigger</a:t>
            </a:r>
            <a:r>
              <a:rPr lang="en-US" sz="1600" b="0" dirty="0">
                <a:solidFill>
                  <a:srgbClr val="CCCCCC"/>
                </a:solidFill>
                <a:effectLst/>
                <a:latin typeface="CaskaydiaCove Nerd Font" panose="020B0509020204030204" pitchFamily="49" charset="0"/>
              </a:rPr>
              <a:t>: </a:t>
            </a:r>
            <a:r>
              <a:rPr lang="en-US" sz="1600" b="0" dirty="0">
                <a:solidFill>
                  <a:srgbClr val="6A9955"/>
                </a:solidFill>
                <a:effectLst/>
                <a:latin typeface="CaskaydiaCove Nerd Font" panose="020B0509020204030204" pitchFamily="49" charset="0"/>
              </a:rPr>
              <a:t>#Use triggers to run a pipeline automatically</a:t>
            </a:r>
            <a:endParaRPr lang="en-US" sz="1600" b="0" dirty="0">
              <a:solidFill>
                <a:srgbClr val="CCCCCC"/>
              </a:solidFill>
              <a:effectLst/>
              <a:latin typeface="CaskaydiaCove Nerd Font" panose="020B0509020204030204" pitchFamily="49" charset="0"/>
            </a:endParaRPr>
          </a:p>
          <a:p>
            <a:pPr marL="0" indent="0">
              <a:buNone/>
            </a:pPr>
            <a:r>
              <a:rPr lang="en-US" sz="1600" b="0" dirty="0">
                <a:solidFill>
                  <a:srgbClr val="569CD6"/>
                </a:solidFill>
                <a:effectLst/>
                <a:latin typeface="CaskaydiaCove Nerd Font" panose="020B0509020204030204" pitchFamily="49" charset="0"/>
              </a:rPr>
              <a:t>pool</a:t>
            </a:r>
            <a:r>
              <a:rPr lang="en-US" sz="1600" b="0" dirty="0">
                <a:solidFill>
                  <a:srgbClr val="CCCCCC"/>
                </a:solidFill>
                <a:effectLst/>
                <a:latin typeface="CaskaydiaCove Nerd Font" panose="020B0509020204030204" pitchFamily="49" charset="0"/>
              </a:rPr>
              <a:t>: </a:t>
            </a:r>
            <a:r>
              <a:rPr lang="en-US" sz="1600" b="0" dirty="0">
                <a:solidFill>
                  <a:srgbClr val="6A9955"/>
                </a:solidFill>
                <a:effectLst/>
                <a:latin typeface="CaskaydiaCove Nerd Font" panose="020B0509020204030204" pitchFamily="49" charset="0"/>
              </a:rPr>
              <a:t>#To build your code or deploy your software using Azure Pipelines, you need at least one agent, which belongs to a pool.</a:t>
            </a:r>
            <a:endParaRPr lang="en-US" sz="1600" b="0" dirty="0">
              <a:solidFill>
                <a:srgbClr val="CCCCCC"/>
              </a:solidFill>
              <a:effectLst/>
              <a:latin typeface="CaskaydiaCove Nerd Font" panose="020B0509020204030204" pitchFamily="49" charset="0"/>
            </a:endParaRPr>
          </a:p>
          <a:p>
            <a:pPr marL="0" indent="0">
              <a:buNone/>
            </a:pPr>
            <a:r>
              <a:rPr lang="en-US" sz="1600" b="0" dirty="0">
                <a:solidFill>
                  <a:srgbClr val="569CD6"/>
                </a:solidFill>
                <a:effectLst/>
                <a:latin typeface="CaskaydiaCove Nerd Font" panose="020B0509020204030204" pitchFamily="49" charset="0"/>
              </a:rPr>
              <a:t>resources</a:t>
            </a:r>
            <a:r>
              <a:rPr lang="en-US" sz="1600" b="0" dirty="0">
                <a:solidFill>
                  <a:srgbClr val="CCCCCC"/>
                </a:solidFill>
                <a:effectLst/>
                <a:latin typeface="CaskaydiaCove Nerd Font" panose="020B0509020204030204" pitchFamily="49" charset="0"/>
              </a:rPr>
              <a:t>: </a:t>
            </a:r>
            <a:r>
              <a:rPr lang="en-US" sz="1600" b="0" dirty="0">
                <a:solidFill>
                  <a:srgbClr val="6A9955"/>
                </a:solidFill>
                <a:effectLst/>
                <a:latin typeface="CaskaydiaCove Nerd Font" panose="020B0509020204030204" pitchFamily="49" charset="0"/>
              </a:rPr>
              <a:t>#A resource is anything used by a pipeline that lives outside the pipeline. Ex: another pipeline, repository or variable groups.</a:t>
            </a:r>
            <a:endParaRPr lang="en-US" sz="1600" b="0" dirty="0">
              <a:solidFill>
                <a:srgbClr val="CCCCCC"/>
              </a:solidFill>
              <a:effectLst/>
              <a:latin typeface="CaskaydiaCove Nerd Font" panose="020B0509020204030204" pitchFamily="49" charset="0"/>
            </a:endParaRPr>
          </a:p>
          <a:p>
            <a:pPr marL="0" indent="0">
              <a:buNone/>
            </a:pPr>
            <a:r>
              <a:rPr lang="en-US" sz="1600" b="0" dirty="0">
                <a:solidFill>
                  <a:srgbClr val="569CD6"/>
                </a:solidFill>
                <a:effectLst/>
                <a:latin typeface="CaskaydiaCove Nerd Font" panose="020B0509020204030204" pitchFamily="49" charset="0"/>
              </a:rPr>
              <a:t>stages</a:t>
            </a:r>
            <a:r>
              <a:rPr lang="en-US" sz="1600" b="0" dirty="0">
                <a:solidFill>
                  <a:srgbClr val="CCCCCC"/>
                </a:solidFill>
                <a:effectLst/>
                <a:latin typeface="CaskaydiaCove Nerd Font" panose="020B0509020204030204" pitchFamily="49" charset="0"/>
              </a:rPr>
              <a:t>: </a:t>
            </a:r>
            <a:r>
              <a:rPr lang="en-US" sz="1600" b="0" dirty="0">
                <a:solidFill>
                  <a:srgbClr val="6A9955"/>
                </a:solidFill>
                <a:effectLst/>
                <a:latin typeface="CaskaydiaCove Nerd Font" panose="020B0509020204030204" pitchFamily="49" charset="0"/>
              </a:rPr>
              <a:t>#logical boundary in the pipeline to separate environments and contains one or more jobs</a:t>
            </a:r>
            <a:endParaRPr lang="en-US" sz="1600" b="0" dirty="0">
              <a:solidFill>
                <a:srgbClr val="CCCCCC"/>
              </a:solidFill>
              <a:effectLst/>
              <a:latin typeface="CaskaydiaCove Nerd Font" panose="020B0509020204030204" pitchFamily="49" charset="0"/>
            </a:endParaRPr>
          </a:p>
          <a:p>
            <a:pPr marL="0" indent="0">
              <a:buNone/>
            </a:pPr>
            <a:r>
              <a:rPr lang="en-US" sz="1600" b="0" dirty="0">
                <a:solidFill>
                  <a:srgbClr val="CCCCCC"/>
                </a:solidFill>
                <a:effectLst/>
                <a:latin typeface="CaskaydiaCove Nerd Font" panose="020B0509020204030204" pitchFamily="49" charset="0"/>
              </a:rPr>
              <a:t>- </a:t>
            </a:r>
            <a:r>
              <a:rPr lang="en-US" sz="1600" b="0" dirty="0">
                <a:solidFill>
                  <a:srgbClr val="569CD6"/>
                </a:solidFill>
                <a:effectLst/>
                <a:latin typeface="CaskaydiaCove Nerd Font" panose="020B0509020204030204" pitchFamily="49" charset="0"/>
              </a:rPr>
              <a:t>stage</a:t>
            </a:r>
            <a:r>
              <a:rPr lang="en-US" sz="1600" b="0" dirty="0">
                <a:solidFill>
                  <a:srgbClr val="CCCCCC"/>
                </a:solidFill>
                <a:effectLst/>
                <a:latin typeface="CaskaydiaCove Nerd Font" panose="020B0509020204030204" pitchFamily="49" charset="0"/>
              </a:rPr>
              <a:t>:</a:t>
            </a:r>
          </a:p>
          <a:p>
            <a:pPr marL="0" indent="0">
              <a:buNone/>
            </a:pPr>
            <a:r>
              <a:rPr lang="en-US" sz="1600" dirty="0">
                <a:solidFill>
                  <a:srgbClr val="CCCCCC"/>
                </a:solidFill>
                <a:latin typeface="CaskaydiaCove Nerd Font" panose="020B0509020204030204" pitchFamily="49" charset="0"/>
              </a:rPr>
              <a:t>  </a:t>
            </a:r>
            <a:r>
              <a:rPr lang="en-US" sz="1600" b="0" dirty="0">
                <a:solidFill>
                  <a:srgbClr val="569CD6"/>
                </a:solidFill>
                <a:effectLst/>
                <a:latin typeface="CaskaydiaCove Nerd Font" panose="020B0509020204030204" pitchFamily="49" charset="0"/>
              </a:rPr>
              <a:t>jobs</a:t>
            </a:r>
            <a:r>
              <a:rPr lang="en-US" sz="1600" b="0" dirty="0">
                <a:solidFill>
                  <a:srgbClr val="CCCCCC"/>
                </a:solidFill>
                <a:effectLst/>
                <a:latin typeface="CaskaydiaCove Nerd Font" panose="020B0509020204030204" pitchFamily="49" charset="0"/>
              </a:rPr>
              <a:t>: </a:t>
            </a:r>
            <a:r>
              <a:rPr lang="en-US" sz="1600" b="0" dirty="0">
                <a:solidFill>
                  <a:srgbClr val="6A9955"/>
                </a:solidFill>
                <a:effectLst/>
                <a:latin typeface="CaskaydiaCove Nerd Font" panose="020B0509020204030204" pitchFamily="49" charset="0"/>
              </a:rPr>
              <a:t>#if a stage contains more than one job, jobs keyword must be used</a:t>
            </a:r>
            <a:endParaRPr lang="en-US" sz="1600" dirty="0">
              <a:solidFill>
                <a:srgbClr val="CCCCCC"/>
              </a:solidFill>
              <a:latin typeface="CaskaydiaCove Nerd Font" panose="020B0509020204030204" pitchFamily="49" charset="0"/>
            </a:endParaRPr>
          </a:p>
          <a:p>
            <a:pPr marL="0" indent="0">
              <a:buNone/>
            </a:pPr>
            <a:r>
              <a:rPr lang="en-US" sz="1600" b="0" dirty="0">
                <a:solidFill>
                  <a:srgbClr val="CCCCCC"/>
                </a:solidFill>
                <a:effectLst/>
                <a:latin typeface="CaskaydiaCove Nerd Font" panose="020B0509020204030204" pitchFamily="49" charset="0"/>
              </a:rPr>
              <a:t>  - </a:t>
            </a:r>
            <a:r>
              <a:rPr lang="en-US" sz="1600" b="0" dirty="0">
                <a:solidFill>
                  <a:srgbClr val="569CD6"/>
                </a:solidFill>
                <a:effectLst/>
                <a:latin typeface="CaskaydiaCove Nerd Font" panose="020B0509020204030204" pitchFamily="49" charset="0"/>
              </a:rPr>
              <a:t>job</a:t>
            </a:r>
            <a:r>
              <a:rPr lang="en-US" sz="1600" b="0" dirty="0">
                <a:solidFill>
                  <a:srgbClr val="CCCCCC"/>
                </a:solidFill>
                <a:effectLst/>
                <a:latin typeface="CaskaydiaCove Nerd Font" panose="020B0509020204030204" pitchFamily="49" charset="0"/>
              </a:rPr>
              <a:t>: </a:t>
            </a:r>
            <a:r>
              <a:rPr lang="en-US" sz="1600" b="0" dirty="0">
                <a:solidFill>
                  <a:srgbClr val="6A9955"/>
                </a:solidFill>
                <a:effectLst/>
                <a:latin typeface="CaskaydiaCove Nerd Font" panose="020B0509020204030204" pitchFamily="49" charset="0"/>
              </a:rPr>
              <a:t># a job is a series of steps that run sequentially as a unit</a:t>
            </a:r>
            <a:endParaRPr lang="en-US" sz="1600" dirty="0">
              <a:solidFill>
                <a:srgbClr val="CCCCCC"/>
              </a:solidFill>
              <a:latin typeface="CaskaydiaCove Nerd Font" panose="020B0509020204030204" pitchFamily="49" charset="0"/>
            </a:endParaRPr>
          </a:p>
          <a:p>
            <a:pPr marL="0" indent="0">
              <a:buNone/>
            </a:pPr>
            <a:r>
              <a:rPr lang="en-US" sz="1600" b="0" dirty="0">
                <a:solidFill>
                  <a:srgbClr val="CCCCCC"/>
                </a:solidFill>
                <a:effectLst/>
                <a:latin typeface="CaskaydiaCove Nerd Font" panose="020B0509020204030204" pitchFamily="49" charset="0"/>
              </a:rPr>
              <a:t>    </a:t>
            </a:r>
            <a:r>
              <a:rPr lang="en-US" sz="1600" b="0" dirty="0">
                <a:solidFill>
                  <a:srgbClr val="569CD6"/>
                </a:solidFill>
                <a:effectLst/>
                <a:latin typeface="CaskaydiaCove Nerd Font" panose="020B0509020204030204" pitchFamily="49" charset="0"/>
              </a:rPr>
              <a:t>steps</a:t>
            </a:r>
            <a:r>
              <a:rPr lang="en-US" sz="1600" b="0" dirty="0">
                <a:solidFill>
                  <a:srgbClr val="CCCCCC"/>
                </a:solidFill>
                <a:effectLst/>
                <a:latin typeface="CaskaydiaCove Nerd Font" panose="020B0509020204030204" pitchFamily="49" charset="0"/>
              </a:rPr>
              <a:t>: </a:t>
            </a:r>
            <a:r>
              <a:rPr lang="en-US" sz="1600" b="0" dirty="0">
                <a:solidFill>
                  <a:srgbClr val="6A9955"/>
                </a:solidFill>
                <a:effectLst/>
                <a:latin typeface="CaskaydiaCove Nerd Font" panose="020B0509020204030204" pitchFamily="49" charset="0"/>
              </a:rPr>
              <a:t>#block containing the steps to be executed</a:t>
            </a:r>
          </a:p>
          <a:p>
            <a:pPr marL="0" indent="0">
              <a:buNone/>
            </a:pPr>
            <a:r>
              <a:rPr lang="en-US" sz="1600" dirty="0">
                <a:solidFill>
                  <a:srgbClr val="6A9955"/>
                </a:solidFill>
                <a:latin typeface="CaskaydiaCove Nerd Font" panose="020B0509020204030204" pitchFamily="49" charset="0"/>
              </a:rPr>
              <a:t>    </a:t>
            </a:r>
            <a:r>
              <a:rPr lang="en-US" sz="1600" b="0" dirty="0">
                <a:solidFill>
                  <a:srgbClr val="6A9955"/>
                </a:solidFill>
                <a:effectLst/>
                <a:latin typeface="CaskaydiaCove Nerd Font" panose="020B0509020204030204" pitchFamily="49" charset="0"/>
              </a:rPr>
              <a:t># a step can </a:t>
            </a:r>
            <a:r>
              <a:rPr lang="en-US" sz="1600" dirty="0">
                <a:solidFill>
                  <a:srgbClr val="6A9955"/>
                </a:solidFill>
                <a:latin typeface="CaskaydiaCove Nerd Font" panose="020B0509020204030204" pitchFamily="49" charset="0"/>
              </a:rPr>
              <a:t>be a </a:t>
            </a:r>
            <a:r>
              <a:rPr lang="en-US" sz="1600" b="0" dirty="0">
                <a:solidFill>
                  <a:srgbClr val="6A9955"/>
                </a:solidFill>
                <a:effectLst/>
                <a:latin typeface="CaskaydiaCove Nerd Font" panose="020B0509020204030204" pitchFamily="49" charset="0"/>
              </a:rPr>
              <a:t>script or a task, smallest building block of a pipeline</a:t>
            </a:r>
            <a:endParaRPr lang="en-US" sz="1600" b="0" dirty="0">
              <a:solidFill>
                <a:srgbClr val="CCCCCC"/>
              </a:solidFill>
              <a:effectLst/>
              <a:latin typeface="CaskaydiaCove Nerd Font" panose="020B0509020204030204" pitchFamily="49" charset="0"/>
            </a:endParaRPr>
          </a:p>
          <a:p>
            <a:pPr marL="0" indent="0">
              <a:buNone/>
            </a:pPr>
            <a:r>
              <a:rPr lang="en-US" sz="1600" dirty="0">
                <a:solidFill>
                  <a:srgbClr val="CCCCCC"/>
                </a:solidFill>
                <a:latin typeface="CaskaydiaCove Nerd Font" panose="020B0509020204030204" pitchFamily="49" charset="0"/>
              </a:rPr>
              <a:t>    </a:t>
            </a:r>
            <a:r>
              <a:rPr lang="en-US" sz="1600" b="0" dirty="0">
                <a:solidFill>
                  <a:srgbClr val="CCCCCC"/>
                </a:solidFill>
                <a:effectLst/>
                <a:latin typeface="CaskaydiaCove Nerd Font" panose="020B0509020204030204" pitchFamily="49" charset="0"/>
              </a:rPr>
              <a:t>- </a:t>
            </a:r>
            <a:r>
              <a:rPr lang="en-US" sz="1600" b="0" dirty="0">
                <a:solidFill>
                  <a:srgbClr val="569CD6"/>
                </a:solidFill>
                <a:effectLst/>
                <a:latin typeface="CaskaydiaCove Nerd Font" panose="020B0509020204030204" pitchFamily="49" charset="0"/>
              </a:rPr>
              <a:t>script</a:t>
            </a:r>
            <a:r>
              <a:rPr lang="en-US" sz="1600" b="0" dirty="0">
                <a:solidFill>
                  <a:srgbClr val="CCCCCC"/>
                </a:solidFill>
                <a:effectLst/>
                <a:latin typeface="CaskaydiaCove Nerd Font" panose="020B0509020204030204" pitchFamily="49" charset="0"/>
              </a:rPr>
              <a:t>:</a:t>
            </a:r>
          </a:p>
          <a:p>
            <a:pPr marL="0" indent="0">
              <a:buNone/>
            </a:pPr>
            <a:r>
              <a:rPr lang="en-US" sz="1600" dirty="0">
                <a:solidFill>
                  <a:srgbClr val="CCCCCC"/>
                </a:solidFill>
                <a:latin typeface="CaskaydiaCove Nerd Font" panose="020B0509020204030204" pitchFamily="49" charset="0"/>
              </a:rPr>
              <a:t>    </a:t>
            </a:r>
            <a:r>
              <a:rPr lang="en-US" sz="1600" b="0" dirty="0">
                <a:solidFill>
                  <a:srgbClr val="CCCCCC"/>
                </a:solidFill>
                <a:effectLst/>
                <a:latin typeface="CaskaydiaCove Nerd Font" panose="020B0509020204030204" pitchFamily="49" charset="0"/>
              </a:rPr>
              <a:t>- </a:t>
            </a:r>
            <a:r>
              <a:rPr lang="en-US" sz="1600" b="0" dirty="0">
                <a:solidFill>
                  <a:srgbClr val="569CD6"/>
                </a:solidFill>
                <a:effectLst/>
                <a:latin typeface="CaskaydiaCove Nerd Font" panose="020B0509020204030204" pitchFamily="49" charset="0"/>
              </a:rPr>
              <a:t>task</a:t>
            </a:r>
            <a:r>
              <a:rPr lang="en-US" sz="1600" b="0" dirty="0">
                <a:solidFill>
                  <a:srgbClr val="CCCCCC"/>
                </a:solidFill>
                <a:effectLst/>
                <a:latin typeface="CaskaydiaCove Nerd Font" panose="020B0509020204030204" pitchFamily="49" charset="0"/>
              </a:rPr>
              <a:t>: </a:t>
            </a:r>
          </a:p>
          <a:p>
            <a:endParaRPr lang="en-US" sz="1400" dirty="0"/>
          </a:p>
        </p:txBody>
      </p:sp>
    </p:spTree>
    <p:extLst>
      <p:ext uri="{BB962C8B-B14F-4D97-AF65-F5344CB8AC3E}">
        <p14:creationId xmlns:p14="http://schemas.microsoft.com/office/powerpoint/2010/main" val="11797258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946CAB0-56F0-1BD9-0D26-B6E256C2D239}"/>
              </a:ext>
            </a:extLst>
          </p:cNvPr>
          <p:cNvSpPr>
            <a:spLocks noGrp="1"/>
          </p:cNvSpPr>
          <p:nvPr>
            <p:ph type="sldNum" sz="quarter" idx="11"/>
          </p:nvPr>
        </p:nvSpPr>
        <p:spPr/>
        <p:txBody>
          <a:bodyPr/>
          <a:lstStyle/>
          <a:p>
            <a:fld id="{DDD2A080-DA64-4F5C-9131-47EB793B4410}" type="slidenum">
              <a:rPr lang="en-GB" noProof="0" smtClean="0"/>
              <a:pPr/>
              <a:t>10</a:t>
            </a:fld>
            <a:endParaRPr lang="en-GB" noProof="0" dirty="0"/>
          </a:p>
        </p:txBody>
      </p:sp>
      <p:sp>
        <p:nvSpPr>
          <p:cNvPr id="3" name="Title 2">
            <a:extLst>
              <a:ext uri="{FF2B5EF4-FFF2-40B4-BE49-F238E27FC236}">
                <a16:creationId xmlns:a16="http://schemas.microsoft.com/office/drawing/2014/main" id="{71D99EA5-B7AC-EBA3-506B-41BA4BD14C1E}"/>
              </a:ext>
            </a:extLst>
          </p:cNvPr>
          <p:cNvSpPr>
            <a:spLocks noGrp="1"/>
          </p:cNvSpPr>
          <p:nvPr>
            <p:ph type="title"/>
          </p:nvPr>
        </p:nvSpPr>
        <p:spPr/>
        <p:txBody>
          <a:bodyPr/>
          <a:lstStyle/>
          <a:p>
            <a:r>
              <a:rPr lang="en-US" dirty="0"/>
              <a:t>Azure Pipelines CI/CD architecture</a:t>
            </a:r>
          </a:p>
        </p:txBody>
      </p:sp>
      <p:pic>
        <p:nvPicPr>
          <p:cNvPr id="6" name="Picture 5" descr="A diagram of a diagram&#10;&#10;Description automatically generated">
            <a:extLst>
              <a:ext uri="{FF2B5EF4-FFF2-40B4-BE49-F238E27FC236}">
                <a16:creationId xmlns:a16="http://schemas.microsoft.com/office/drawing/2014/main" id="{DB645227-8300-A24F-3413-0AB0AC63DFEE}"/>
              </a:ext>
            </a:extLst>
          </p:cNvPr>
          <p:cNvPicPr>
            <a:picLocks noChangeAspect="1"/>
          </p:cNvPicPr>
          <p:nvPr/>
        </p:nvPicPr>
        <p:blipFill>
          <a:blip r:embed="rId3"/>
          <a:stretch>
            <a:fillRect/>
          </a:stretch>
        </p:blipFill>
        <p:spPr>
          <a:xfrm>
            <a:off x="0" y="990600"/>
            <a:ext cx="12192000" cy="4876800"/>
          </a:xfrm>
          <a:prstGeom prst="rect">
            <a:avLst/>
          </a:prstGeom>
        </p:spPr>
      </p:pic>
    </p:spTree>
    <p:extLst>
      <p:ext uri="{BB962C8B-B14F-4D97-AF65-F5344CB8AC3E}">
        <p14:creationId xmlns:p14="http://schemas.microsoft.com/office/powerpoint/2010/main" val="18569679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F1D4B4-BE88-092F-CEDF-3278D03FE363}"/>
              </a:ext>
            </a:extLst>
          </p:cNvPr>
          <p:cNvSpPr>
            <a:spLocks noGrp="1"/>
          </p:cNvSpPr>
          <p:nvPr>
            <p:ph type="sldNum" sz="quarter" idx="11"/>
          </p:nvPr>
        </p:nvSpPr>
        <p:spPr/>
        <p:txBody>
          <a:bodyPr/>
          <a:lstStyle/>
          <a:p>
            <a:fld id="{DDD2A080-DA64-4F5C-9131-47EB793B4410}" type="slidenum">
              <a:rPr lang="en-GB" noProof="0" smtClean="0"/>
              <a:pPr/>
              <a:t>11</a:t>
            </a:fld>
            <a:endParaRPr lang="en-GB" noProof="0" dirty="0"/>
          </a:p>
        </p:txBody>
      </p:sp>
      <p:sp>
        <p:nvSpPr>
          <p:cNvPr id="3" name="Title 2">
            <a:extLst>
              <a:ext uri="{FF2B5EF4-FFF2-40B4-BE49-F238E27FC236}">
                <a16:creationId xmlns:a16="http://schemas.microsoft.com/office/drawing/2014/main" id="{D3139B1B-7178-333F-B0BB-E45963F11581}"/>
              </a:ext>
            </a:extLst>
          </p:cNvPr>
          <p:cNvSpPr>
            <a:spLocks noGrp="1"/>
          </p:cNvSpPr>
          <p:nvPr>
            <p:ph type="title"/>
          </p:nvPr>
        </p:nvSpPr>
        <p:spPr>
          <a:xfrm>
            <a:off x="659008" y="325235"/>
            <a:ext cx="10875600" cy="479437"/>
          </a:xfrm>
        </p:spPr>
        <p:txBody>
          <a:bodyPr/>
          <a:lstStyle/>
          <a:p>
            <a:r>
              <a:rPr lang="en-US" dirty="0"/>
              <a:t>Runtime Parameters</a:t>
            </a:r>
          </a:p>
        </p:txBody>
      </p:sp>
      <p:sp>
        <p:nvSpPr>
          <p:cNvPr id="4" name="Text Placeholder 3">
            <a:extLst>
              <a:ext uri="{FF2B5EF4-FFF2-40B4-BE49-F238E27FC236}">
                <a16:creationId xmlns:a16="http://schemas.microsoft.com/office/drawing/2014/main" id="{E9187D22-69AE-3900-0A29-07483B537C9B}"/>
              </a:ext>
            </a:extLst>
          </p:cNvPr>
          <p:cNvSpPr>
            <a:spLocks noGrp="1"/>
          </p:cNvSpPr>
          <p:nvPr>
            <p:ph type="body" sz="quarter" idx="13"/>
          </p:nvPr>
        </p:nvSpPr>
        <p:spPr>
          <a:xfrm>
            <a:off x="658200" y="1142479"/>
            <a:ext cx="10875600" cy="5058000"/>
          </a:xfrm>
        </p:spPr>
        <p:txBody>
          <a:bodyPr/>
          <a:lstStyle/>
          <a:p>
            <a:pPr marL="0" indent="0">
              <a:buNone/>
            </a:pPr>
            <a:r>
              <a:rPr lang="en-US" dirty="0">
                <a:solidFill>
                  <a:srgbClr val="161616"/>
                </a:solidFill>
                <a:latin typeface="Segoe UI" panose="020B0502040204020203" pitchFamily="34" charset="0"/>
              </a:rPr>
              <a:t>Runtime parameters let you have more control over what values can be passed to a pipeline. </a:t>
            </a:r>
            <a:br>
              <a:rPr lang="en-US" dirty="0">
                <a:solidFill>
                  <a:srgbClr val="161616"/>
                </a:solidFill>
                <a:latin typeface="Segoe UI" panose="020B0502040204020203" pitchFamily="34" charset="0"/>
              </a:rPr>
            </a:br>
            <a:endParaRPr lang="en-US" dirty="0">
              <a:solidFill>
                <a:srgbClr val="161616"/>
              </a:solidFill>
              <a:latin typeface="Segoe UI" panose="020B0502040204020203" pitchFamily="34" charset="0"/>
            </a:endParaRPr>
          </a:p>
          <a:p>
            <a:pPr marL="0" indent="0">
              <a:buNone/>
            </a:pPr>
            <a:r>
              <a:rPr lang="en-US" dirty="0">
                <a:solidFill>
                  <a:srgbClr val="161616"/>
                </a:solidFill>
                <a:latin typeface="Segoe UI" panose="020B0502040204020203" pitchFamily="34" charset="0"/>
              </a:rPr>
              <a:t>With runtime parameters you can:</a:t>
            </a:r>
            <a:br>
              <a:rPr lang="en-US" dirty="0">
                <a:solidFill>
                  <a:srgbClr val="161616"/>
                </a:solidFill>
                <a:latin typeface="Segoe UI" panose="020B0502040204020203" pitchFamily="34" charset="0"/>
              </a:rPr>
            </a:br>
            <a:endParaRPr lang="en-US" dirty="0">
              <a:solidFill>
                <a:srgbClr val="161616"/>
              </a:solidFill>
              <a:latin typeface="Segoe UI" panose="020B0502040204020203" pitchFamily="34" charset="0"/>
            </a:endParaRPr>
          </a:p>
          <a:p>
            <a:pPr lvl="2">
              <a:buFont typeface="Arial" panose="020B0604020202020204" pitchFamily="34" charset="0"/>
              <a:buChar char="•"/>
            </a:pPr>
            <a:r>
              <a:rPr lang="en-US" dirty="0">
                <a:solidFill>
                  <a:srgbClr val="161616"/>
                </a:solidFill>
                <a:latin typeface="Segoe UI" panose="020B0502040204020203" pitchFamily="34" charset="0"/>
              </a:rPr>
              <a:t>Supply different values to scripts and tasks at runtime</a:t>
            </a:r>
          </a:p>
          <a:p>
            <a:pPr lvl="2">
              <a:buFont typeface="Arial" panose="020B0604020202020204" pitchFamily="34" charset="0"/>
              <a:buChar char="•"/>
            </a:pPr>
            <a:r>
              <a:rPr lang="en-US" dirty="0">
                <a:solidFill>
                  <a:srgbClr val="161616"/>
                </a:solidFill>
                <a:latin typeface="Segoe UI" panose="020B0502040204020203" pitchFamily="34" charset="0"/>
              </a:rPr>
              <a:t>Control parameter types, allowed ranges, and defaults</a:t>
            </a:r>
          </a:p>
          <a:p>
            <a:pPr lvl="2">
              <a:buFont typeface="Arial" panose="020B0604020202020204" pitchFamily="34" charset="0"/>
              <a:buChar char="•"/>
            </a:pPr>
            <a:endParaRPr lang="en-US" dirty="0">
              <a:solidFill>
                <a:srgbClr val="161616"/>
              </a:solidFill>
              <a:latin typeface="Segoe UI" panose="020B0502040204020203" pitchFamily="34" charset="0"/>
            </a:endParaRPr>
          </a:p>
          <a:p>
            <a:pPr lvl="2">
              <a:buFont typeface="Arial" panose="020B0604020202020204" pitchFamily="34" charset="0"/>
              <a:buChar char="•"/>
            </a:pPr>
            <a:r>
              <a:rPr lang="en-US" dirty="0">
                <a:solidFill>
                  <a:srgbClr val="161616"/>
                </a:solidFill>
                <a:latin typeface="Segoe UI" panose="020B0502040204020203" pitchFamily="34" charset="0"/>
              </a:rPr>
              <a:t>Dynamically select jobs and stages with template expressions</a:t>
            </a:r>
          </a:p>
          <a:p>
            <a:pPr lvl="2">
              <a:buFont typeface="Arial" panose="020B0604020202020204" pitchFamily="34" charset="0"/>
              <a:buChar char="•"/>
            </a:pPr>
            <a:r>
              <a:rPr lang="en-US" dirty="0">
                <a:solidFill>
                  <a:srgbClr val="161616"/>
                </a:solidFill>
                <a:latin typeface="Segoe UI" panose="020B0502040204020203" pitchFamily="34" charset="0"/>
              </a:rPr>
              <a:t>You can specify parameters in templates and in the pipeline. Parameters have data types such as number and string, and they can be restricted to a subset of values. The parameters section in a YAML defines what parameters are available.</a:t>
            </a:r>
          </a:p>
          <a:p>
            <a:pPr marL="180000" lvl="2" indent="0">
              <a:buNone/>
            </a:pPr>
            <a:endParaRPr lang="en-US" dirty="0">
              <a:solidFill>
                <a:srgbClr val="161616"/>
              </a:solidFill>
              <a:latin typeface="Segoe UI" panose="020B0502040204020203" pitchFamily="34" charset="0"/>
            </a:endParaRPr>
          </a:p>
          <a:p>
            <a:pPr marL="180000" lvl="2" indent="0">
              <a:buNone/>
            </a:pPr>
            <a:r>
              <a:rPr lang="en-US" dirty="0">
                <a:solidFill>
                  <a:srgbClr val="161616"/>
                </a:solidFill>
                <a:latin typeface="Segoe UI" panose="020B0502040204020203" pitchFamily="34" charset="0"/>
              </a:rPr>
              <a:t>Parameters are only available at template parsing time. Parameters are expanded just before the pipeline runs so that values surrounded by </a:t>
            </a:r>
            <a:r>
              <a:rPr lang="en-US" b="1" dirty="0">
                <a:solidFill>
                  <a:srgbClr val="161616"/>
                </a:solidFill>
                <a:latin typeface="Segoe UI" panose="020B0502040204020203" pitchFamily="34" charset="0"/>
              </a:rPr>
              <a:t>${{ }} </a:t>
            </a:r>
            <a:r>
              <a:rPr lang="en-US" dirty="0">
                <a:solidFill>
                  <a:srgbClr val="161616"/>
                </a:solidFill>
                <a:latin typeface="Segoe UI" panose="020B0502040204020203" pitchFamily="34" charset="0"/>
              </a:rPr>
              <a:t>are replaced with parameter values. Use variables if you need your values to be more widely available during your pipeline run.</a:t>
            </a:r>
          </a:p>
          <a:p>
            <a:endParaRPr lang="en-US" dirty="0"/>
          </a:p>
        </p:txBody>
      </p:sp>
    </p:spTree>
    <p:extLst>
      <p:ext uri="{BB962C8B-B14F-4D97-AF65-F5344CB8AC3E}">
        <p14:creationId xmlns:p14="http://schemas.microsoft.com/office/powerpoint/2010/main" val="1147805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D6D458-FEE5-1745-84A1-0F9ED731A8FD}"/>
              </a:ext>
            </a:extLst>
          </p:cNvPr>
          <p:cNvSpPr>
            <a:spLocks noGrp="1"/>
          </p:cNvSpPr>
          <p:nvPr>
            <p:ph type="sldNum" sz="quarter" idx="11"/>
          </p:nvPr>
        </p:nvSpPr>
        <p:spPr/>
        <p:txBody>
          <a:bodyPr/>
          <a:lstStyle/>
          <a:p>
            <a:fld id="{DDD2A080-DA64-4F5C-9131-47EB793B4410}" type="slidenum">
              <a:rPr lang="en-GB" noProof="0" smtClean="0"/>
              <a:pPr/>
              <a:t>12</a:t>
            </a:fld>
            <a:endParaRPr lang="en-GB" noProof="0" dirty="0"/>
          </a:p>
        </p:txBody>
      </p:sp>
      <p:sp>
        <p:nvSpPr>
          <p:cNvPr id="3" name="Title 2">
            <a:extLst>
              <a:ext uri="{FF2B5EF4-FFF2-40B4-BE49-F238E27FC236}">
                <a16:creationId xmlns:a16="http://schemas.microsoft.com/office/drawing/2014/main" id="{C8E597A3-71C0-73B9-E42C-67C2036EA3FB}"/>
              </a:ext>
            </a:extLst>
          </p:cNvPr>
          <p:cNvSpPr>
            <a:spLocks noGrp="1"/>
          </p:cNvSpPr>
          <p:nvPr>
            <p:ph type="title"/>
          </p:nvPr>
        </p:nvSpPr>
        <p:spPr>
          <a:xfrm>
            <a:off x="659008" y="325235"/>
            <a:ext cx="10875600" cy="516013"/>
          </a:xfrm>
        </p:spPr>
        <p:txBody>
          <a:bodyPr/>
          <a:lstStyle/>
          <a:p>
            <a:r>
              <a:rPr lang="en-US" dirty="0"/>
              <a:t>Parameters different types</a:t>
            </a:r>
          </a:p>
        </p:txBody>
      </p:sp>
      <p:sp>
        <p:nvSpPr>
          <p:cNvPr id="4" name="Text Placeholder 3">
            <a:extLst>
              <a:ext uri="{FF2B5EF4-FFF2-40B4-BE49-F238E27FC236}">
                <a16:creationId xmlns:a16="http://schemas.microsoft.com/office/drawing/2014/main" id="{6197C453-5463-0941-D6C4-E6E16FD7E01C}"/>
              </a:ext>
            </a:extLst>
          </p:cNvPr>
          <p:cNvSpPr>
            <a:spLocks noGrp="1"/>
          </p:cNvSpPr>
          <p:nvPr>
            <p:ph type="body" sz="quarter" idx="13"/>
          </p:nvPr>
        </p:nvSpPr>
        <p:spPr>
          <a:xfrm>
            <a:off x="658200" y="1138910"/>
            <a:ext cx="10875600" cy="5058000"/>
          </a:xfrm>
        </p:spPr>
        <p:txBody>
          <a:bodyPr/>
          <a:lstStyle/>
          <a:p>
            <a:pPr marL="0" indent="0">
              <a:buNone/>
            </a:pPr>
            <a:r>
              <a:rPr lang="en-US" sz="1600" b="0" dirty="0">
                <a:solidFill>
                  <a:srgbClr val="569CD6"/>
                </a:solidFill>
                <a:effectLst/>
                <a:latin typeface="CaskaydiaCove Nerd Font" panose="020B0509020204030204" pitchFamily="49" charset="0"/>
              </a:rPr>
              <a:t>parameters</a:t>
            </a:r>
            <a:r>
              <a:rPr lang="en-US" sz="1600" b="0" dirty="0">
                <a:solidFill>
                  <a:srgbClr val="CCCCCC"/>
                </a:solidFill>
                <a:effectLst/>
                <a:latin typeface="CaskaydiaCove Nerd Font" panose="020B0509020204030204" pitchFamily="49" charset="0"/>
              </a:rPr>
              <a:t>:</a:t>
            </a:r>
          </a:p>
          <a:p>
            <a:pPr marL="0" indent="0">
              <a:buNone/>
            </a:pPr>
            <a:r>
              <a:rPr lang="en-US" sz="1600" b="0" dirty="0">
                <a:solidFill>
                  <a:srgbClr val="CCCCCC"/>
                </a:solidFill>
                <a:effectLst/>
                <a:latin typeface="CaskaydiaCove Nerd Font" panose="020B0509020204030204" pitchFamily="49" charset="0"/>
              </a:rPr>
              <a:t>- </a:t>
            </a:r>
            <a:r>
              <a:rPr lang="en-US" sz="1600" b="0" dirty="0">
                <a:solidFill>
                  <a:srgbClr val="569CD6"/>
                </a:solidFill>
                <a:effectLst/>
                <a:latin typeface="CaskaydiaCove Nerd Font" panose="020B0509020204030204" pitchFamily="49" charset="0"/>
              </a:rPr>
              <a:t>name</a:t>
            </a:r>
            <a:r>
              <a:rPr lang="en-US" sz="1600" b="0" dirty="0">
                <a:solidFill>
                  <a:srgbClr val="CCCCCC"/>
                </a:solidFill>
                <a:effectLst/>
                <a:latin typeface="CaskaydiaCove Nerd Font" panose="020B0509020204030204" pitchFamily="49" charset="0"/>
              </a:rPr>
              <a:t>: </a:t>
            </a:r>
            <a:r>
              <a:rPr lang="en-US" sz="1600" b="0" dirty="0" err="1">
                <a:solidFill>
                  <a:srgbClr val="CE9178"/>
                </a:solidFill>
                <a:effectLst/>
                <a:latin typeface="CaskaydiaCove Nerd Font" panose="020B0509020204030204" pitchFamily="49" charset="0"/>
              </a:rPr>
              <a:t>myString</a:t>
            </a:r>
            <a:r>
              <a:rPr lang="en-US" sz="1600" b="0" dirty="0">
                <a:solidFill>
                  <a:srgbClr val="CCCCCC"/>
                </a:solidFill>
                <a:effectLst/>
                <a:latin typeface="CaskaydiaCove Nerd Font" panose="020B0509020204030204" pitchFamily="49" charset="0"/>
              </a:rPr>
              <a:t>  </a:t>
            </a:r>
            <a:r>
              <a:rPr lang="en-US" sz="1600" b="0" dirty="0">
                <a:solidFill>
                  <a:srgbClr val="6A9955"/>
                </a:solidFill>
                <a:effectLst/>
                <a:latin typeface="CaskaydiaCove Nerd Font" panose="020B0509020204030204" pitchFamily="49" charset="0"/>
              </a:rPr>
              <a:t># Define a parameter named '</a:t>
            </a:r>
            <a:r>
              <a:rPr lang="en-US" sz="1600" b="0" dirty="0" err="1">
                <a:solidFill>
                  <a:srgbClr val="6A9955"/>
                </a:solidFill>
                <a:effectLst/>
                <a:latin typeface="CaskaydiaCove Nerd Font" panose="020B0509020204030204" pitchFamily="49" charset="0"/>
              </a:rPr>
              <a:t>myString</a:t>
            </a:r>
            <a:r>
              <a:rPr lang="en-US" sz="1600" b="0" dirty="0">
                <a:solidFill>
                  <a:srgbClr val="6A9955"/>
                </a:solidFill>
                <a:effectLst/>
                <a:latin typeface="CaskaydiaCove Nerd Font" panose="020B0509020204030204" pitchFamily="49" charset="0"/>
              </a:rPr>
              <a:t>’</a:t>
            </a:r>
            <a:endParaRPr lang="en-US" sz="1600" b="0" dirty="0">
              <a:solidFill>
                <a:srgbClr val="CCCCCC"/>
              </a:solidFill>
              <a:effectLst/>
              <a:latin typeface="CaskaydiaCove Nerd Font" panose="020B0509020204030204" pitchFamily="49" charset="0"/>
            </a:endParaRPr>
          </a:p>
          <a:p>
            <a:pPr marL="0" indent="0">
              <a:buNone/>
            </a:pPr>
            <a:r>
              <a:rPr lang="en-US" sz="1600" dirty="0">
                <a:solidFill>
                  <a:srgbClr val="CCCCCC"/>
                </a:solidFill>
                <a:latin typeface="CaskaydiaCove Nerd Font" panose="020B0509020204030204" pitchFamily="49" charset="0"/>
              </a:rPr>
              <a:t>  </a:t>
            </a:r>
            <a:r>
              <a:rPr lang="en-US" sz="1600" b="0" dirty="0">
                <a:solidFill>
                  <a:srgbClr val="569CD6"/>
                </a:solidFill>
                <a:effectLst/>
                <a:latin typeface="CaskaydiaCove Nerd Font" panose="020B0509020204030204" pitchFamily="49" charset="0"/>
              </a:rPr>
              <a:t>type</a:t>
            </a:r>
            <a:r>
              <a:rPr lang="en-US" sz="1600" b="0" dirty="0">
                <a:solidFill>
                  <a:srgbClr val="CCCCCC"/>
                </a:solidFill>
                <a:effectLst/>
                <a:latin typeface="CaskaydiaCove Nerd Font" panose="020B0509020204030204" pitchFamily="49" charset="0"/>
              </a:rPr>
              <a:t>: </a:t>
            </a:r>
            <a:r>
              <a:rPr lang="en-US" sz="1600" b="0" dirty="0">
                <a:solidFill>
                  <a:srgbClr val="CE9178"/>
                </a:solidFill>
                <a:effectLst/>
                <a:latin typeface="CaskaydiaCove Nerd Font" panose="020B0509020204030204" pitchFamily="49" charset="0"/>
              </a:rPr>
              <a:t>string</a:t>
            </a:r>
            <a:r>
              <a:rPr lang="en-US" sz="1600" b="0" dirty="0">
                <a:solidFill>
                  <a:srgbClr val="CCCCCC"/>
                </a:solidFill>
                <a:effectLst/>
                <a:latin typeface="CaskaydiaCove Nerd Font" panose="020B0509020204030204" pitchFamily="49" charset="0"/>
              </a:rPr>
              <a:t>  </a:t>
            </a:r>
            <a:r>
              <a:rPr lang="en-US" sz="1600" b="0" dirty="0">
                <a:solidFill>
                  <a:srgbClr val="6A9955"/>
                </a:solidFill>
                <a:effectLst/>
                <a:latin typeface="CaskaydiaCove Nerd Font" panose="020B0509020204030204" pitchFamily="49" charset="0"/>
              </a:rPr>
              <a:t># The parameter type is string</a:t>
            </a:r>
            <a:endParaRPr lang="en-US" sz="1600" b="0" dirty="0">
              <a:solidFill>
                <a:srgbClr val="CCCCCC"/>
              </a:solidFill>
              <a:effectLst/>
              <a:latin typeface="CaskaydiaCove Nerd Font" panose="020B0509020204030204" pitchFamily="49" charset="0"/>
            </a:endParaRPr>
          </a:p>
          <a:p>
            <a:pPr marL="0" indent="0">
              <a:buNone/>
            </a:pPr>
            <a:r>
              <a:rPr lang="en-US" sz="1600" dirty="0">
                <a:solidFill>
                  <a:srgbClr val="CCCCCC"/>
                </a:solidFill>
                <a:latin typeface="CaskaydiaCove Nerd Font" panose="020B0509020204030204" pitchFamily="49" charset="0"/>
              </a:rPr>
              <a:t>  </a:t>
            </a:r>
            <a:r>
              <a:rPr lang="en-US" sz="1600" b="0" dirty="0">
                <a:solidFill>
                  <a:srgbClr val="569CD6"/>
                </a:solidFill>
                <a:effectLst/>
                <a:latin typeface="CaskaydiaCove Nerd Font" panose="020B0509020204030204" pitchFamily="49" charset="0"/>
              </a:rPr>
              <a:t>default</a:t>
            </a:r>
            <a:r>
              <a:rPr lang="en-US" sz="1600" b="0" dirty="0">
                <a:solidFill>
                  <a:srgbClr val="CCCCCC"/>
                </a:solidFill>
                <a:effectLst/>
                <a:latin typeface="CaskaydiaCove Nerd Font" panose="020B0509020204030204" pitchFamily="49" charset="0"/>
              </a:rPr>
              <a:t>: </a:t>
            </a:r>
            <a:r>
              <a:rPr lang="en-US" sz="1600" b="0" dirty="0">
                <a:solidFill>
                  <a:srgbClr val="CE9178"/>
                </a:solidFill>
                <a:effectLst/>
                <a:latin typeface="CaskaydiaCove Nerd Font" panose="020B0509020204030204" pitchFamily="49" charset="0"/>
              </a:rPr>
              <a:t>a string</a:t>
            </a:r>
            <a:r>
              <a:rPr lang="en-US" sz="1600" b="0" dirty="0">
                <a:solidFill>
                  <a:srgbClr val="CCCCCC"/>
                </a:solidFill>
                <a:effectLst/>
                <a:latin typeface="CaskaydiaCove Nerd Font" panose="020B0509020204030204" pitchFamily="49" charset="0"/>
              </a:rPr>
              <a:t>  </a:t>
            </a:r>
            <a:r>
              <a:rPr lang="en-US" sz="1600" b="0" dirty="0">
                <a:solidFill>
                  <a:srgbClr val="6A9955"/>
                </a:solidFill>
                <a:effectLst/>
                <a:latin typeface="CaskaydiaCove Nerd Font" panose="020B0509020204030204" pitchFamily="49" charset="0"/>
              </a:rPr>
              <a:t># Default value is 'a string'</a:t>
            </a:r>
            <a:endParaRPr lang="en-US" sz="1600" b="0" dirty="0">
              <a:solidFill>
                <a:srgbClr val="CCCCCC"/>
              </a:solidFill>
              <a:effectLst/>
              <a:latin typeface="CaskaydiaCove Nerd Font" panose="020B0509020204030204" pitchFamily="49" charset="0"/>
            </a:endParaRPr>
          </a:p>
          <a:p>
            <a:pPr marL="0" indent="0">
              <a:buNone/>
            </a:pPr>
            <a:br>
              <a:rPr lang="en-US" sz="1600" b="0" dirty="0">
                <a:solidFill>
                  <a:srgbClr val="CCCCCC"/>
                </a:solidFill>
                <a:effectLst/>
                <a:latin typeface="CaskaydiaCove Nerd Font" panose="020B0509020204030204" pitchFamily="49" charset="0"/>
              </a:rPr>
            </a:br>
            <a:r>
              <a:rPr lang="en-US" sz="1600" b="0" dirty="0">
                <a:solidFill>
                  <a:srgbClr val="CCCCCC"/>
                </a:solidFill>
                <a:effectLst/>
                <a:latin typeface="CaskaydiaCove Nerd Font" panose="020B0509020204030204" pitchFamily="49" charset="0"/>
              </a:rPr>
              <a:t>- </a:t>
            </a:r>
            <a:r>
              <a:rPr lang="en-US" sz="1600" b="0" dirty="0">
                <a:solidFill>
                  <a:srgbClr val="569CD6"/>
                </a:solidFill>
                <a:effectLst/>
                <a:latin typeface="CaskaydiaCove Nerd Font" panose="020B0509020204030204" pitchFamily="49" charset="0"/>
              </a:rPr>
              <a:t>name</a:t>
            </a:r>
            <a:r>
              <a:rPr lang="en-US" sz="1600" b="0" dirty="0">
                <a:solidFill>
                  <a:srgbClr val="CCCCCC"/>
                </a:solidFill>
                <a:effectLst/>
                <a:latin typeface="CaskaydiaCove Nerd Font" panose="020B0509020204030204" pitchFamily="49" charset="0"/>
              </a:rPr>
              <a:t>: </a:t>
            </a:r>
            <a:r>
              <a:rPr lang="en-US" sz="1600" b="0" dirty="0" err="1">
                <a:solidFill>
                  <a:srgbClr val="CE9178"/>
                </a:solidFill>
                <a:effectLst/>
                <a:latin typeface="CaskaydiaCove Nerd Font" panose="020B0509020204030204" pitchFamily="49" charset="0"/>
              </a:rPr>
              <a:t>myMultiString</a:t>
            </a:r>
            <a:r>
              <a:rPr lang="en-US" sz="1600" b="0" dirty="0">
                <a:solidFill>
                  <a:srgbClr val="CCCCCC"/>
                </a:solidFill>
                <a:effectLst/>
                <a:latin typeface="CaskaydiaCove Nerd Font" panose="020B0509020204030204" pitchFamily="49" charset="0"/>
              </a:rPr>
              <a:t>  </a:t>
            </a:r>
            <a:r>
              <a:rPr lang="en-US" sz="1600" b="0" dirty="0">
                <a:solidFill>
                  <a:srgbClr val="6A9955"/>
                </a:solidFill>
                <a:effectLst/>
                <a:latin typeface="CaskaydiaCove Nerd Font" panose="020B0509020204030204" pitchFamily="49" charset="0"/>
              </a:rPr>
              <a:t># Define a parameter named '</a:t>
            </a:r>
            <a:r>
              <a:rPr lang="en-US" sz="1600" b="0" dirty="0" err="1">
                <a:solidFill>
                  <a:srgbClr val="6A9955"/>
                </a:solidFill>
                <a:effectLst/>
                <a:latin typeface="CaskaydiaCove Nerd Font" panose="020B0509020204030204" pitchFamily="49" charset="0"/>
              </a:rPr>
              <a:t>myMultiString</a:t>
            </a:r>
            <a:r>
              <a:rPr lang="en-US" sz="1600" b="0" dirty="0">
                <a:solidFill>
                  <a:srgbClr val="6A9955"/>
                </a:solidFill>
                <a:effectLst/>
                <a:latin typeface="CaskaydiaCove Nerd Font" panose="020B0509020204030204" pitchFamily="49" charset="0"/>
              </a:rPr>
              <a:t>’</a:t>
            </a:r>
            <a:endParaRPr lang="en-US" sz="1600" b="0" dirty="0">
              <a:solidFill>
                <a:srgbClr val="CCCCCC"/>
              </a:solidFill>
              <a:effectLst/>
              <a:latin typeface="CaskaydiaCove Nerd Font" panose="020B0509020204030204" pitchFamily="49" charset="0"/>
            </a:endParaRPr>
          </a:p>
          <a:p>
            <a:pPr marL="0" indent="0">
              <a:buNone/>
            </a:pPr>
            <a:r>
              <a:rPr lang="en-US" sz="1600" dirty="0">
                <a:solidFill>
                  <a:srgbClr val="CCCCCC"/>
                </a:solidFill>
                <a:latin typeface="CaskaydiaCove Nerd Font" panose="020B0509020204030204" pitchFamily="49" charset="0"/>
              </a:rPr>
              <a:t>  </a:t>
            </a:r>
            <a:r>
              <a:rPr lang="en-US" sz="1600" b="0" dirty="0">
                <a:solidFill>
                  <a:srgbClr val="569CD6"/>
                </a:solidFill>
                <a:effectLst/>
                <a:latin typeface="CaskaydiaCove Nerd Font" panose="020B0509020204030204" pitchFamily="49" charset="0"/>
              </a:rPr>
              <a:t>type</a:t>
            </a:r>
            <a:r>
              <a:rPr lang="en-US" sz="1600" b="0" dirty="0">
                <a:solidFill>
                  <a:srgbClr val="CCCCCC"/>
                </a:solidFill>
                <a:effectLst/>
                <a:latin typeface="CaskaydiaCove Nerd Font" panose="020B0509020204030204" pitchFamily="49" charset="0"/>
              </a:rPr>
              <a:t>: </a:t>
            </a:r>
            <a:r>
              <a:rPr lang="en-US" sz="1600" b="0" dirty="0">
                <a:solidFill>
                  <a:srgbClr val="CE9178"/>
                </a:solidFill>
                <a:effectLst/>
                <a:latin typeface="CaskaydiaCove Nerd Font" panose="020B0509020204030204" pitchFamily="49" charset="0"/>
              </a:rPr>
              <a:t>string</a:t>
            </a:r>
            <a:r>
              <a:rPr lang="en-US" sz="1600" b="0" dirty="0">
                <a:solidFill>
                  <a:srgbClr val="CCCCCC"/>
                </a:solidFill>
                <a:effectLst/>
                <a:latin typeface="CaskaydiaCove Nerd Font" panose="020B0509020204030204" pitchFamily="49" charset="0"/>
              </a:rPr>
              <a:t>  </a:t>
            </a:r>
            <a:r>
              <a:rPr lang="en-US" sz="1600" b="0" dirty="0">
                <a:solidFill>
                  <a:srgbClr val="6A9955"/>
                </a:solidFill>
                <a:effectLst/>
                <a:latin typeface="CaskaydiaCove Nerd Font" panose="020B0509020204030204" pitchFamily="49" charset="0"/>
              </a:rPr>
              <a:t># The parameter type is string</a:t>
            </a:r>
            <a:endParaRPr lang="en-US" sz="1600" b="0" dirty="0">
              <a:solidFill>
                <a:srgbClr val="CCCCCC"/>
              </a:solidFill>
              <a:effectLst/>
              <a:latin typeface="CaskaydiaCove Nerd Font" panose="020B0509020204030204" pitchFamily="49" charset="0"/>
            </a:endParaRPr>
          </a:p>
          <a:p>
            <a:pPr marL="0" indent="0">
              <a:buNone/>
            </a:pPr>
            <a:r>
              <a:rPr lang="en-US" sz="1600" dirty="0">
                <a:solidFill>
                  <a:srgbClr val="CCCCCC"/>
                </a:solidFill>
                <a:latin typeface="CaskaydiaCove Nerd Font" panose="020B0509020204030204" pitchFamily="49" charset="0"/>
              </a:rPr>
              <a:t>  </a:t>
            </a:r>
            <a:r>
              <a:rPr lang="en-US" sz="1600" b="0" dirty="0">
                <a:solidFill>
                  <a:srgbClr val="569CD6"/>
                </a:solidFill>
                <a:effectLst/>
                <a:latin typeface="CaskaydiaCove Nerd Font" panose="020B0509020204030204" pitchFamily="49" charset="0"/>
              </a:rPr>
              <a:t>default</a:t>
            </a:r>
            <a:r>
              <a:rPr lang="en-US" sz="1600" b="0" dirty="0">
                <a:solidFill>
                  <a:srgbClr val="CCCCCC"/>
                </a:solidFill>
                <a:effectLst/>
                <a:latin typeface="CaskaydiaCove Nerd Font" panose="020B0509020204030204" pitchFamily="49" charset="0"/>
              </a:rPr>
              <a:t>: </a:t>
            </a:r>
            <a:r>
              <a:rPr lang="en-US" sz="1600" b="0" dirty="0">
                <a:solidFill>
                  <a:srgbClr val="CE9178"/>
                </a:solidFill>
                <a:effectLst/>
                <a:latin typeface="CaskaydiaCove Nerd Font" panose="020B0509020204030204" pitchFamily="49" charset="0"/>
              </a:rPr>
              <a:t>default</a:t>
            </a:r>
            <a:r>
              <a:rPr lang="en-US" sz="1600" b="0" dirty="0">
                <a:solidFill>
                  <a:srgbClr val="CCCCCC"/>
                </a:solidFill>
                <a:effectLst/>
                <a:latin typeface="CaskaydiaCove Nerd Font" panose="020B0509020204030204" pitchFamily="49" charset="0"/>
              </a:rPr>
              <a:t>  </a:t>
            </a:r>
            <a:r>
              <a:rPr lang="en-US" sz="1600" b="0" dirty="0">
                <a:solidFill>
                  <a:srgbClr val="6A9955"/>
                </a:solidFill>
                <a:effectLst/>
                <a:latin typeface="CaskaydiaCove Nerd Font" panose="020B0509020204030204" pitchFamily="49" charset="0"/>
              </a:rPr>
              <a:t># Default value is 'default’</a:t>
            </a:r>
            <a:endParaRPr lang="en-US" sz="1600" b="0" dirty="0">
              <a:solidFill>
                <a:srgbClr val="CCCCCC"/>
              </a:solidFill>
              <a:effectLst/>
              <a:latin typeface="CaskaydiaCove Nerd Font" panose="020B0509020204030204" pitchFamily="49" charset="0"/>
            </a:endParaRPr>
          </a:p>
          <a:p>
            <a:pPr marL="0" indent="0">
              <a:buNone/>
            </a:pPr>
            <a:r>
              <a:rPr lang="en-US" sz="1600" dirty="0">
                <a:solidFill>
                  <a:srgbClr val="CCCCCC"/>
                </a:solidFill>
                <a:latin typeface="CaskaydiaCove Nerd Font" panose="020B0509020204030204" pitchFamily="49" charset="0"/>
              </a:rPr>
              <a:t>  </a:t>
            </a:r>
            <a:r>
              <a:rPr lang="en-US" sz="1600" b="0" dirty="0">
                <a:solidFill>
                  <a:srgbClr val="569CD6"/>
                </a:solidFill>
                <a:effectLst/>
                <a:latin typeface="CaskaydiaCove Nerd Font" panose="020B0509020204030204" pitchFamily="49" charset="0"/>
              </a:rPr>
              <a:t>values</a:t>
            </a:r>
            <a:r>
              <a:rPr lang="en-US" sz="1600" b="0" dirty="0">
                <a:solidFill>
                  <a:srgbClr val="CCCCCC"/>
                </a:solidFill>
                <a:effectLst/>
                <a:latin typeface="CaskaydiaCove Nerd Font" panose="020B0509020204030204" pitchFamily="49" charset="0"/>
              </a:rPr>
              <a:t>:  </a:t>
            </a:r>
            <a:r>
              <a:rPr lang="en-US" sz="1600" b="0" dirty="0">
                <a:solidFill>
                  <a:srgbClr val="6A9955"/>
                </a:solidFill>
                <a:effectLst/>
                <a:latin typeface="CaskaydiaCove Nerd Font" panose="020B0509020204030204" pitchFamily="49" charset="0"/>
              </a:rPr>
              <a:t># Allowed values for '</a:t>
            </a:r>
            <a:r>
              <a:rPr lang="en-US" sz="1600" b="0" dirty="0" err="1">
                <a:solidFill>
                  <a:srgbClr val="6A9955"/>
                </a:solidFill>
                <a:effectLst/>
                <a:latin typeface="CaskaydiaCove Nerd Font" panose="020B0509020204030204" pitchFamily="49" charset="0"/>
              </a:rPr>
              <a:t>myMultiString</a:t>
            </a:r>
            <a:r>
              <a:rPr lang="en-US" sz="1600" b="0" dirty="0">
                <a:solidFill>
                  <a:srgbClr val="6A9955"/>
                </a:solidFill>
                <a:effectLst/>
                <a:latin typeface="CaskaydiaCove Nerd Font" panose="020B0509020204030204" pitchFamily="49" charset="0"/>
              </a:rPr>
              <a:t>’</a:t>
            </a:r>
            <a:endParaRPr lang="en-US" sz="1600" b="0" dirty="0">
              <a:solidFill>
                <a:srgbClr val="CCCCCC"/>
              </a:solidFill>
              <a:effectLst/>
              <a:latin typeface="CaskaydiaCove Nerd Font" panose="020B0509020204030204" pitchFamily="49" charset="0"/>
            </a:endParaRPr>
          </a:p>
          <a:p>
            <a:pPr marL="0" indent="0">
              <a:buNone/>
            </a:pPr>
            <a:r>
              <a:rPr lang="en-US" sz="1600" dirty="0">
                <a:solidFill>
                  <a:srgbClr val="CCCCCC"/>
                </a:solidFill>
                <a:latin typeface="CaskaydiaCove Nerd Font" panose="020B0509020204030204" pitchFamily="49" charset="0"/>
              </a:rPr>
              <a:t>  </a:t>
            </a:r>
            <a:r>
              <a:rPr lang="en-US" sz="1600" b="0" dirty="0">
                <a:solidFill>
                  <a:srgbClr val="CCCCCC"/>
                </a:solidFill>
                <a:effectLst/>
                <a:latin typeface="CaskaydiaCove Nerd Font" panose="020B0509020204030204" pitchFamily="49" charset="0"/>
              </a:rPr>
              <a:t>- </a:t>
            </a:r>
            <a:r>
              <a:rPr lang="en-US" sz="1600" b="0" dirty="0">
                <a:solidFill>
                  <a:srgbClr val="CE9178"/>
                </a:solidFill>
                <a:effectLst/>
                <a:latin typeface="CaskaydiaCove Nerd Font" panose="020B0509020204030204" pitchFamily="49" charset="0"/>
              </a:rPr>
              <a:t>default</a:t>
            </a:r>
            <a:r>
              <a:rPr lang="en-US" sz="1600" b="0" dirty="0">
                <a:solidFill>
                  <a:srgbClr val="CCCCCC"/>
                </a:solidFill>
                <a:effectLst/>
                <a:latin typeface="CaskaydiaCove Nerd Font" panose="020B0509020204030204" pitchFamily="49" charset="0"/>
              </a:rPr>
              <a:t>  </a:t>
            </a:r>
          </a:p>
          <a:p>
            <a:pPr marL="0" indent="0">
              <a:buNone/>
            </a:pPr>
            <a:r>
              <a:rPr lang="en-US" sz="1600" dirty="0">
                <a:solidFill>
                  <a:srgbClr val="CCCCCC"/>
                </a:solidFill>
                <a:latin typeface="CaskaydiaCove Nerd Font" panose="020B0509020204030204" pitchFamily="49" charset="0"/>
              </a:rPr>
              <a:t>  </a:t>
            </a:r>
            <a:r>
              <a:rPr lang="en-US" sz="1600" b="0" dirty="0">
                <a:solidFill>
                  <a:srgbClr val="CCCCCC"/>
                </a:solidFill>
                <a:effectLst/>
                <a:latin typeface="CaskaydiaCove Nerd Font" panose="020B0509020204030204" pitchFamily="49" charset="0"/>
              </a:rPr>
              <a:t>- </a:t>
            </a:r>
            <a:r>
              <a:rPr lang="en-US" sz="1600" b="0" dirty="0">
                <a:solidFill>
                  <a:srgbClr val="CE9178"/>
                </a:solidFill>
                <a:effectLst/>
                <a:latin typeface="CaskaydiaCove Nerd Font" panose="020B0509020204030204" pitchFamily="49" charset="0"/>
              </a:rPr>
              <a:t>ubuntu</a:t>
            </a:r>
            <a:r>
              <a:rPr lang="en-US" sz="1600" b="0" dirty="0">
                <a:solidFill>
                  <a:srgbClr val="CCCCCC"/>
                </a:solidFill>
                <a:effectLst/>
                <a:latin typeface="CaskaydiaCove Nerd Font" panose="020B0509020204030204" pitchFamily="49" charset="0"/>
              </a:rPr>
              <a:t>  </a:t>
            </a:r>
          </a:p>
          <a:p>
            <a:pPr marL="0" indent="0">
              <a:buNone/>
            </a:pPr>
            <a:endParaRPr lang="en-US" sz="1600" b="0" dirty="0">
              <a:solidFill>
                <a:srgbClr val="CCCCCC"/>
              </a:solidFill>
              <a:effectLst/>
              <a:latin typeface="CaskaydiaCove Nerd Font" panose="020B0509020204030204" pitchFamily="49" charset="0"/>
            </a:endParaRPr>
          </a:p>
          <a:p>
            <a:pPr marL="0" indent="0">
              <a:buNone/>
            </a:pPr>
            <a:r>
              <a:rPr lang="en-US" sz="1600" b="0" dirty="0">
                <a:solidFill>
                  <a:srgbClr val="CCCCCC"/>
                </a:solidFill>
                <a:effectLst/>
                <a:latin typeface="CaskaydiaCove Nerd Font" panose="020B0509020204030204" pitchFamily="49" charset="0"/>
              </a:rPr>
              <a:t>- </a:t>
            </a:r>
            <a:r>
              <a:rPr lang="en-US" sz="1600" b="0" dirty="0">
                <a:solidFill>
                  <a:srgbClr val="569CD6"/>
                </a:solidFill>
                <a:effectLst/>
                <a:latin typeface="CaskaydiaCove Nerd Font" panose="020B0509020204030204" pitchFamily="49" charset="0"/>
              </a:rPr>
              <a:t>name</a:t>
            </a:r>
            <a:r>
              <a:rPr lang="en-US" sz="1600" b="0" dirty="0">
                <a:solidFill>
                  <a:srgbClr val="CCCCCC"/>
                </a:solidFill>
                <a:effectLst/>
                <a:latin typeface="CaskaydiaCove Nerd Font" panose="020B0509020204030204" pitchFamily="49" charset="0"/>
              </a:rPr>
              <a:t>: </a:t>
            </a:r>
            <a:r>
              <a:rPr lang="en-US" sz="1600" b="0" dirty="0" err="1">
                <a:solidFill>
                  <a:srgbClr val="CE9178"/>
                </a:solidFill>
                <a:effectLst/>
                <a:latin typeface="CaskaydiaCove Nerd Font" panose="020B0509020204030204" pitchFamily="49" charset="0"/>
              </a:rPr>
              <a:t>myBoolean</a:t>
            </a:r>
            <a:r>
              <a:rPr lang="en-US" sz="1600" b="0" dirty="0">
                <a:solidFill>
                  <a:srgbClr val="CCCCCC"/>
                </a:solidFill>
                <a:effectLst/>
                <a:latin typeface="CaskaydiaCove Nerd Font" panose="020B0509020204030204" pitchFamily="49" charset="0"/>
              </a:rPr>
              <a:t>  </a:t>
            </a:r>
            <a:r>
              <a:rPr lang="en-US" sz="1600" b="0" dirty="0">
                <a:solidFill>
                  <a:srgbClr val="6A9955"/>
                </a:solidFill>
                <a:effectLst/>
                <a:latin typeface="CaskaydiaCove Nerd Font" panose="020B0509020204030204" pitchFamily="49" charset="0"/>
              </a:rPr>
              <a:t># Define a parameter named '</a:t>
            </a:r>
            <a:r>
              <a:rPr lang="en-US" sz="1600" b="0" dirty="0" err="1">
                <a:solidFill>
                  <a:srgbClr val="6A9955"/>
                </a:solidFill>
                <a:effectLst/>
                <a:latin typeface="CaskaydiaCove Nerd Font" panose="020B0509020204030204" pitchFamily="49" charset="0"/>
              </a:rPr>
              <a:t>myBoolean</a:t>
            </a:r>
            <a:r>
              <a:rPr lang="en-US" sz="1600" b="0" dirty="0">
                <a:solidFill>
                  <a:srgbClr val="6A9955"/>
                </a:solidFill>
                <a:effectLst/>
                <a:latin typeface="CaskaydiaCove Nerd Font" panose="020B0509020204030204" pitchFamily="49" charset="0"/>
              </a:rPr>
              <a:t>’</a:t>
            </a:r>
            <a:endParaRPr lang="en-US" sz="1600" b="0" dirty="0">
              <a:solidFill>
                <a:srgbClr val="CCCCCC"/>
              </a:solidFill>
              <a:effectLst/>
              <a:latin typeface="CaskaydiaCove Nerd Font" panose="020B0509020204030204" pitchFamily="49" charset="0"/>
            </a:endParaRPr>
          </a:p>
          <a:p>
            <a:pPr marL="0" indent="0">
              <a:buNone/>
            </a:pPr>
            <a:r>
              <a:rPr lang="en-US" sz="1600" dirty="0">
                <a:solidFill>
                  <a:srgbClr val="CCCCCC"/>
                </a:solidFill>
                <a:latin typeface="CaskaydiaCove Nerd Font" panose="020B0509020204030204" pitchFamily="49" charset="0"/>
              </a:rPr>
              <a:t>  </a:t>
            </a:r>
            <a:r>
              <a:rPr lang="en-US" sz="1600" b="0" dirty="0">
                <a:solidFill>
                  <a:srgbClr val="569CD6"/>
                </a:solidFill>
                <a:effectLst/>
                <a:latin typeface="CaskaydiaCove Nerd Font" panose="020B0509020204030204" pitchFamily="49" charset="0"/>
              </a:rPr>
              <a:t>type</a:t>
            </a:r>
            <a:r>
              <a:rPr lang="en-US" sz="1600" b="0" dirty="0">
                <a:solidFill>
                  <a:srgbClr val="CCCCCC"/>
                </a:solidFill>
                <a:effectLst/>
                <a:latin typeface="CaskaydiaCove Nerd Font" panose="020B0509020204030204" pitchFamily="49" charset="0"/>
              </a:rPr>
              <a:t>: </a:t>
            </a:r>
            <a:r>
              <a:rPr lang="en-US" sz="1600" b="0" dirty="0" err="1">
                <a:solidFill>
                  <a:srgbClr val="CE9178"/>
                </a:solidFill>
                <a:effectLst/>
                <a:latin typeface="CaskaydiaCove Nerd Font" panose="020B0509020204030204" pitchFamily="49" charset="0"/>
              </a:rPr>
              <a:t>boolean</a:t>
            </a:r>
            <a:r>
              <a:rPr lang="en-US" sz="1600" b="0" dirty="0">
                <a:solidFill>
                  <a:srgbClr val="CCCCCC"/>
                </a:solidFill>
                <a:effectLst/>
                <a:latin typeface="CaskaydiaCove Nerd Font" panose="020B0509020204030204" pitchFamily="49" charset="0"/>
              </a:rPr>
              <a:t>  </a:t>
            </a:r>
            <a:r>
              <a:rPr lang="en-US" sz="1600" b="0" dirty="0">
                <a:solidFill>
                  <a:srgbClr val="6A9955"/>
                </a:solidFill>
                <a:effectLst/>
                <a:latin typeface="CaskaydiaCove Nerd Font" panose="020B0509020204030204" pitchFamily="49" charset="0"/>
              </a:rPr>
              <a:t># The parameter type is </a:t>
            </a:r>
            <a:r>
              <a:rPr lang="en-US" sz="1600" b="0" dirty="0" err="1">
                <a:solidFill>
                  <a:srgbClr val="6A9955"/>
                </a:solidFill>
                <a:effectLst/>
                <a:latin typeface="CaskaydiaCove Nerd Font" panose="020B0509020204030204" pitchFamily="49" charset="0"/>
              </a:rPr>
              <a:t>boolean</a:t>
            </a:r>
            <a:endParaRPr lang="en-US" sz="1600" b="0" dirty="0">
              <a:solidFill>
                <a:srgbClr val="CCCCCC"/>
              </a:solidFill>
              <a:effectLst/>
              <a:latin typeface="CaskaydiaCove Nerd Font" panose="020B0509020204030204" pitchFamily="49" charset="0"/>
            </a:endParaRPr>
          </a:p>
          <a:p>
            <a:pPr marL="0" indent="0">
              <a:buNone/>
            </a:pPr>
            <a:r>
              <a:rPr lang="en-US" sz="1600" dirty="0">
                <a:solidFill>
                  <a:srgbClr val="CCCCCC"/>
                </a:solidFill>
                <a:latin typeface="CaskaydiaCove Nerd Font" panose="020B0509020204030204" pitchFamily="49" charset="0"/>
              </a:rPr>
              <a:t>  </a:t>
            </a:r>
            <a:r>
              <a:rPr lang="en-US" sz="1600" b="0" dirty="0">
                <a:solidFill>
                  <a:srgbClr val="569CD6"/>
                </a:solidFill>
                <a:effectLst/>
                <a:latin typeface="CaskaydiaCove Nerd Font" panose="020B0509020204030204" pitchFamily="49" charset="0"/>
              </a:rPr>
              <a:t>default</a:t>
            </a:r>
            <a:r>
              <a:rPr lang="en-US" sz="1600" b="0" dirty="0">
                <a:solidFill>
                  <a:srgbClr val="CCCCCC"/>
                </a:solidFill>
                <a:effectLst/>
                <a:latin typeface="CaskaydiaCove Nerd Font" panose="020B0509020204030204" pitchFamily="49" charset="0"/>
              </a:rPr>
              <a:t>: </a:t>
            </a:r>
            <a:r>
              <a:rPr lang="en-US" sz="1600" b="0" dirty="0">
                <a:solidFill>
                  <a:srgbClr val="569CD6"/>
                </a:solidFill>
                <a:effectLst/>
                <a:latin typeface="CaskaydiaCove Nerd Font" panose="020B0509020204030204" pitchFamily="49" charset="0"/>
              </a:rPr>
              <a:t>true</a:t>
            </a:r>
            <a:r>
              <a:rPr lang="en-US" sz="1600" b="0" dirty="0">
                <a:solidFill>
                  <a:srgbClr val="CCCCCC"/>
                </a:solidFill>
                <a:effectLst/>
                <a:latin typeface="CaskaydiaCove Nerd Font" panose="020B0509020204030204" pitchFamily="49" charset="0"/>
              </a:rPr>
              <a:t>  </a:t>
            </a:r>
            <a:r>
              <a:rPr lang="en-US" sz="1600" b="0" dirty="0">
                <a:solidFill>
                  <a:srgbClr val="6A9955"/>
                </a:solidFill>
                <a:effectLst/>
                <a:latin typeface="CaskaydiaCove Nerd Font" panose="020B0509020204030204" pitchFamily="49" charset="0"/>
              </a:rPr>
              <a:t># Default value is true</a:t>
            </a:r>
            <a:endParaRPr lang="en-US" sz="1600" b="0" dirty="0">
              <a:solidFill>
                <a:srgbClr val="CCCCCC"/>
              </a:solidFill>
              <a:effectLst/>
              <a:latin typeface="CaskaydiaCove Nerd Font" panose="020B0509020204030204" pitchFamily="49" charset="0"/>
            </a:endParaRPr>
          </a:p>
          <a:p>
            <a:pPr marL="0" indent="0">
              <a:buNone/>
            </a:pPr>
            <a:br>
              <a:rPr lang="en-US" sz="1100" dirty="0"/>
            </a:br>
            <a:endParaRPr lang="en-US" sz="1100" dirty="0"/>
          </a:p>
        </p:txBody>
      </p:sp>
    </p:spTree>
    <p:extLst>
      <p:ext uri="{BB962C8B-B14F-4D97-AF65-F5344CB8AC3E}">
        <p14:creationId xmlns:p14="http://schemas.microsoft.com/office/powerpoint/2010/main" val="25687398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284F655-DAEF-F245-C77A-6D290FD827BB}"/>
              </a:ext>
            </a:extLst>
          </p:cNvPr>
          <p:cNvSpPr>
            <a:spLocks noGrp="1"/>
          </p:cNvSpPr>
          <p:nvPr>
            <p:ph type="sldNum" sz="quarter" idx="11"/>
          </p:nvPr>
        </p:nvSpPr>
        <p:spPr/>
        <p:txBody>
          <a:bodyPr/>
          <a:lstStyle/>
          <a:p>
            <a:fld id="{DDD2A080-DA64-4F5C-9131-47EB793B4410}" type="slidenum">
              <a:rPr lang="en-GB" noProof="0" smtClean="0"/>
              <a:pPr/>
              <a:t>13</a:t>
            </a:fld>
            <a:endParaRPr lang="en-GB" noProof="0" dirty="0"/>
          </a:p>
        </p:txBody>
      </p:sp>
      <p:sp>
        <p:nvSpPr>
          <p:cNvPr id="3" name="Title 2">
            <a:extLst>
              <a:ext uri="{FF2B5EF4-FFF2-40B4-BE49-F238E27FC236}">
                <a16:creationId xmlns:a16="http://schemas.microsoft.com/office/drawing/2014/main" id="{73C8D33C-6483-FC83-301D-76031BCAAF3A}"/>
              </a:ext>
            </a:extLst>
          </p:cNvPr>
          <p:cNvSpPr>
            <a:spLocks noGrp="1"/>
          </p:cNvSpPr>
          <p:nvPr>
            <p:ph type="title"/>
          </p:nvPr>
        </p:nvSpPr>
        <p:spPr>
          <a:xfrm>
            <a:off x="659008" y="325235"/>
            <a:ext cx="10875600" cy="496060"/>
          </a:xfrm>
        </p:spPr>
        <p:txBody>
          <a:bodyPr/>
          <a:lstStyle/>
          <a:p>
            <a:r>
              <a:rPr lang="en-US" dirty="0"/>
              <a:t>Runtime parameters sample file</a:t>
            </a:r>
          </a:p>
        </p:txBody>
      </p:sp>
      <p:sp>
        <p:nvSpPr>
          <p:cNvPr id="4" name="Text Placeholder 3">
            <a:extLst>
              <a:ext uri="{FF2B5EF4-FFF2-40B4-BE49-F238E27FC236}">
                <a16:creationId xmlns:a16="http://schemas.microsoft.com/office/drawing/2014/main" id="{595A02D8-07FE-F5A0-D871-51F4D9900BDC}"/>
              </a:ext>
            </a:extLst>
          </p:cNvPr>
          <p:cNvSpPr>
            <a:spLocks noGrp="1"/>
          </p:cNvSpPr>
          <p:nvPr>
            <p:ph type="body" sz="quarter" idx="13"/>
          </p:nvPr>
        </p:nvSpPr>
        <p:spPr>
          <a:xfrm>
            <a:off x="657392" y="1009414"/>
            <a:ext cx="11057504" cy="5394526"/>
          </a:xfrm>
        </p:spPr>
        <p:txBody>
          <a:bodyPr/>
          <a:lstStyle/>
          <a:p>
            <a:pPr marL="0" indent="0">
              <a:buNone/>
            </a:pPr>
            <a:r>
              <a:rPr lang="en-US" sz="1400" b="0" dirty="0">
                <a:solidFill>
                  <a:srgbClr val="569CD6"/>
                </a:solidFill>
                <a:effectLst/>
                <a:latin typeface="CaskaydiaCove Nerd Font" panose="020B0509020204030204" pitchFamily="49" charset="0"/>
              </a:rPr>
              <a:t>parameters</a:t>
            </a:r>
            <a:r>
              <a:rPr lang="en-US" sz="1400" b="0" dirty="0">
                <a:solidFill>
                  <a:srgbClr val="CCCCCC"/>
                </a:solidFill>
                <a:effectLst/>
                <a:latin typeface="CaskaydiaCove Nerd Font" panose="020B0509020204030204" pitchFamily="49" charset="0"/>
              </a:rPr>
              <a:t>: </a:t>
            </a:r>
            <a:r>
              <a:rPr lang="en-US" sz="1400" b="0" dirty="0">
                <a:solidFill>
                  <a:srgbClr val="6A9955"/>
                </a:solidFill>
                <a:effectLst/>
                <a:latin typeface="CaskaydiaCove Nerd Font" panose="020B0509020204030204" pitchFamily="49" charset="0"/>
              </a:rPr>
              <a:t>#Parameters must contain name, data type, default value and declared at beginning of a YAML</a:t>
            </a:r>
            <a:endParaRPr lang="en-US" sz="1400" b="0" dirty="0">
              <a:solidFill>
                <a:srgbClr val="CCCCCC"/>
              </a:solidFill>
              <a:effectLst/>
              <a:latin typeface="CaskaydiaCove Nerd Font" panose="020B0509020204030204" pitchFamily="49" charset="0"/>
            </a:endParaRPr>
          </a:p>
          <a:p>
            <a:pPr marL="0" indent="0">
              <a:buNone/>
            </a:pPr>
            <a:r>
              <a:rPr lang="en-US" sz="1400" b="0" dirty="0">
                <a:solidFill>
                  <a:srgbClr val="CCCCCC"/>
                </a:solidFill>
                <a:effectLst/>
                <a:latin typeface="CaskaydiaCove Nerd Font" panose="020B0509020204030204" pitchFamily="49" charset="0"/>
              </a:rPr>
              <a:t>- </a:t>
            </a:r>
            <a:r>
              <a:rPr lang="en-US" sz="1400" b="0" dirty="0">
                <a:solidFill>
                  <a:srgbClr val="569CD6"/>
                </a:solidFill>
                <a:effectLst/>
                <a:latin typeface="CaskaydiaCove Nerd Font" panose="020B0509020204030204" pitchFamily="49" charset="0"/>
              </a:rPr>
              <a:t>name</a:t>
            </a:r>
            <a:r>
              <a:rPr lang="en-US" sz="1400" b="0" dirty="0">
                <a:solidFill>
                  <a:srgbClr val="CCCCCC"/>
                </a:solidFill>
                <a:effectLst/>
                <a:latin typeface="CaskaydiaCove Nerd Font" panose="020B0509020204030204" pitchFamily="49" charset="0"/>
              </a:rPr>
              <a:t>: </a:t>
            </a:r>
            <a:r>
              <a:rPr lang="en-US" sz="1400" b="0" dirty="0">
                <a:solidFill>
                  <a:srgbClr val="CE9178"/>
                </a:solidFill>
                <a:effectLst/>
                <a:latin typeface="CaskaydiaCove Nerd Font" panose="020B0509020204030204" pitchFamily="49" charset="0"/>
              </a:rPr>
              <a:t>image</a:t>
            </a:r>
            <a:endParaRPr lang="en-US" sz="1400" b="0" dirty="0">
              <a:solidFill>
                <a:srgbClr val="CCCCCC"/>
              </a:solidFill>
              <a:effectLst/>
              <a:latin typeface="CaskaydiaCove Nerd Font" panose="020B0509020204030204" pitchFamily="49" charset="0"/>
            </a:endParaRPr>
          </a:p>
          <a:p>
            <a:pPr marL="0" indent="0">
              <a:buNone/>
            </a:pPr>
            <a:r>
              <a:rPr lang="en-US" sz="1400" dirty="0">
                <a:solidFill>
                  <a:srgbClr val="CCCCCC"/>
                </a:solidFill>
                <a:latin typeface="CaskaydiaCove Nerd Font" panose="020B0509020204030204" pitchFamily="49" charset="0"/>
              </a:rPr>
              <a:t>  </a:t>
            </a:r>
            <a:r>
              <a:rPr lang="en-US" sz="1400" b="0" dirty="0" err="1">
                <a:solidFill>
                  <a:srgbClr val="569CD6"/>
                </a:solidFill>
                <a:effectLst/>
                <a:latin typeface="CaskaydiaCove Nerd Font" panose="020B0509020204030204" pitchFamily="49" charset="0"/>
              </a:rPr>
              <a:t>displayName</a:t>
            </a:r>
            <a:r>
              <a:rPr lang="en-US" sz="1400" b="0" dirty="0">
                <a:solidFill>
                  <a:srgbClr val="CCCCCC"/>
                </a:solidFill>
                <a:effectLst/>
                <a:latin typeface="CaskaydiaCove Nerd Font" panose="020B0509020204030204" pitchFamily="49" charset="0"/>
              </a:rPr>
              <a:t>: </a:t>
            </a:r>
            <a:r>
              <a:rPr lang="en-US" sz="1400" b="0" dirty="0">
                <a:solidFill>
                  <a:srgbClr val="CE9178"/>
                </a:solidFill>
                <a:effectLst/>
                <a:latin typeface="CaskaydiaCove Nerd Font" panose="020B0509020204030204" pitchFamily="49" charset="0"/>
              </a:rPr>
              <a:t>Pool Image</a:t>
            </a:r>
            <a:endParaRPr lang="en-US" sz="1400" dirty="0">
              <a:solidFill>
                <a:srgbClr val="CCCCCC"/>
              </a:solidFill>
              <a:latin typeface="CaskaydiaCove Nerd Font" panose="020B0509020204030204" pitchFamily="49" charset="0"/>
            </a:endParaRPr>
          </a:p>
          <a:p>
            <a:pPr marL="0" indent="0">
              <a:buNone/>
            </a:pPr>
            <a:r>
              <a:rPr lang="en-US" sz="1400" b="0" dirty="0">
                <a:solidFill>
                  <a:srgbClr val="CCCCCC"/>
                </a:solidFill>
                <a:effectLst/>
                <a:latin typeface="CaskaydiaCove Nerd Font" panose="020B0509020204030204" pitchFamily="49" charset="0"/>
              </a:rPr>
              <a:t>  </a:t>
            </a:r>
            <a:r>
              <a:rPr lang="en-US" sz="1400" b="0" dirty="0">
                <a:solidFill>
                  <a:srgbClr val="569CD6"/>
                </a:solidFill>
                <a:effectLst/>
                <a:latin typeface="CaskaydiaCove Nerd Font" panose="020B0509020204030204" pitchFamily="49" charset="0"/>
              </a:rPr>
              <a:t>type</a:t>
            </a:r>
            <a:r>
              <a:rPr lang="en-US" sz="1400" b="0" dirty="0">
                <a:solidFill>
                  <a:srgbClr val="CCCCCC"/>
                </a:solidFill>
                <a:effectLst/>
                <a:latin typeface="CaskaydiaCove Nerd Font" panose="020B0509020204030204" pitchFamily="49" charset="0"/>
              </a:rPr>
              <a:t>: </a:t>
            </a:r>
            <a:r>
              <a:rPr lang="en-US" sz="1400" b="0" dirty="0">
                <a:solidFill>
                  <a:srgbClr val="CE9178"/>
                </a:solidFill>
                <a:effectLst/>
                <a:latin typeface="CaskaydiaCove Nerd Font" panose="020B0509020204030204" pitchFamily="49" charset="0"/>
              </a:rPr>
              <a:t>string</a:t>
            </a:r>
            <a:endParaRPr lang="en-US" sz="1400" b="0" dirty="0">
              <a:solidFill>
                <a:srgbClr val="CCCCCC"/>
              </a:solidFill>
              <a:effectLst/>
              <a:latin typeface="CaskaydiaCove Nerd Font" panose="020B0509020204030204" pitchFamily="49" charset="0"/>
            </a:endParaRPr>
          </a:p>
          <a:p>
            <a:pPr marL="0" indent="0">
              <a:buNone/>
            </a:pPr>
            <a:r>
              <a:rPr lang="en-US" sz="1400" dirty="0">
                <a:solidFill>
                  <a:srgbClr val="CCCCCC"/>
                </a:solidFill>
                <a:latin typeface="CaskaydiaCove Nerd Font" panose="020B0509020204030204" pitchFamily="49" charset="0"/>
              </a:rPr>
              <a:t>  </a:t>
            </a:r>
            <a:r>
              <a:rPr lang="en-US" sz="1400" b="0" dirty="0">
                <a:solidFill>
                  <a:srgbClr val="569CD6"/>
                </a:solidFill>
                <a:effectLst/>
                <a:latin typeface="CaskaydiaCove Nerd Font" panose="020B0509020204030204" pitchFamily="49" charset="0"/>
              </a:rPr>
              <a:t>default</a:t>
            </a:r>
            <a:r>
              <a:rPr lang="en-US" sz="1400" b="0" dirty="0">
                <a:solidFill>
                  <a:srgbClr val="CCCCCC"/>
                </a:solidFill>
                <a:effectLst/>
                <a:latin typeface="CaskaydiaCove Nerd Font" panose="020B0509020204030204" pitchFamily="49" charset="0"/>
              </a:rPr>
              <a:t>: </a:t>
            </a:r>
            <a:r>
              <a:rPr lang="en-US" sz="1400" b="0" dirty="0">
                <a:solidFill>
                  <a:srgbClr val="CE9178"/>
                </a:solidFill>
                <a:effectLst/>
                <a:latin typeface="CaskaydiaCove Nerd Font" panose="020B0509020204030204" pitchFamily="49" charset="0"/>
              </a:rPr>
              <a:t>ubuntu-latest</a:t>
            </a:r>
            <a:endParaRPr lang="en-US" sz="1400" b="0" dirty="0">
              <a:solidFill>
                <a:srgbClr val="CCCCCC"/>
              </a:solidFill>
              <a:effectLst/>
              <a:latin typeface="CaskaydiaCove Nerd Font" panose="020B0509020204030204" pitchFamily="49" charset="0"/>
            </a:endParaRPr>
          </a:p>
          <a:p>
            <a:pPr marL="0" indent="0">
              <a:buNone/>
            </a:pPr>
            <a:r>
              <a:rPr lang="en-US" sz="1400" dirty="0">
                <a:solidFill>
                  <a:srgbClr val="CCCCCC"/>
                </a:solidFill>
                <a:latin typeface="CaskaydiaCove Nerd Font" panose="020B0509020204030204" pitchFamily="49" charset="0"/>
              </a:rPr>
              <a:t>  </a:t>
            </a:r>
            <a:r>
              <a:rPr lang="en-US" sz="1400" b="0" dirty="0">
                <a:solidFill>
                  <a:srgbClr val="569CD6"/>
                </a:solidFill>
                <a:effectLst/>
                <a:latin typeface="CaskaydiaCove Nerd Font" panose="020B0509020204030204" pitchFamily="49" charset="0"/>
              </a:rPr>
              <a:t>values</a:t>
            </a:r>
            <a:r>
              <a:rPr lang="en-US" sz="1400" b="0" dirty="0">
                <a:solidFill>
                  <a:srgbClr val="CCCCCC"/>
                </a:solidFill>
                <a:effectLst/>
                <a:latin typeface="CaskaydiaCove Nerd Font" panose="020B0509020204030204" pitchFamily="49" charset="0"/>
              </a:rPr>
              <a:t>:</a:t>
            </a:r>
          </a:p>
          <a:p>
            <a:pPr marL="0" indent="0">
              <a:buNone/>
            </a:pPr>
            <a:r>
              <a:rPr lang="en-US" sz="1400" dirty="0">
                <a:solidFill>
                  <a:srgbClr val="CCCCCC"/>
                </a:solidFill>
                <a:latin typeface="CaskaydiaCove Nerd Font" panose="020B0509020204030204" pitchFamily="49" charset="0"/>
              </a:rPr>
              <a:t>  </a:t>
            </a:r>
            <a:r>
              <a:rPr lang="en-US" sz="1400" b="0" dirty="0">
                <a:solidFill>
                  <a:srgbClr val="CCCCCC"/>
                </a:solidFill>
                <a:effectLst/>
                <a:latin typeface="CaskaydiaCove Nerd Font" panose="020B0509020204030204" pitchFamily="49" charset="0"/>
              </a:rPr>
              <a:t>- </a:t>
            </a:r>
            <a:r>
              <a:rPr lang="en-US" sz="1400" b="0" dirty="0">
                <a:solidFill>
                  <a:srgbClr val="CE9178"/>
                </a:solidFill>
                <a:effectLst/>
                <a:latin typeface="CaskaydiaCove Nerd Font" panose="020B0509020204030204" pitchFamily="49" charset="0"/>
              </a:rPr>
              <a:t>windows-latest</a:t>
            </a:r>
            <a:endParaRPr lang="en-US" sz="1400" b="0" dirty="0">
              <a:solidFill>
                <a:srgbClr val="CCCCCC"/>
              </a:solidFill>
              <a:effectLst/>
              <a:latin typeface="CaskaydiaCove Nerd Font" panose="020B0509020204030204" pitchFamily="49" charset="0"/>
            </a:endParaRPr>
          </a:p>
          <a:p>
            <a:pPr marL="0" indent="0">
              <a:buNone/>
            </a:pPr>
            <a:r>
              <a:rPr lang="en-US" sz="1400" dirty="0">
                <a:solidFill>
                  <a:srgbClr val="CCCCCC"/>
                </a:solidFill>
                <a:latin typeface="CaskaydiaCove Nerd Font" panose="020B0509020204030204" pitchFamily="49" charset="0"/>
              </a:rPr>
              <a:t>  </a:t>
            </a:r>
            <a:r>
              <a:rPr lang="en-US" sz="1400" b="0" dirty="0">
                <a:solidFill>
                  <a:srgbClr val="CCCCCC"/>
                </a:solidFill>
                <a:effectLst/>
                <a:latin typeface="CaskaydiaCove Nerd Font" panose="020B0509020204030204" pitchFamily="49" charset="0"/>
              </a:rPr>
              <a:t>- </a:t>
            </a:r>
            <a:r>
              <a:rPr lang="en-US" sz="1400" b="0" dirty="0">
                <a:solidFill>
                  <a:srgbClr val="CE9178"/>
                </a:solidFill>
                <a:effectLst/>
                <a:latin typeface="CaskaydiaCove Nerd Font" panose="020B0509020204030204" pitchFamily="49" charset="0"/>
              </a:rPr>
              <a:t>ubuntu-latest</a:t>
            </a:r>
            <a:endParaRPr lang="en-US" sz="1400" b="0" dirty="0">
              <a:solidFill>
                <a:srgbClr val="CCCCCC"/>
              </a:solidFill>
              <a:effectLst/>
              <a:latin typeface="CaskaydiaCove Nerd Font" panose="020B0509020204030204" pitchFamily="49" charset="0"/>
            </a:endParaRPr>
          </a:p>
          <a:p>
            <a:pPr marL="0" indent="0">
              <a:buNone/>
            </a:pPr>
            <a:r>
              <a:rPr lang="en-US" sz="1400" b="0" dirty="0">
                <a:solidFill>
                  <a:srgbClr val="569CD6"/>
                </a:solidFill>
                <a:effectLst/>
                <a:latin typeface="CaskaydiaCove Nerd Font" panose="020B0509020204030204" pitchFamily="49" charset="0"/>
              </a:rPr>
              <a:t>trigger</a:t>
            </a:r>
            <a:r>
              <a:rPr lang="en-US" sz="1400" b="0" dirty="0">
                <a:solidFill>
                  <a:srgbClr val="CCCCCC"/>
                </a:solidFill>
                <a:effectLst/>
                <a:latin typeface="CaskaydiaCove Nerd Font" panose="020B0509020204030204" pitchFamily="49" charset="0"/>
              </a:rPr>
              <a:t>: </a:t>
            </a:r>
            <a:r>
              <a:rPr lang="en-US" sz="1400" b="0" dirty="0">
                <a:solidFill>
                  <a:srgbClr val="CE9178"/>
                </a:solidFill>
                <a:effectLst/>
                <a:latin typeface="CaskaydiaCove Nerd Font" panose="020B0509020204030204" pitchFamily="49" charset="0"/>
              </a:rPr>
              <a:t>none</a:t>
            </a:r>
            <a:endParaRPr lang="en-US" sz="1400" b="0" dirty="0">
              <a:solidFill>
                <a:srgbClr val="CCCCCC"/>
              </a:solidFill>
              <a:effectLst/>
              <a:latin typeface="CaskaydiaCove Nerd Font" panose="020B0509020204030204" pitchFamily="49" charset="0"/>
            </a:endParaRPr>
          </a:p>
          <a:p>
            <a:pPr marL="0" indent="0">
              <a:buNone/>
            </a:pPr>
            <a:r>
              <a:rPr lang="en-US" sz="1400" b="0" dirty="0">
                <a:solidFill>
                  <a:srgbClr val="569CD6"/>
                </a:solidFill>
                <a:effectLst/>
                <a:latin typeface="CaskaydiaCove Nerd Font" panose="020B0509020204030204" pitchFamily="49" charset="0"/>
              </a:rPr>
              <a:t>jobs</a:t>
            </a:r>
            <a:r>
              <a:rPr lang="en-US" sz="1400" b="0" dirty="0">
                <a:solidFill>
                  <a:srgbClr val="CCCCCC"/>
                </a:solidFill>
                <a:effectLst/>
                <a:latin typeface="CaskaydiaCove Nerd Font" panose="020B0509020204030204" pitchFamily="49" charset="0"/>
              </a:rPr>
              <a:t>:</a:t>
            </a:r>
          </a:p>
          <a:p>
            <a:pPr marL="0" indent="0">
              <a:buNone/>
            </a:pPr>
            <a:r>
              <a:rPr lang="en-US" sz="1400" b="0" dirty="0">
                <a:solidFill>
                  <a:srgbClr val="CCCCCC"/>
                </a:solidFill>
                <a:effectLst/>
                <a:latin typeface="CaskaydiaCove Nerd Font" panose="020B0509020204030204" pitchFamily="49" charset="0"/>
              </a:rPr>
              <a:t>- </a:t>
            </a:r>
            <a:r>
              <a:rPr lang="en-US" sz="1400" b="0" dirty="0">
                <a:solidFill>
                  <a:srgbClr val="569CD6"/>
                </a:solidFill>
                <a:effectLst/>
                <a:latin typeface="CaskaydiaCove Nerd Font" panose="020B0509020204030204" pitchFamily="49" charset="0"/>
              </a:rPr>
              <a:t>job</a:t>
            </a:r>
            <a:r>
              <a:rPr lang="en-US" sz="1400" b="0" dirty="0">
                <a:solidFill>
                  <a:srgbClr val="CCCCCC"/>
                </a:solidFill>
                <a:effectLst/>
                <a:latin typeface="CaskaydiaCove Nerd Font" panose="020B0509020204030204" pitchFamily="49" charset="0"/>
              </a:rPr>
              <a:t>: </a:t>
            </a:r>
            <a:r>
              <a:rPr lang="en-US" sz="1400" b="0" dirty="0">
                <a:solidFill>
                  <a:srgbClr val="CE9178"/>
                </a:solidFill>
                <a:effectLst/>
                <a:latin typeface="CaskaydiaCove Nerd Font" panose="020B0509020204030204" pitchFamily="49" charset="0"/>
              </a:rPr>
              <a:t>build</a:t>
            </a:r>
            <a:endParaRPr lang="en-US" sz="1400" b="0" dirty="0">
              <a:solidFill>
                <a:srgbClr val="CCCCCC"/>
              </a:solidFill>
              <a:effectLst/>
              <a:latin typeface="CaskaydiaCove Nerd Font" panose="020B0509020204030204" pitchFamily="49" charset="0"/>
            </a:endParaRPr>
          </a:p>
          <a:p>
            <a:pPr marL="0" indent="0">
              <a:buNone/>
            </a:pPr>
            <a:r>
              <a:rPr lang="en-US" sz="1400" dirty="0">
                <a:solidFill>
                  <a:srgbClr val="CCCCCC"/>
                </a:solidFill>
                <a:latin typeface="CaskaydiaCove Nerd Font" panose="020B0509020204030204" pitchFamily="49" charset="0"/>
              </a:rPr>
              <a:t>  </a:t>
            </a:r>
            <a:r>
              <a:rPr lang="en-US" sz="1400" b="0" dirty="0" err="1">
                <a:solidFill>
                  <a:srgbClr val="569CD6"/>
                </a:solidFill>
                <a:effectLst/>
                <a:latin typeface="CaskaydiaCove Nerd Font" panose="020B0509020204030204" pitchFamily="49" charset="0"/>
              </a:rPr>
              <a:t>displayName</a:t>
            </a:r>
            <a:r>
              <a:rPr lang="en-US" sz="1400" b="0" dirty="0">
                <a:solidFill>
                  <a:srgbClr val="CCCCCC"/>
                </a:solidFill>
                <a:effectLst/>
                <a:latin typeface="CaskaydiaCove Nerd Font" panose="020B0509020204030204" pitchFamily="49" charset="0"/>
              </a:rPr>
              <a:t>: </a:t>
            </a:r>
            <a:r>
              <a:rPr lang="en-US" sz="1400" b="0" dirty="0">
                <a:solidFill>
                  <a:srgbClr val="CE9178"/>
                </a:solidFill>
                <a:effectLst/>
                <a:latin typeface="CaskaydiaCove Nerd Font" panose="020B0509020204030204" pitchFamily="49" charset="0"/>
              </a:rPr>
              <a:t>build</a:t>
            </a:r>
            <a:endParaRPr lang="en-US" sz="1400" b="0" dirty="0">
              <a:solidFill>
                <a:srgbClr val="CCCCCC"/>
              </a:solidFill>
              <a:effectLst/>
              <a:latin typeface="CaskaydiaCove Nerd Font" panose="020B0509020204030204" pitchFamily="49" charset="0"/>
            </a:endParaRPr>
          </a:p>
          <a:p>
            <a:pPr marL="0" indent="0">
              <a:buNone/>
            </a:pPr>
            <a:r>
              <a:rPr lang="en-US" sz="1400" dirty="0">
                <a:solidFill>
                  <a:srgbClr val="CCCCCC"/>
                </a:solidFill>
                <a:latin typeface="CaskaydiaCove Nerd Font" panose="020B0509020204030204" pitchFamily="49" charset="0"/>
              </a:rPr>
              <a:t>  </a:t>
            </a:r>
            <a:r>
              <a:rPr lang="en-US" sz="1400" b="0" dirty="0">
                <a:solidFill>
                  <a:srgbClr val="569CD6"/>
                </a:solidFill>
                <a:effectLst/>
                <a:latin typeface="CaskaydiaCove Nerd Font" panose="020B0509020204030204" pitchFamily="49" charset="0"/>
              </a:rPr>
              <a:t>pool</a:t>
            </a:r>
            <a:r>
              <a:rPr lang="en-US" sz="1400" b="0" dirty="0">
                <a:solidFill>
                  <a:srgbClr val="CCCCCC"/>
                </a:solidFill>
                <a:effectLst/>
                <a:latin typeface="CaskaydiaCove Nerd Font" panose="020B0509020204030204" pitchFamily="49" charset="0"/>
              </a:rPr>
              <a:t>: </a:t>
            </a:r>
          </a:p>
          <a:p>
            <a:pPr marL="0" indent="0">
              <a:buNone/>
            </a:pPr>
            <a:r>
              <a:rPr lang="en-US" sz="1400" dirty="0">
                <a:solidFill>
                  <a:srgbClr val="CCCCCC"/>
                </a:solidFill>
                <a:latin typeface="CaskaydiaCove Nerd Font" panose="020B0509020204030204" pitchFamily="49" charset="0"/>
              </a:rPr>
              <a:t>    </a:t>
            </a:r>
            <a:r>
              <a:rPr lang="en-US" sz="1400" b="0" dirty="0" err="1">
                <a:solidFill>
                  <a:srgbClr val="569CD6"/>
                </a:solidFill>
                <a:effectLst/>
                <a:latin typeface="CaskaydiaCove Nerd Font" panose="020B0509020204030204" pitchFamily="49" charset="0"/>
              </a:rPr>
              <a:t>vmImage</a:t>
            </a:r>
            <a:r>
              <a:rPr lang="en-US" sz="1400" b="0" dirty="0">
                <a:solidFill>
                  <a:srgbClr val="CCCCCC"/>
                </a:solidFill>
                <a:effectLst/>
                <a:latin typeface="CaskaydiaCove Nerd Font" panose="020B0509020204030204" pitchFamily="49" charset="0"/>
              </a:rPr>
              <a:t>: </a:t>
            </a:r>
            <a:r>
              <a:rPr lang="en-US" sz="1400" b="0" dirty="0">
                <a:solidFill>
                  <a:srgbClr val="CE9178"/>
                </a:solidFill>
                <a:effectLst/>
                <a:latin typeface="CaskaydiaCove Nerd Font" panose="020B0509020204030204" pitchFamily="49" charset="0"/>
              </a:rPr>
              <a:t>${{ </a:t>
            </a:r>
            <a:r>
              <a:rPr lang="en-US" sz="1400" b="0" dirty="0" err="1">
                <a:solidFill>
                  <a:srgbClr val="CE9178"/>
                </a:solidFill>
                <a:effectLst/>
                <a:latin typeface="CaskaydiaCove Nerd Font" panose="020B0509020204030204" pitchFamily="49" charset="0"/>
              </a:rPr>
              <a:t>parameters.image</a:t>
            </a:r>
            <a:r>
              <a:rPr lang="en-US" sz="1400" b="0" dirty="0">
                <a:solidFill>
                  <a:srgbClr val="CE9178"/>
                </a:solidFill>
                <a:effectLst/>
                <a:latin typeface="CaskaydiaCove Nerd Font" panose="020B0509020204030204" pitchFamily="49" charset="0"/>
              </a:rPr>
              <a:t> }}</a:t>
            </a:r>
            <a:r>
              <a:rPr lang="en-US" sz="1400" b="0" dirty="0">
                <a:solidFill>
                  <a:srgbClr val="CCCCCC"/>
                </a:solidFill>
                <a:effectLst/>
                <a:latin typeface="CaskaydiaCove Nerd Font" panose="020B0509020204030204" pitchFamily="49" charset="0"/>
              </a:rPr>
              <a:t> </a:t>
            </a:r>
            <a:r>
              <a:rPr lang="en-US" sz="1400" b="0" dirty="0">
                <a:solidFill>
                  <a:srgbClr val="6A9955"/>
                </a:solidFill>
                <a:effectLst/>
                <a:latin typeface="CaskaydiaCove Nerd Font" panose="020B0509020204030204" pitchFamily="49" charset="0"/>
              </a:rPr>
              <a:t>#Parameters are expanded before the pipeline runs with syntax ${{ }}</a:t>
            </a:r>
            <a:endParaRPr lang="en-US" sz="1400" b="0" dirty="0">
              <a:solidFill>
                <a:srgbClr val="CCCCCC"/>
              </a:solidFill>
              <a:effectLst/>
              <a:latin typeface="CaskaydiaCove Nerd Font" panose="020B0509020204030204" pitchFamily="49" charset="0"/>
            </a:endParaRPr>
          </a:p>
          <a:p>
            <a:pPr marL="0" indent="0">
              <a:buNone/>
            </a:pPr>
            <a:r>
              <a:rPr lang="en-US" sz="1400" dirty="0">
                <a:solidFill>
                  <a:srgbClr val="CCCCCC"/>
                </a:solidFill>
                <a:latin typeface="CaskaydiaCove Nerd Font" panose="020B0509020204030204" pitchFamily="49" charset="0"/>
              </a:rPr>
              <a:t>  </a:t>
            </a:r>
            <a:r>
              <a:rPr lang="en-US" sz="1400" b="0" dirty="0">
                <a:solidFill>
                  <a:srgbClr val="569CD6"/>
                </a:solidFill>
                <a:effectLst/>
                <a:latin typeface="CaskaydiaCove Nerd Font" panose="020B0509020204030204" pitchFamily="49" charset="0"/>
              </a:rPr>
              <a:t>steps</a:t>
            </a:r>
            <a:r>
              <a:rPr lang="en-US" sz="1400" b="0" dirty="0">
                <a:solidFill>
                  <a:srgbClr val="CCCCCC"/>
                </a:solidFill>
                <a:effectLst/>
                <a:latin typeface="CaskaydiaCove Nerd Font" panose="020B0509020204030204" pitchFamily="49" charset="0"/>
              </a:rPr>
              <a:t>:</a:t>
            </a:r>
          </a:p>
          <a:p>
            <a:pPr marL="0" indent="0">
              <a:buNone/>
            </a:pPr>
            <a:r>
              <a:rPr lang="en-US" sz="1400" dirty="0">
                <a:solidFill>
                  <a:srgbClr val="CCCCCC"/>
                </a:solidFill>
                <a:latin typeface="CaskaydiaCove Nerd Font" panose="020B0509020204030204" pitchFamily="49" charset="0"/>
              </a:rPr>
              <a:t>  </a:t>
            </a:r>
            <a:r>
              <a:rPr lang="en-US" sz="1400" b="0" dirty="0">
                <a:solidFill>
                  <a:srgbClr val="CCCCCC"/>
                </a:solidFill>
                <a:effectLst/>
                <a:latin typeface="CaskaydiaCove Nerd Font" panose="020B0509020204030204" pitchFamily="49" charset="0"/>
              </a:rPr>
              <a:t>- </a:t>
            </a:r>
            <a:r>
              <a:rPr lang="en-US" sz="1400" b="0" dirty="0">
                <a:solidFill>
                  <a:srgbClr val="569CD6"/>
                </a:solidFill>
                <a:effectLst/>
                <a:latin typeface="CaskaydiaCove Nerd Font" panose="020B0509020204030204" pitchFamily="49" charset="0"/>
              </a:rPr>
              <a:t>script</a:t>
            </a:r>
            <a:r>
              <a:rPr lang="en-US" sz="1400" b="0" dirty="0">
                <a:solidFill>
                  <a:srgbClr val="CCCCCC"/>
                </a:solidFill>
                <a:effectLst/>
                <a:latin typeface="CaskaydiaCove Nerd Font" panose="020B0509020204030204" pitchFamily="49" charset="0"/>
              </a:rPr>
              <a:t>: </a:t>
            </a:r>
            <a:r>
              <a:rPr lang="en-US" sz="1400" b="0" dirty="0">
                <a:solidFill>
                  <a:srgbClr val="CE9178"/>
                </a:solidFill>
                <a:effectLst/>
                <a:latin typeface="CaskaydiaCove Nerd Font" panose="020B0509020204030204" pitchFamily="49" charset="0"/>
              </a:rPr>
              <a:t>echo building $(</a:t>
            </a:r>
            <a:r>
              <a:rPr lang="en-US" sz="1400" b="0" dirty="0" err="1">
                <a:solidFill>
                  <a:srgbClr val="CE9178"/>
                </a:solidFill>
                <a:effectLst/>
                <a:latin typeface="CaskaydiaCove Nerd Font" panose="020B0509020204030204" pitchFamily="49" charset="0"/>
              </a:rPr>
              <a:t>Build.BuildNumber</a:t>
            </a:r>
            <a:r>
              <a:rPr lang="en-US" sz="1400" b="0" dirty="0">
                <a:solidFill>
                  <a:srgbClr val="CE9178"/>
                </a:solidFill>
                <a:effectLst/>
                <a:latin typeface="CaskaydiaCove Nerd Font" panose="020B0509020204030204" pitchFamily="49" charset="0"/>
              </a:rPr>
              <a:t>) with ${{ </a:t>
            </a:r>
            <a:r>
              <a:rPr lang="en-US" sz="1400" b="0" dirty="0" err="1">
                <a:solidFill>
                  <a:srgbClr val="CE9178"/>
                </a:solidFill>
                <a:effectLst/>
                <a:latin typeface="CaskaydiaCove Nerd Font" panose="020B0509020204030204" pitchFamily="49" charset="0"/>
              </a:rPr>
              <a:t>parameters.image</a:t>
            </a:r>
            <a:r>
              <a:rPr lang="en-US" sz="1400" b="0" dirty="0">
                <a:solidFill>
                  <a:srgbClr val="CE9178"/>
                </a:solidFill>
                <a:effectLst/>
                <a:latin typeface="CaskaydiaCove Nerd Font" panose="020B0509020204030204" pitchFamily="49" charset="0"/>
              </a:rPr>
              <a:t> }}</a:t>
            </a:r>
            <a:endParaRPr lang="en-US" sz="1400" b="0" dirty="0">
              <a:solidFill>
                <a:srgbClr val="CCCCCC"/>
              </a:solidFill>
              <a:effectLst/>
              <a:latin typeface="CaskaydiaCove Nerd Font" panose="020B0509020204030204" pitchFamily="49" charset="0"/>
            </a:endParaRPr>
          </a:p>
          <a:p>
            <a:pPr marL="0" indent="0">
              <a:buNone/>
            </a:pPr>
            <a:endParaRPr lang="en-US" dirty="0"/>
          </a:p>
        </p:txBody>
      </p:sp>
    </p:spTree>
    <p:extLst>
      <p:ext uri="{BB962C8B-B14F-4D97-AF65-F5344CB8AC3E}">
        <p14:creationId xmlns:p14="http://schemas.microsoft.com/office/powerpoint/2010/main" val="6486027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09CE63-8A10-DBCA-2E68-783239DFF48F}"/>
              </a:ext>
            </a:extLst>
          </p:cNvPr>
          <p:cNvSpPr>
            <a:spLocks noGrp="1"/>
          </p:cNvSpPr>
          <p:nvPr>
            <p:ph type="sldNum" sz="quarter" idx="11"/>
          </p:nvPr>
        </p:nvSpPr>
        <p:spPr/>
        <p:txBody>
          <a:bodyPr/>
          <a:lstStyle/>
          <a:p>
            <a:fld id="{DDD2A080-DA64-4F5C-9131-47EB793B4410}" type="slidenum">
              <a:rPr lang="en-GB" noProof="0" smtClean="0"/>
              <a:pPr/>
              <a:t>14</a:t>
            </a:fld>
            <a:endParaRPr lang="en-GB" noProof="0" dirty="0"/>
          </a:p>
        </p:txBody>
      </p:sp>
      <p:sp>
        <p:nvSpPr>
          <p:cNvPr id="3" name="Title 2">
            <a:extLst>
              <a:ext uri="{FF2B5EF4-FFF2-40B4-BE49-F238E27FC236}">
                <a16:creationId xmlns:a16="http://schemas.microsoft.com/office/drawing/2014/main" id="{94948D3C-ED52-9918-C22A-A8E0DE160530}"/>
              </a:ext>
            </a:extLst>
          </p:cNvPr>
          <p:cNvSpPr>
            <a:spLocks noGrp="1"/>
          </p:cNvSpPr>
          <p:nvPr>
            <p:ph type="title"/>
          </p:nvPr>
        </p:nvSpPr>
        <p:spPr/>
        <p:txBody>
          <a:bodyPr/>
          <a:lstStyle/>
          <a:p>
            <a:r>
              <a:rPr lang="en-US" dirty="0"/>
              <a:t>Variables</a:t>
            </a:r>
          </a:p>
        </p:txBody>
      </p:sp>
      <p:sp>
        <p:nvSpPr>
          <p:cNvPr id="4" name="Text Placeholder 3">
            <a:extLst>
              <a:ext uri="{FF2B5EF4-FFF2-40B4-BE49-F238E27FC236}">
                <a16:creationId xmlns:a16="http://schemas.microsoft.com/office/drawing/2014/main" id="{0318D465-B9E2-C94D-91F0-434CE88BCDEE}"/>
              </a:ext>
            </a:extLst>
          </p:cNvPr>
          <p:cNvSpPr>
            <a:spLocks noGrp="1"/>
          </p:cNvSpPr>
          <p:nvPr>
            <p:ph type="body" sz="quarter" idx="13"/>
          </p:nvPr>
        </p:nvSpPr>
        <p:spPr>
          <a:xfrm>
            <a:off x="658200" y="921741"/>
            <a:ext cx="10875600" cy="5391567"/>
          </a:xfrm>
        </p:spPr>
        <p:txBody>
          <a:bodyPr/>
          <a:lstStyle/>
          <a:p>
            <a:pPr marL="0" indent="0" algn="l">
              <a:buNone/>
            </a:pPr>
            <a:r>
              <a:rPr lang="en-US" i="0" dirty="0">
                <a:solidFill>
                  <a:srgbClr val="161616"/>
                </a:solidFill>
                <a:effectLst/>
                <a:latin typeface="Segoe UI" panose="020B0502040204020203" pitchFamily="34" charset="0"/>
              </a:rPr>
              <a:t>Variables scopes:</a:t>
            </a:r>
          </a:p>
          <a:p>
            <a:pPr lvl="4">
              <a:buFont typeface="Arial" panose="020B0604020202020204" pitchFamily="34" charset="0"/>
              <a:buChar char="•"/>
            </a:pPr>
            <a:r>
              <a:rPr lang="en-US" b="0" i="0" dirty="0">
                <a:solidFill>
                  <a:srgbClr val="161616"/>
                </a:solidFill>
                <a:effectLst/>
                <a:latin typeface="Segoe UI" panose="020B0502040204020203" pitchFamily="34" charset="0"/>
              </a:rPr>
              <a:t>At the root level, to make it available to all jobs in the pipeline.</a:t>
            </a:r>
          </a:p>
          <a:p>
            <a:pPr lvl="4">
              <a:buFont typeface="Arial" panose="020B0604020202020204" pitchFamily="34" charset="0"/>
              <a:buChar char="•"/>
            </a:pPr>
            <a:r>
              <a:rPr lang="en-US" b="0" i="0" dirty="0">
                <a:solidFill>
                  <a:srgbClr val="161616"/>
                </a:solidFill>
                <a:effectLst/>
                <a:latin typeface="Segoe UI" panose="020B0502040204020203" pitchFamily="34" charset="0"/>
              </a:rPr>
              <a:t>At the stage level, to make it available only to a specific stage.</a:t>
            </a:r>
          </a:p>
          <a:p>
            <a:pPr lvl="4">
              <a:buFont typeface="Arial" panose="020B0604020202020204" pitchFamily="34" charset="0"/>
              <a:buChar char="•"/>
            </a:pPr>
            <a:r>
              <a:rPr lang="en-US" b="0" i="0" dirty="0">
                <a:solidFill>
                  <a:srgbClr val="161616"/>
                </a:solidFill>
                <a:effectLst/>
                <a:latin typeface="Segoe UI" panose="020B0502040204020203" pitchFamily="34" charset="0"/>
              </a:rPr>
              <a:t>At the job level, to make it available only to a specific job.</a:t>
            </a:r>
          </a:p>
          <a:p>
            <a:pPr lvl="2">
              <a:buFont typeface="Arial" panose="020B0604020202020204" pitchFamily="34" charset="0"/>
              <a:buChar char="•"/>
            </a:pPr>
            <a:endParaRPr lang="en-US" dirty="0">
              <a:solidFill>
                <a:srgbClr val="161616"/>
              </a:solidFill>
              <a:latin typeface="Segoe UI" panose="020B0502040204020203" pitchFamily="34" charset="0"/>
            </a:endParaRPr>
          </a:p>
          <a:p>
            <a:pPr marL="0" indent="0">
              <a:buNone/>
            </a:pPr>
            <a:r>
              <a:rPr lang="en-US" b="0" i="0" dirty="0">
                <a:solidFill>
                  <a:srgbClr val="161616"/>
                </a:solidFill>
                <a:effectLst/>
                <a:latin typeface="Segoe UI" panose="020B0502040204020203" pitchFamily="34" charset="0"/>
              </a:rPr>
              <a:t>When you define a variable at the top of a YAML, the variable is available to all jobs and stages in the pipeline and is a global variable. Global variables defined in a YAML aren't visible in the pipeline settings UI.</a:t>
            </a:r>
            <a:br>
              <a:rPr lang="en-US" b="0" i="0" dirty="0">
                <a:solidFill>
                  <a:srgbClr val="161616"/>
                </a:solidFill>
                <a:effectLst/>
                <a:latin typeface="Segoe UI" panose="020B0502040204020203" pitchFamily="34" charset="0"/>
              </a:rPr>
            </a:br>
            <a:endParaRPr lang="en-US" b="0" i="0" dirty="0">
              <a:solidFill>
                <a:srgbClr val="161616"/>
              </a:solidFill>
              <a:effectLst/>
              <a:latin typeface="Segoe UI" panose="020B0502040204020203" pitchFamily="34" charset="0"/>
            </a:endParaRPr>
          </a:p>
          <a:p>
            <a:pPr marL="0" indent="0" algn="l">
              <a:buNone/>
            </a:pPr>
            <a:r>
              <a:rPr lang="en-US" b="0" i="0" dirty="0">
                <a:solidFill>
                  <a:srgbClr val="161616"/>
                </a:solidFill>
                <a:effectLst/>
                <a:latin typeface="Segoe UI" panose="020B0502040204020203" pitchFamily="34" charset="0"/>
              </a:rPr>
              <a:t>Variables at the job level override variables at the root and stage level. Variables at the stage level override variables at the root level. By default, each stage in a pipeline depends on the one just before it in the YAML file. Therefore, each stage can use output variables from the prior stage. </a:t>
            </a:r>
            <a:br>
              <a:rPr lang="en-US" b="0" i="0" dirty="0">
                <a:solidFill>
                  <a:srgbClr val="161616"/>
                </a:solidFill>
                <a:effectLst/>
                <a:latin typeface="Segoe UI" panose="020B0502040204020203" pitchFamily="34" charset="0"/>
              </a:rPr>
            </a:br>
            <a:endParaRPr lang="en-US" b="0" i="0" dirty="0">
              <a:solidFill>
                <a:srgbClr val="161616"/>
              </a:solidFill>
              <a:effectLst/>
              <a:latin typeface="Segoe UI" panose="020B0502040204020203" pitchFamily="34" charset="0"/>
            </a:endParaRPr>
          </a:p>
          <a:p>
            <a:pPr marL="0" lvl="1" indent="0">
              <a:buNone/>
            </a:pPr>
            <a:r>
              <a:rPr lang="en-US" dirty="0">
                <a:solidFill>
                  <a:srgbClr val="161616"/>
                </a:solidFill>
                <a:latin typeface="Segoe UI" panose="020B0502040204020203" pitchFamily="34" charset="0"/>
              </a:rPr>
              <a:t>Getting their values can be made with different syntax and the output can be different as well:</a:t>
            </a:r>
          </a:p>
          <a:p>
            <a:pPr marL="540000" lvl="4">
              <a:buNone/>
            </a:pPr>
            <a:r>
              <a:rPr lang="en-US" b="0" i="0" dirty="0">
                <a:solidFill>
                  <a:srgbClr val="0070C0"/>
                </a:solidFill>
                <a:effectLst/>
                <a:latin typeface="SFMono-Regular"/>
              </a:rPr>
              <a:t>${{ </a:t>
            </a:r>
            <a:r>
              <a:rPr lang="en-US" b="0" i="0" dirty="0" err="1">
                <a:solidFill>
                  <a:srgbClr val="0070C0"/>
                </a:solidFill>
                <a:effectLst/>
                <a:latin typeface="SFMono-Regular"/>
              </a:rPr>
              <a:t>variables.var</a:t>
            </a:r>
            <a:r>
              <a:rPr lang="en-US" b="0" i="0" dirty="0">
                <a:solidFill>
                  <a:srgbClr val="0070C0"/>
                </a:solidFill>
                <a:effectLst/>
                <a:latin typeface="SFMono-Regular"/>
              </a:rPr>
              <a:t> }} </a:t>
            </a:r>
            <a:r>
              <a:rPr lang="en-US" b="0" i="0" dirty="0">
                <a:solidFill>
                  <a:srgbClr val="161616"/>
                </a:solidFill>
                <a:effectLst/>
                <a:latin typeface="SFMono-Regular"/>
              </a:rPr>
              <a:t>-&gt; </a:t>
            </a:r>
            <a:r>
              <a:rPr lang="en-US" b="0" i="0" dirty="0">
                <a:solidFill>
                  <a:srgbClr val="161616"/>
                </a:solidFill>
                <a:effectLst/>
                <a:latin typeface="Segoe UI" panose="020B0502040204020203" pitchFamily="34" charset="0"/>
              </a:rPr>
              <a:t>get processed at </a:t>
            </a:r>
            <a:r>
              <a:rPr lang="en-US" b="1" i="0" dirty="0">
                <a:solidFill>
                  <a:srgbClr val="161616"/>
                </a:solidFill>
                <a:effectLst/>
                <a:latin typeface="Segoe UI" panose="020B0502040204020203" pitchFamily="34" charset="0"/>
              </a:rPr>
              <a:t>compile time before </a:t>
            </a:r>
            <a:r>
              <a:rPr lang="en-US" b="0" i="0" dirty="0">
                <a:solidFill>
                  <a:srgbClr val="161616"/>
                </a:solidFill>
                <a:effectLst/>
                <a:latin typeface="Segoe UI" panose="020B0502040204020203" pitchFamily="34" charset="0"/>
              </a:rPr>
              <a:t>pipeline is starting</a:t>
            </a:r>
          </a:p>
          <a:p>
            <a:pPr marL="540000" lvl="4">
              <a:buNone/>
            </a:pPr>
            <a:r>
              <a:rPr lang="en-US" b="0" i="0" dirty="0">
                <a:solidFill>
                  <a:srgbClr val="0070C0"/>
                </a:solidFill>
                <a:effectLst/>
                <a:latin typeface="SFMono-Regular"/>
              </a:rPr>
              <a:t>$(var) </a:t>
            </a:r>
            <a:r>
              <a:rPr lang="en-US" b="0" i="0" dirty="0">
                <a:solidFill>
                  <a:srgbClr val="161616"/>
                </a:solidFill>
                <a:effectLst/>
                <a:latin typeface="SFMono-Regular"/>
              </a:rPr>
              <a:t>-&gt; </a:t>
            </a:r>
            <a:r>
              <a:rPr lang="en-US" b="0" i="0" dirty="0">
                <a:solidFill>
                  <a:srgbClr val="161616"/>
                </a:solidFill>
                <a:effectLst/>
                <a:latin typeface="Segoe UI" panose="020B0502040204020203" pitchFamily="34" charset="0"/>
              </a:rPr>
              <a:t>get processed </a:t>
            </a:r>
            <a:r>
              <a:rPr lang="en-US" b="1" i="0" dirty="0">
                <a:solidFill>
                  <a:srgbClr val="161616"/>
                </a:solidFill>
                <a:effectLst/>
                <a:latin typeface="Segoe UI" panose="020B0502040204020203" pitchFamily="34" charset="0"/>
              </a:rPr>
              <a:t>during runtime </a:t>
            </a:r>
            <a:r>
              <a:rPr lang="en-US" b="0" i="0" dirty="0">
                <a:solidFill>
                  <a:srgbClr val="161616"/>
                </a:solidFill>
                <a:effectLst/>
                <a:latin typeface="Segoe UI" panose="020B0502040204020203" pitchFamily="34" charset="0"/>
              </a:rPr>
              <a:t>before a task runs</a:t>
            </a:r>
            <a:endParaRPr lang="en-US" dirty="0"/>
          </a:p>
        </p:txBody>
      </p:sp>
    </p:spTree>
    <p:extLst>
      <p:ext uri="{BB962C8B-B14F-4D97-AF65-F5344CB8AC3E}">
        <p14:creationId xmlns:p14="http://schemas.microsoft.com/office/powerpoint/2010/main" val="22171437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09C260A-2A9E-20A7-C09B-2A7677D854A8}"/>
              </a:ext>
            </a:extLst>
          </p:cNvPr>
          <p:cNvSpPr>
            <a:spLocks noGrp="1"/>
          </p:cNvSpPr>
          <p:nvPr>
            <p:ph type="sldNum" sz="quarter" idx="11"/>
          </p:nvPr>
        </p:nvSpPr>
        <p:spPr/>
        <p:txBody>
          <a:bodyPr/>
          <a:lstStyle/>
          <a:p>
            <a:fld id="{DDD2A080-DA64-4F5C-9131-47EB793B4410}" type="slidenum">
              <a:rPr lang="en-GB" noProof="0" smtClean="0"/>
              <a:pPr/>
              <a:t>15</a:t>
            </a:fld>
            <a:endParaRPr lang="en-GB" noProof="0" dirty="0"/>
          </a:p>
        </p:txBody>
      </p:sp>
      <p:sp>
        <p:nvSpPr>
          <p:cNvPr id="3" name="Title 2">
            <a:extLst>
              <a:ext uri="{FF2B5EF4-FFF2-40B4-BE49-F238E27FC236}">
                <a16:creationId xmlns:a16="http://schemas.microsoft.com/office/drawing/2014/main" id="{4B75C89C-FD5A-2223-173A-6BF0C47FC2B5}"/>
              </a:ext>
            </a:extLst>
          </p:cNvPr>
          <p:cNvSpPr>
            <a:spLocks noGrp="1"/>
          </p:cNvSpPr>
          <p:nvPr>
            <p:ph type="title"/>
          </p:nvPr>
        </p:nvSpPr>
        <p:spPr/>
        <p:txBody>
          <a:bodyPr/>
          <a:lstStyle/>
          <a:p>
            <a:r>
              <a:rPr lang="en-US" dirty="0"/>
              <a:t>Variables sample file</a:t>
            </a:r>
          </a:p>
        </p:txBody>
      </p:sp>
      <p:sp>
        <p:nvSpPr>
          <p:cNvPr id="4" name="Text Placeholder 3">
            <a:extLst>
              <a:ext uri="{FF2B5EF4-FFF2-40B4-BE49-F238E27FC236}">
                <a16:creationId xmlns:a16="http://schemas.microsoft.com/office/drawing/2014/main" id="{1603A19D-BC29-8FEE-17D3-AC14EDE9FAAB}"/>
              </a:ext>
            </a:extLst>
          </p:cNvPr>
          <p:cNvSpPr>
            <a:spLocks noGrp="1"/>
          </p:cNvSpPr>
          <p:nvPr>
            <p:ph type="body" sz="quarter" idx="13"/>
          </p:nvPr>
        </p:nvSpPr>
        <p:spPr>
          <a:xfrm>
            <a:off x="659008" y="1141198"/>
            <a:ext cx="10875600" cy="5113298"/>
          </a:xfrm>
        </p:spPr>
        <p:txBody>
          <a:bodyPr/>
          <a:lstStyle/>
          <a:p>
            <a:pPr marL="0" indent="0">
              <a:buNone/>
            </a:pPr>
            <a:r>
              <a:rPr lang="en-US" sz="1800" b="0" dirty="0">
                <a:solidFill>
                  <a:srgbClr val="569CD6"/>
                </a:solidFill>
                <a:effectLst/>
                <a:latin typeface="CaskaydiaCove Nerd Font" panose="020B0509020204030204" pitchFamily="49" charset="0"/>
              </a:rPr>
              <a:t>variables</a:t>
            </a:r>
            <a:r>
              <a:rPr lang="en-US" sz="1800" b="0" dirty="0">
                <a:solidFill>
                  <a:srgbClr val="CCCCCC"/>
                </a:solidFill>
                <a:effectLst/>
                <a:latin typeface="CaskaydiaCove Nerd Font" panose="020B0509020204030204" pitchFamily="49" charset="0"/>
              </a:rPr>
              <a:t>:</a:t>
            </a:r>
          </a:p>
          <a:p>
            <a:pPr marL="0" indent="0">
              <a:buNone/>
            </a:pPr>
            <a:r>
              <a:rPr lang="en-US" sz="1800" b="0" dirty="0">
                <a:solidFill>
                  <a:srgbClr val="CCCCCC"/>
                </a:solidFill>
                <a:effectLst/>
                <a:latin typeface="CaskaydiaCove Nerd Font" panose="020B0509020204030204" pitchFamily="49" charset="0"/>
              </a:rPr>
              <a:t>- </a:t>
            </a:r>
            <a:r>
              <a:rPr lang="en-US" sz="1800" b="0" dirty="0">
                <a:solidFill>
                  <a:srgbClr val="569CD6"/>
                </a:solidFill>
                <a:effectLst/>
                <a:latin typeface="CaskaydiaCove Nerd Font" panose="020B0509020204030204" pitchFamily="49" charset="0"/>
              </a:rPr>
              <a:t>name</a:t>
            </a:r>
            <a:r>
              <a:rPr lang="en-US" sz="1800" b="0" dirty="0">
                <a:solidFill>
                  <a:srgbClr val="CCCCCC"/>
                </a:solidFill>
                <a:effectLst/>
                <a:latin typeface="CaskaydiaCove Nerd Font" panose="020B0509020204030204" pitchFamily="49" charset="0"/>
              </a:rPr>
              <a:t>: </a:t>
            </a:r>
            <a:r>
              <a:rPr lang="en-US" sz="1800" b="0" dirty="0">
                <a:solidFill>
                  <a:srgbClr val="CE9178"/>
                </a:solidFill>
                <a:effectLst/>
                <a:latin typeface="CaskaydiaCove Nerd Font" panose="020B0509020204030204" pitchFamily="49" charset="0"/>
              </a:rPr>
              <a:t>one</a:t>
            </a:r>
            <a:endParaRPr lang="en-US" sz="1800" b="0" dirty="0">
              <a:solidFill>
                <a:srgbClr val="CCCCCC"/>
              </a:solidFill>
              <a:effectLst/>
              <a:latin typeface="CaskaydiaCove Nerd Font" panose="020B0509020204030204" pitchFamily="49" charset="0"/>
            </a:endParaRPr>
          </a:p>
          <a:p>
            <a:pPr marL="0" indent="0">
              <a:buNone/>
            </a:pPr>
            <a:r>
              <a:rPr lang="en-US" sz="1800" dirty="0">
                <a:solidFill>
                  <a:srgbClr val="CCCCCC"/>
                </a:solidFill>
                <a:latin typeface="CaskaydiaCove Nerd Font" panose="020B0509020204030204" pitchFamily="49" charset="0"/>
              </a:rPr>
              <a:t>  </a:t>
            </a:r>
            <a:r>
              <a:rPr lang="en-US" sz="1800" b="0" dirty="0">
                <a:solidFill>
                  <a:srgbClr val="569CD6"/>
                </a:solidFill>
                <a:effectLst/>
                <a:latin typeface="CaskaydiaCove Nerd Font" panose="020B0509020204030204" pitchFamily="49" charset="0"/>
              </a:rPr>
              <a:t>value</a:t>
            </a:r>
            <a:r>
              <a:rPr lang="en-US" sz="1800" b="0" dirty="0">
                <a:solidFill>
                  <a:srgbClr val="CCCCCC"/>
                </a:solidFill>
                <a:effectLst/>
                <a:latin typeface="CaskaydiaCove Nerd Font" panose="020B0509020204030204" pitchFamily="49" charset="0"/>
              </a:rPr>
              <a:t>: </a:t>
            </a:r>
            <a:r>
              <a:rPr lang="en-US" sz="1800" b="0" dirty="0" err="1">
                <a:solidFill>
                  <a:srgbClr val="CE9178"/>
                </a:solidFill>
                <a:effectLst/>
                <a:latin typeface="CaskaydiaCove Nerd Font" panose="020B0509020204030204" pitchFamily="49" charset="0"/>
              </a:rPr>
              <a:t>initialValue</a:t>
            </a:r>
            <a:r>
              <a:rPr lang="en-US" sz="1800" b="0" dirty="0">
                <a:solidFill>
                  <a:srgbClr val="CCCCCC"/>
                </a:solidFill>
                <a:effectLst/>
                <a:latin typeface="CaskaydiaCove Nerd Font" panose="020B0509020204030204" pitchFamily="49" charset="0"/>
              </a:rPr>
              <a:t> </a:t>
            </a:r>
          </a:p>
          <a:p>
            <a:pPr marL="0" indent="0">
              <a:buNone/>
            </a:pPr>
            <a:r>
              <a:rPr lang="en-US" sz="1800" b="0" dirty="0">
                <a:solidFill>
                  <a:srgbClr val="569CD6"/>
                </a:solidFill>
                <a:effectLst/>
                <a:latin typeface="CaskaydiaCove Nerd Font" panose="020B0509020204030204" pitchFamily="49" charset="0"/>
              </a:rPr>
              <a:t>steps</a:t>
            </a:r>
            <a:r>
              <a:rPr lang="en-US" sz="1800" b="0" dirty="0">
                <a:solidFill>
                  <a:srgbClr val="CCCCCC"/>
                </a:solidFill>
                <a:effectLst/>
                <a:latin typeface="CaskaydiaCove Nerd Font" panose="020B0509020204030204" pitchFamily="49" charset="0"/>
              </a:rPr>
              <a:t>:</a:t>
            </a:r>
          </a:p>
          <a:p>
            <a:pPr marL="0" indent="0">
              <a:buNone/>
            </a:pPr>
            <a:r>
              <a:rPr lang="en-US" sz="1800" b="0" dirty="0">
                <a:solidFill>
                  <a:srgbClr val="CCCCCC"/>
                </a:solidFill>
                <a:effectLst/>
                <a:latin typeface="CaskaydiaCove Nerd Font" panose="020B0509020204030204" pitchFamily="49" charset="0"/>
              </a:rPr>
              <a:t>  - </a:t>
            </a:r>
            <a:r>
              <a:rPr lang="en-US" sz="1800" b="0" dirty="0">
                <a:solidFill>
                  <a:srgbClr val="569CD6"/>
                </a:solidFill>
                <a:effectLst/>
                <a:latin typeface="CaskaydiaCove Nerd Font" panose="020B0509020204030204" pitchFamily="49" charset="0"/>
              </a:rPr>
              <a:t>script</a:t>
            </a:r>
            <a:r>
              <a:rPr lang="en-US" sz="1800" b="0" dirty="0">
                <a:solidFill>
                  <a:srgbClr val="CCCCCC"/>
                </a:solidFill>
                <a:effectLst/>
                <a:latin typeface="CaskaydiaCove Nerd Font" panose="020B0509020204030204" pitchFamily="49" charset="0"/>
              </a:rPr>
              <a:t>: </a:t>
            </a:r>
            <a:r>
              <a:rPr lang="en-US" sz="1800" b="0" dirty="0">
                <a:solidFill>
                  <a:srgbClr val="C586C0"/>
                </a:solidFill>
                <a:effectLst/>
                <a:latin typeface="CaskaydiaCove Nerd Font" panose="020B0509020204030204" pitchFamily="49" charset="0"/>
              </a:rPr>
              <a:t>|</a:t>
            </a:r>
            <a:endParaRPr lang="en-US" sz="1800" dirty="0">
              <a:solidFill>
                <a:srgbClr val="CCCCCC"/>
              </a:solidFill>
              <a:latin typeface="CaskaydiaCove Nerd Font" panose="020B0509020204030204" pitchFamily="49" charset="0"/>
            </a:endParaRPr>
          </a:p>
          <a:p>
            <a:pPr marL="0" indent="0">
              <a:buNone/>
            </a:pPr>
            <a:r>
              <a:rPr lang="en-US" sz="1800" b="0" dirty="0">
                <a:solidFill>
                  <a:srgbClr val="CCCCCC"/>
                </a:solidFill>
                <a:effectLst/>
                <a:latin typeface="CaskaydiaCove Nerd Font" panose="020B0509020204030204" pitchFamily="49" charset="0"/>
              </a:rPr>
              <a:t>      </a:t>
            </a:r>
            <a:r>
              <a:rPr lang="en-US" sz="1800" b="0" dirty="0">
                <a:solidFill>
                  <a:srgbClr val="CE9178"/>
                </a:solidFill>
                <a:effectLst/>
                <a:latin typeface="CaskaydiaCove Nerd Font" panose="020B0509020204030204" pitchFamily="49" charset="0"/>
              </a:rPr>
              <a:t>echo ${{ variables.one }} </a:t>
            </a:r>
          </a:p>
          <a:p>
            <a:pPr marL="0" indent="0">
              <a:buNone/>
            </a:pPr>
            <a:r>
              <a:rPr lang="en-US" sz="1800" dirty="0">
                <a:solidFill>
                  <a:srgbClr val="CE9178"/>
                </a:solidFill>
                <a:latin typeface="CaskaydiaCove Nerd Font" panose="020B0509020204030204" pitchFamily="49" charset="0"/>
              </a:rPr>
              <a:t>      </a:t>
            </a:r>
            <a:r>
              <a:rPr lang="en-US" sz="1800" b="0" dirty="0">
                <a:solidFill>
                  <a:srgbClr val="CE9178"/>
                </a:solidFill>
                <a:effectLst/>
                <a:latin typeface="CaskaydiaCove Nerd Font" panose="020B0509020204030204" pitchFamily="49" charset="0"/>
              </a:rPr>
              <a:t>echo $(one)</a:t>
            </a:r>
            <a:endParaRPr lang="en-US" sz="1800" b="0" dirty="0">
              <a:solidFill>
                <a:srgbClr val="CCCCCC"/>
              </a:solidFill>
              <a:effectLst/>
              <a:latin typeface="CaskaydiaCove Nerd Font" panose="020B0509020204030204" pitchFamily="49" charset="0"/>
            </a:endParaRPr>
          </a:p>
          <a:p>
            <a:pPr marL="0" indent="0">
              <a:buNone/>
            </a:pPr>
            <a:r>
              <a:rPr lang="en-US" sz="1800" dirty="0">
                <a:solidFill>
                  <a:srgbClr val="CCCCCC"/>
                </a:solidFill>
                <a:latin typeface="CaskaydiaCove Nerd Font" panose="020B0509020204030204" pitchFamily="49" charset="0"/>
              </a:rPr>
              <a:t>    </a:t>
            </a:r>
            <a:r>
              <a:rPr lang="en-US" sz="1800" b="0" dirty="0" err="1">
                <a:solidFill>
                  <a:srgbClr val="569CD6"/>
                </a:solidFill>
                <a:effectLst/>
                <a:latin typeface="CaskaydiaCove Nerd Font" panose="020B0509020204030204" pitchFamily="49" charset="0"/>
              </a:rPr>
              <a:t>displayName</a:t>
            </a:r>
            <a:r>
              <a:rPr lang="en-US" sz="1800" b="0" dirty="0">
                <a:solidFill>
                  <a:srgbClr val="CCCCCC"/>
                </a:solidFill>
                <a:effectLst/>
                <a:latin typeface="CaskaydiaCove Nerd Font" panose="020B0509020204030204" pitchFamily="49" charset="0"/>
              </a:rPr>
              <a:t>: </a:t>
            </a:r>
            <a:r>
              <a:rPr lang="en-US" sz="1800" b="0" dirty="0">
                <a:solidFill>
                  <a:srgbClr val="CE9178"/>
                </a:solidFill>
                <a:effectLst/>
                <a:latin typeface="CaskaydiaCove Nerd Font" panose="020B0509020204030204" pitchFamily="49" charset="0"/>
              </a:rPr>
              <a:t>First variable pass</a:t>
            </a:r>
            <a:endParaRPr lang="en-US" sz="1800" b="0" dirty="0">
              <a:solidFill>
                <a:srgbClr val="CCCCCC"/>
              </a:solidFill>
              <a:effectLst/>
              <a:latin typeface="CaskaydiaCove Nerd Font" panose="020B0509020204030204" pitchFamily="49" charset="0"/>
            </a:endParaRPr>
          </a:p>
          <a:p>
            <a:pPr marL="0" indent="0">
              <a:buNone/>
            </a:pPr>
            <a:r>
              <a:rPr lang="en-US" sz="1800" b="0" dirty="0">
                <a:solidFill>
                  <a:srgbClr val="CCCCCC"/>
                </a:solidFill>
                <a:effectLst/>
                <a:latin typeface="CaskaydiaCove Nerd Font" panose="020B0509020204030204" pitchFamily="49" charset="0"/>
              </a:rPr>
              <a:t>  - </a:t>
            </a:r>
            <a:r>
              <a:rPr lang="en-US" sz="1800" b="0" dirty="0">
                <a:solidFill>
                  <a:srgbClr val="569CD6"/>
                </a:solidFill>
                <a:effectLst/>
                <a:latin typeface="CaskaydiaCove Nerd Font" panose="020B0509020204030204" pitchFamily="49" charset="0"/>
              </a:rPr>
              <a:t>bash</a:t>
            </a:r>
            <a:r>
              <a:rPr lang="en-US" sz="1800" b="0" dirty="0">
                <a:solidFill>
                  <a:srgbClr val="CCCCCC"/>
                </a:solidFill>
                <a:effectLst/>
                <a:latin typeface="CaskaydiaCove Nerd Font" panose="020B0509020204030204" pitchFamily="49" charset="0"/>
              </a:rPr>
              <a:t>: </a:t>
            </a:r>
            <a:r>
              <a:rPr lang="en-US" sz="1800" b="0" dirty="0">
                <a:solidFill>
                  <a:srgbClr val="CE9178"/>
                </a:solidFill>
                <a:effectLst/>
                <a:latin typeface="CaskaydiaCove Nerd Font" panose="020B0509020204030204" pitchFamily="49" charset="0"/>
              </a:rPr>
              <a:t>echo "##</a:t>
            </a:r>
            <a:r>
              <a:rPr lang="en-US" sz="1800" b="0" dirty="0" err="1">
                <a:solidFill>
                  <a:srgbClr val="CE9178"/>
                </a:solidFill>
                <a:effectLst/>
                <a:latin typeface="CaskaydiaCove Nerd Font" panose="020B0509020204030204" pitchFamily="49" charset="0"/>
              </a:rPr>
              <a:t>vso</a:t>
            </a:r>
            <a:r>
              <a:rPr lang="en-US" sz="1800" b="0" dirty="0">
                <a:solidFill>
                  <a:srgbClr val="CE9178"/>
                </a:solidFill>
                <a:effectLst/>
                <a:latin typeface="CaskaydiaCove Nerd Font" panose="020B0509020204030204" pitchFamily="49" charset="0"/>
              </a:rPr>
              <a:t>[</a:t>
            </a:r>
            <a:r>
              <a:rPr lang="en-US" sz="1800" b="0" dirty="0" err="1">
                <a:solidFill>
                  <a:srgbClr val="CE9178"/>
                </a:solidFill>
                <a:effectLst/>
                <a:latin typeface="CaskaydiaCove Nerd Font" panose="020B0509020204030204" pitchFamily="49" charset="0"/>
              </a:rPr>
              <a:t>task.setvariable</a:t>
            </a:r>
            <a:r>
              <a:rPr lang="en-US" sz="1800" b="0" dirty="0">
                <a:solidFill>
                  <a:srgbClr val="CE9178"/>
                </a:solidFill>
                <a:effectLst/>
                <a:latin typeface="CaskaydiaCove Nerd Font" panose="020B0509020204030204" pitchFamily="49" charset="0"/>
              </a:rPr>
              <a:t> variable=one]</a:t>
            </a:r>
            <a:r>
              <a:rPr lang="en-US" sz="1800" b="0" dirty="0" err="1">
                <a:solidFill>
                  <a:srgbClr val="CE9178"/>
                </a:solidFill>
                <a:effectLst/>
                <a:latin typeface="CaskaydiaCove Nerd Font" panose="020B0509020204030204" pitchFamily="49" charset="0"/>
              </a:rPr>
              <a:t>secondValue</a:t>
            </a:r>
            <a:r>
              <a:rPr lang="en-US" sz="1800" b="0" dirty="0">
                <a:solidFill>
                  <a:srgbClr val="CE9178"/>
                </a:solidFill>
                <a:effectLst/>
                <a:latin typeface="CaskaydiaCove Nerd Font" panose="020B0509020204030204" pitchFamily="49" charset="0"/>
              </a:rPr>
              <a:t>"</a:t>
            </a:r>
            <a:endParaRPr lang="en-US" sz="1800" b="0" dirty="0">
              <a:solidFill>
                <a:srgbClr val="CCCCCC"/>
              </a:solidFill>
              <a:effectLst/>
              <a:latin typeface="CaskaydiaCove Nerd Font" panose="020B0509020204030204" pitchFamily="49" charset="0"/>
            </a:endParaRPr>
          </a:p>
          <a:p>
            <a:pPr marL="0" indent="0">
              <a:buNone/>
            </a:pPr>
            <a:r>
              <a:rPr lang="en-US" sz="1800" dirty="0">
                <a:solidFill>
                  <a:srgbClr val="CCCCCC"/>
                </a:solidFill>
                <a:latin typeface="CaskaydiaCove Nerd Font" panose="020B0509020204030204" pitchFamily="49" charset="0"/>
              </a:rPr>
              <a:t>    </a:t>
            </a:r>
            <a:r>
              <a:rPr lang="en-US" sz="1800" b="0" dirty="0" err="1">
                <a:solidFill>
                  <a:srgbClr val="569CD6"/>
                </a:solidFill>
                <a:effectLst/>
                <a:latin typeface="CaskaydiaCove Nerd Font" panose="020B0509020204030204" pitchFamily="49" charset="0"/>
              </a:rPr>
              <a:t>displayName</a:t>
            </a:r>
            <a:r>
              <a:rPr lang="en-US" sz="1800" b="0" dirty="0">
                <a:solidFill>
                  <a:srgbClr val="CCCCCC"/>
                </a:solidFill>
                <a:effectLst/>
                <a:latin typeface="CaskaydiaCove Nerd Font" panose="020B0509020204030204" pitchFamily="49" charset="0"/>
              </a:rPr>
              <a:t>: </a:t>
            </a:r>
            <a:r>
              <a:rPr lang="en-US" sz="1800" b="0" dirty="0">
                <a:solidFill>
                  <a:srgbClr val="CE9178"/>
                </a:solidFill>
                <a:effectLst/>
                <a:latin typeface="CaskaydiaCove Nerd Font" panose="020B0509020204030204" pitchFamily="49" charset="0"/>
              </a:rPr>
              <a:t>Set new variable value</a:t>
            </a:r>
            <a:endParaRPr lang="en-US" sz="1800" dirty="0">
              <a:solidFill>
                <a:srgbClr val="CCCCCC"/>
              </a:solidFill>
              <a:latin typeface="CaskaydiaCove Nerd Font" panose="020B0509020204030204" pitchFamily="49" charset="0"/>
            </a:endParaRPr>
          </a:p>
          <a:p>
            <a:pPr marL="0" indent="0">
              <a:buNone/>
            </a:pPr>
            <a:r>
              <a:rPr lang="en-US" sz="1800" b="0" dirty="0">
                <a:solidFill>
                  <a:srgbClr val="CCCCCC"/>
                </a:solidFill>
                <a:effectLst/>
                <a:latin typeface="CaskaydiaCove Nerd Font" panose="020B0509020204030204" pitchFamily="49" charset="0"/>
              </a:rPr>
              <a:t>  - </a:t>
            </a:r>
            <a:r>
              <a:rPr lang="en-US" sz="1800" b="0" dirty="0">
                <a:solidFill>
                  <a:srgbClr val="569CD6"/>
                </a:solidFill>
                <a:effectLst/>
                <a:latin typeface="CaskaydiaCove Nerd Font" panose="020B0509020204030204" pitchFamily="49" charset="0"/>
              </a:rPr>
              <a:t>script</a:t>
            </a:r>
            <a:r>
              <a:rPr lang="en-US" sz="1800" b="0" dirty="0">
                <a:solidFill>
                  <a:srgbClr val="CCCCCC"/>
                </a:solidFill>
                <a:effectLst/>
                <a:latin typeface="CaskaydiaCove Nerd Font" panose="020B0509020204030204" pitchFamily="49" charset="0"/>
              </a:rPr>
              <a:t>: </a:t>
            </a:r>
            <a:r>
              <a:rPr lang="en-US" sz="1800" b="0" dirty="0">
                <a:solidFill>
                  <a:srgbClr val="C586C0"/>
                </a:solidFill>
                <a:effectLst/>
                <a:latin typeface="CaskaydiaCove Nerd Font" panose="020B0509020204030204" pitchFamily="49" charset="0"/>
              </a:rPr>
              <a:t>|</a:t>
            </a:r>
            <a:endParaRPr lang="en-US" sz="1800" b="0" dirty="0">
              <a:solidFill>
                <a:srgbClr val="CCCCCC"/>
              </a:solidFill>
              <a:effectLst/>
              <a:latin typeface="CaskaydiaCove Nerd Font" panose="020B0509020204030204" pitchFamily="49" charset="0"/>
            </a:endParaRPr>
          </a:p>
          <a:p>
            <a:pPr marL="0" indent="0">
              <a:buNone/>
            </a:pPr>
            <a:r>
              <a:rPr lang="en-US" sz="1800" dirty="0">
                <a:solidFill>
                  <a:srgbClr val="CE9178"/>
                </a:solidFill>
                <a:latin typeface="CaskaydiaCove Nerd Font" panose="020B0509020204030204" pitchFamily="49" charset="0"/>
              </a:rPr>
              <a:t>      </a:t>
            </a:r>
            <a:r>
              <a:rPr lang="en-US" sz="1800" b="0" dirty="0">
                <a:solidFill>
                  <a:srgbClr val="CE9178"/>
                </a:solidFill>
                <a:effectLst/>
                <a:latin typeface="CaskaydiaCove Nerd Font" panose="020B0509020204030204" pitchFamily="49" charset="0"/>
              </a:rPr>
              <a:t>echo ${{ variables.one }}</a:t>
            </a:r>
          </a:p>
          <a:p>
            <a:pPr marL="0" indent="0">
              <a:buNone/>
            </a:pPr>
            <a:r>
              <a:rPr lang="en-US" sz="1800" dirty="0">
                <a:solidFill>
                  <a:srgbClr val="CE9178"/>
                </a:solidFill>
                <a:latin typeface="CaskaydiaCove Nerd Font" panose="020B0509020204030204" pitchFamily="49" charset="0"/>
              </a:rPr>
              <a:t>      </a:t>
            </a:r>
            <a:r>
              <a:rPr lang="en-US" sz="1800" b="0" dirty="0">
                <a:solidFill>
                  <a:srgbClr val="CE9178"/>
                </a:solidFill>
                <a:effectLst/>
                <a:latin typeface="CaskaydiaCove Nerd Font" panose="020B0509020204030204" pitchFamily="49" charset="0"/>
              </a:rPr>
              <a:t>echo $(one) </a:t>
            </a:r>
          </a:p>
          <a:p>
            <a:pPr marL="0" indent="0">
              <a:buNone/>
            </a:pPr>
            <a:r>
              <a:rPr lang="en-US" sz="1800" dirty="0">
                <a:solidFill>
                  <a:srgbClr val="CE9178"/>
                </a:solidFill>
                <a:latin typeface="CaskaydiaCove Nerd Font" panose="020B0509020204030204" pitchFamily="49" charset="0"/>
              </a:rPr>
              <a:t>    </a:t>
            </a:r>
            <a:r>
              <a:rPr lang="en-US" sz="1800" b="0" dirty="0" err="1">
                <a:solidFill>
                  <a:srgbClr val="569CD6"/>
                </a:solidFill>
                <a:effectLst/>
                <a:latin typeface="CaskaydiaCove Nerd Font" panose="020B0509020204030204" pitchFamily="49" charset="0"/>
              </a:rPr>
              <a:t>displayName</a:t>
            </a:r>
            <a:r>
              <a:rPr lang="en-US" sz="1800" b="0" dirty="0">
                <a:solidFill>
                  <a:srgbClr val="CCCCCC"/>
                </a:solidFill>
                <a:effectLst/>
                <a:latin typeface="CaskaydiaCove Nerd Font" panose="020B0509020204030204" pitchFamily="49" charset="0"/>
              </a:rPr>
              <a:t>: </a:t>
            </a:r>
            <a:r>
              <a:rPr lang="en-US" sz="1800" b="0" dirty="0">
                <a:solidFill>
                  <a:srgbClr val="CE9178"/>
                </a:solidFill>
                <a:effectLst/>
                <a:latin typeface="CaskaydiaCove Nerd Font" panose="020B0509020204030204" pitchFamily="49" charset="0"/>
              </a:rPr>
              <a:t>Second variable pass</a:t>
            </a:r>
            <a:endParaRPr lang="en-US" sz="1800" b="0" dirty="0">
              <a:solidFill>
                <a:srgbClr val="CCCCCC"/>
              </a:solidFill>
              <a:effectLst/>
              <a:latin typeface="CaskaydiaCove Nerd Font" panose="020B0509020204030204" pitchFamily="49" charset="0"/>
            </a:endParaRPr>
          </a:p>
          <a:p>
            <a:endParaRPr lang="en-US" sz="1600" dirty="0"/>
          </a:p>
        </p:txBody>
      </p:sp>
    </p:spTree>
    <p:extLst>
      <p:ext uri="{BB962C8B-B14F-4D97-AF65-F5344CB8AC3E}">
        <p14:creationId xmlns:p14="http://schemas.microsoft.com/office/powerpoint/2010/main" val="17406098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455AF26-035F-994C-8BC0-C9D4E3320C69}"/>
              </a:ext>
            </a:extLst>
          </p:cNvPr>
          <p:cNvSpPr>
            <a:spLocks noGrp="1"/>
          </p:cNvSpPr>
          <p:nvPr>
            <p:ph type="sldNum" sz="quarter" idx="11"/>
          </p:nvPr>
        </p:nvSpPr>
        <p:spPr/>
        <p:txBody>
          <a:bodyPr/>
          <a:lstStyle/>
          <a:p>
            <a:fld id="{DDD2A080-DA64-4F5C-9131-47EB793B4410}" type="slidenum">
              <a:rPr lang="en-GB" noProof="0" smtClean="0"/>
              <a:pPr/>
              <a:t>16</a:t>
            </a:fld>
            <a:endParaRPr lang="en-GB" noProof="0" dirty="0"/>
          </a:p>
        </p:txBody>
      </p:sp>
      <p:sp>
        <p:nvSpPr>
          <p:cNvPr id="3" name="Title 2">
            <a:extLst>
              <a:ext uri="{FF2B5EF4-FFF2-40B4-BE49-F238E27FC236}">
                <a16:creationId xmlns:a16="http://schemas.microsoft.com/office/drawing/2014/main" id="{D9BABCF8-FDD8-8FFC-68BC-B072215BC65A}"/>
              </a:ext>
            </a:extLst>
          </p:cNvPr>
          <p:cNvSpPr>
            <a:spLocks noGrp="1"/>
          </p:cNvSpPr>
          <p:nvPr>
            <p:ph type="title"/>
          </p:nvPr>
        </p:nvSpPr>
        <p:spPr/>
        <p:txBody>
          <a:bodyPr/>
          <a:lstStyle/>
          <a:p>
            <a:r>
              <a:rPr lang="en-US" dirty="0"/>
              <a:t>Predefined variables</a:t>
            </a:r>
          </a:p>
        </p:txBody>
      </p:sp>
      <p:sp>
        <p:nvSpPr>
          <p:cNvPr id="4" name="Text Placeholder 3">
            <a:extLst>
              <a:ext uri="{FF2B5EF4-FFF2-40B4-BE49-F238E27FC236}">
                <a16:creationId xmlns:a16="http://schemas.microsoft.com/office/drawing/2014/main" id="{424E4A85-DC54-7B06-BC62-54CE44AC3F21}"/>
              </a:ext>
            </a:extLst>
          </p:cNvPr>
          <p:cNvSpPr>
            <a:spLocks noGrp="1"/>
          </p:cNvSpPr>
          <p:nvPr>
            <p:ph type="body" sz="quarter" idx="13"/>
          </p:nvPr>
        </p:nvSpPr>
        <p:spPr>
          <a:xfrm>
            <a:off x="658200" y="900000"/>
            <a:ext cx="10875600" cy="5196000"/>
          </a:xfrm>
        </p:spPr>
        <p:txBody>
          <a:bodyPr/>
          <a:lstStyle/>
          <a:p>
            <a:pPr marL="0" indent="0">
              <a:buNone/>
            </a:pPr>
            <a:r>
              <a:rPr lang="en-US" b="0" i="0" dirty="0">
                <a:solidFill>
                  <a:srgbClr val="161616"/>
                </a:solidFill>
                <a:effectLst/>
                <a:latin typeface="Segoe UI" panose="020B0502040204020203" pitchFamily="34" charset="0"/>
              </a:rPr>
              <a:t>These variables are automatically set by the system and read-only.</a:t>
            </a:r>
          </a:p>
          <a:p>
            <a:pPr marL="0" indent="0">
              <a:buNone/>
            </a:pPr>
            <a:r>
              <a:rPr lang="en-US" dirty="0">
                <a:solidFill>
                  <a:srgbClr val="161616"/>
                </a:solidFill>
                <a:latin typeface="Segoe UI" panose="020B0502040204020203" pitchFamily="34" charset="0"/>
              </a:rPr>
              <a:t>Types: </a:t>
            </a:r>
            <a:r>
              <a:rPr lang="en-US" b="1" dirty="0">
                <a:solidFill>
                  <a:srgbClr val="161616"/>
                </a:solidFill>
                <a:latin typeface="Segoe UI" panose="020B0502040204020203" pitchFamily="34" charset="0"/>
              </a:rPr>
              <a:t>Agent variables</a:t>
            </a:r>
            <a:r>
              <a:rPr lang="en-US" dirty="0">
                <a:solidFill>
                  <a:srgbClr val="161616"/>
                </a:solidFill>
                <a:latin typeface="Segoe UI" panose="020B0502040204020203" pitchFamily="34" charset="0"/>
              </a:rPr>
              <a:t>, </a:t>
            </a:r>
            <a:r>
              <a:rPr lang="en-US" b="1" dirty="0">
                <a:solidFill>
                  <a:srgbClr val="161616"/>
                </a:solidFill>
                <a:latin typeface="Segoe UI" panose="020B0502040204020203" pitchFamily="34" charset="0"/>
              </a:rPr>
              <a:t>Build variables, System variables</a:t>
            </a:r>
            <a:br>
              <a:rPr lang="en-US" b="1" dirty="0">
                <a:solidFill>
                  <a:srgbClr val="161616"/>
                </a:solidFill>
                <a:latin typeface="Segoe UI" panose="020B0502040204020203" pitchFamily="34" charset="0"/>
              </a:rPr>
            </a:br>
            <a:br>
              <a:rPr lang="en-US" b="0" i="0" dirty="0">
                <a:solidFill>
                  <a:srgbClr val="161616"/>
                </a:solidFill>
                <a:effectLst/>
                <a:latin typeface="Segoe UI" panose="020B0502040204020203" pitchFamily="34" charset="0"/>
              </a:rPr>
            </a:br>
            <a:r>
              <a:rPr lang="en-US" b="0" i="0" dirty="0">
                <a:solidFill>
                  <a:srgbClr val="161616"/>
                </a:solidFill>
                <a:effectLst/>
                <a:latin typeface="Segoe UI" panose="020B0502040204020203" pitchFamily="34" charset="0"/>
              </a:rPr>
              <a:t>Examples:</a:t>
            </a:r>
            <a:br>
              <a:rPr lang="en-US" b="0" i="0" dirty="0">
                <a:solidFill>
                  <a:srgbClr val="161616"/>
                </a:solidFill>
                <a:effectLst/>
                <a:latin typeface="Segoe UI" panose="020B0502040204020203" pitchFamily="34" charset="0"/>
              </a:rPr>
            </a:br>
            <a:br>
              <a:rPr lang="en-US" b="0" i="0" dirty="0">
                <a:solidFill>
                  <a:srgbClr val="161616"/>
                </a:solidFill>
                <a:effectLst/>
                <a:latin typeface="Segoe UI" panose="020B0502040204020203" pitchFamily="34" charset="0"/>
              </a:rPr>
            </a:br>
            <a:r>
              <a:rPr lang="en-US" dirty="0">
                <a:solidFill>
                  <a:srgbClr val="0451A5"/>
                </a:solidFill>
                <a:latin typeface="Consolas" panose="020B0609020204030204" pitchFamily="49" charset="0"/>
              </a:rPr>
              <a:t>$(</a:t>
            </a:r>
            <a:r>
              <a:rPr lang="en-US" dirty="0" err="1">
                <a:solidFill>
                  <a:srgbClr val="0451A5"/>
                </a:solidFill>
                <a:latin typeface="Consolas" panose="020B0609020204030204" pitchFamily="49" charset="0"/>
              </a:rPr>
              <a:t>Build.BuildId</a:t>
            </a:r>
            <a:r>
              <a:rPr lang="en-US" dirty="0">
                <a:solidFill>
                  <a:srgbClr val="0451A5"/>
                </a:solidFill>
                <a:latin typeface="Consolas" panose="020B0609020204030204" pitchFamily="49" charset="0"/>
              </a:rPr>
              <a:t>) - </a:t>
            </a:r>
            <a:r>
              <a:rPr lang="en-US" b="0" i="0" dirty="0">
                <a:solidFill>
                  <a:srgbClr val="161616"/>
                </a:solidFill>
                <a:effectLst/>
                <a:latin typeface="Segoe UI" panose="020B0502040204020203" pitchFamily="34" charset="0"/>
              </a:rPr>
              <a:t>The ID of the record for the completed build.</a:t>
            </a:r>
          </a:p>
          <a:p>
            <a:pPr marL="0" indent="0">
              <a:buNone/>
            </a:pPr>
            <a:br>
              <a:rPr lang="en-US" b="0" i="0" dirty="0">
                <a:solidFill>
                  <a:srgbClr val="161616"/>
                </a:solidFill>
                <a:effectLst/>
                <a:latin typeface="Segoe UI" panose="020B0502040204020203" pitchFamily="34" charset="0"/>
              </a:rPr>
            </a:br>
            <a:r>
              <a:rPr lang="en-US" b="0" dirty="0">
                <a:solidFill>
                  <a:srgbClr val="0451A5"/>
                </a:solidFill>
                <a:effectLst/>
                <a:latin typeface="Consolas" panose="020B0609020204030204" pitchFamily="49" charset="0"/>
              </a:rPr>
              <a:t>$(</a:t>
            </a:r>
            <a:r>
              <a:rPr lang="en-US" b="0" dirty="0" err="1">
                <a:solidFill>
                  <a:srgbClr val="0451A5"/>
                </a:solidFill>
                <a:effectLst/>
                <a:latin typeface="Consolas" panose="020B0609020204030204" pitchFamily="49" charset="0"/>
              </a:rPr>
              <a:t>Build.ArtifactStagingDirectory</a:t>
            </a:r>
            <a:r>
              <a:rPr lang="en-US" b="0" dirty="0">
                <a:solidFill>
                  <a:srgbClr val="0451A5"/>
                </a:solidFill>
                <a:effectLst/>
                <a:latin typeface="Consolas" panose="020B0609020204030204" pitchFamily="49" charset="0"/>
              </a:rPr>
              <a:t>) – </a:t>
            </a:r>
            <a:r>
              <a:rPr lang="en-US" dirty="0">
                <a:solidFill>
                  <a:srgbClr val="161616"/>
                </a:solidFill>
                <a:latin typeface="Segoe UI" panose="020B0502040204020203" pitchFamily="34" charset="0"/>
              </a:rPr>
              <a:t>The local path on the agent where any artifacts are copied to before being pushed to their destination. For example: </a:t>
            </a:r>
            <a:r>
              <a:rPr lang="en-US" b="1" dirty="0">
                <a:solidFill>
                  <a:srgbClr val="161616"/>
                </a:solidFill>
                <a:latin typeface="Segoe UI" panose="020B0502040204020203" pitchFamily="34" charset="0"/>
              </a:rPr>
              <a:t>c:\agent_work\1\a</a:t>
            </a:r>
            <a:r>
              <a:rPr lang="en-US" dirty="0">
                <a:solidFill>
                  <a:srgbClr val="161616"/>
                </a:solidFill>
                <a:latin typeface="Segoe UI" panose="020B0502040204020203" pitchFamily="34" charset="0"/>
              </a:rPr>
              <a:t>. A typical way to use this folder is to publish your build artifacts with the Copy files and Publish build artifacts tasks.</a:t>
            </a:r>
          </a:p>
          <a:p>
            <a:pPr marL="0" indent="0">
              <a:buNone/>
            </a:pPr>
            <a:br>
              <a:rPr lang="en-US" b="0" dirty="0">
                <a:solidFill>
                  <a:srgbClr val="0451A5"/>
                </a:solidFill>
                <a:effectLst/>
                <a:latin typeface="Consolas" panose="020B0609020204030204" pitchFamily="49" charset="0"/>
              </a:rPr>
            </a:br>
            <a:r>
              <a:rPr lang="en-US" b="0" dirty="0">
                <a:solidFill>
                  <a:srgbClr val="0451A5"/>
                </a:solidFill>
                <a:effectLst/>
                <a:latin typeface="Consolas" panose="020B0609020204030204" pitchFamily="49" charset="0"/>
              </a:rPr>
              <a:t>$(</a:t>
            </a:r>
            <a:r>
              <a:rPr lang="en-US" b="0" dirty="0" err="1">
                <a:solidFill>
                  <a:srgbClr val="0451A5"/>
                </a:solidFill>
                <a:effectLst/>
                <a:latin typeface="Consolas" panose="020B0609020204030204" pitchFamily="49" charset="0"/>
              </a:rPr>
              <a:t>System.DefaultWorkingDirectory</a:t>
            </a:r>
            <a:r>
              <a:rPr lang="en-US" b="0" dirty="0">
                <a:solidFill>
                  <a:srgbClr val="0451A5"/>
                </a:solidFill>
                <a:effectLst/>
                <a:latin typeface="Consolas" panose="020B0609020204030204" pitchFamily="49" charset="0"/>
              </a:rPr>
              <a:t>) - </a:t>
            </a:r>
            <a:r>
              <a:rPr lang="en-US" dirty="0">
                <a:solidFill>
                  <a:srgbClr val="161616"/>
                </a:solidFill>
                <a:latin typeface="Segoe UI" panose="020B0502040204020203" pitchFamily="34" charset="0"/>
              </a:rPr>
              <a:t>The local path on the agent where your source code files are downloaded. For example: </a:t>
            </a:r>
            <a:r>
              <a:rPr lang="en-US" b="1" dirty="0">
                <a:solidFill>
                  <a:srgbClr val="161616"/>
                </a:solidFill>
                <a:latin typeface="Segoe UI" panose="020B0502040204020203" pitchFamily="34" charset="0"/>
              </a:rPr>
              <a:t>c:\agent_work\1\s</a:t>
            </a:r>
          </a:p>
          <a:p>
            <a:pPr marL="0" indent="0">
              <a:buNone/>
            </a:pPr>
            <a:br>
              <a:rPr lang="en-US" dirty="0">
                <a:solidFill>
                  <a:srgbClr val="161616"/>
                </a:solidFill>
                <a:latin typeface="Segoe UI" panose="020B0502040204020203" pitchFamily="34" charset="0"/>
              </a:rPr>
            </a:br>
            <a:r>
              <a:rPr lang="en-US" b="0" dirty="0">
                <a:solidFill>
                  <a:srgbClr val="0451A5"/>
                </a:solidFill>
                <a:effectLst/>
                <a:latin typeface="Consolas" panose="020B0609020204030204" pitchFamily="49" charset="0"/>
              </a:rPr>
              <a:t>$(</a:t>
            </a:r>
            <a:r>
              <a:rPr lang="en-US" b="0" dirty="0" err="1">
                <a:solidFill>
                  <a:srgbClr val="0451A5"/>
                </a:solidFill>
                <a:effectLst/>
                <a:latin typeface="Consolas" panose="020B0609020204030204" pitchFamily="49" charset="0"/>
              </a:rPr>
              <a:t>Pipeline.Workspace</a:t>
            </a:r>
            <a:r>
              <a:rPr lang="en-US" b="0" dirty="0">
                <a:solidFill>
                  <a:srgbClr val="0451A5"/>
                </a:solidFill>
                <a:effectLst/>
                <a:latin typeface="Consolas" panose="020B0609020204030204" pitchFamily="49" charset="0"/>
              </a:rPr>
              <a:t>) - </a:t>
            </a:r>
            <a:r>
              <a:rPr lang="en-US" dirty="0">
                <a:solidFill>
                  <a:srgbClr val="161616"/>
                </a:solidFill>
                <a:latin typeface="Segoe UI" panose="020B0502040204020203" pitchFamily="34" charset="0"/>
              </a:rPr>
              <a:t>Workspace directory for a particular pipeline. This variable has the same value as </a:t>
            </a:r>
            <a:r>
              <a:rPr lang="en-US" dirty="0" err="1">
                <a:solidFill>
                  <a:srgbClr val="161616"/>
                </a:solidFill>
                <a:latin typeface="Segoe UI" panose="020B0502040204020203" pitchFamily="34" charset="0"/>
              </a:rPr>
              <a:t>Agent.BuildDirectory</a:t>
            </a:r>
            <a:r>
              <a:rPr lang="en-US" dirty="0">
                <a:solidFill>
                  <a:srgbClr val="161616"/>
                </a:solidFill>
                <a:latin typeface="Segoe UI" panose="020B0502040204020203" pitchFamily="34" charset="0"/>
              </a:rPr>
              <a:t>. For example, </a:t>
            </a:r>
            <a:r>
              <a:rPr lang="en-US" b="1" dirty="0">
                <a:solidFill>
                  <a:srgbClr val="161616"/>
                </a:solidFill>
                <a:latin typeface="Segoe UI" panose="020B0502040204020203" pitchFamily="34" charset="0"/>
              </a:rPr>
              <a:t>/home/</a:t>
            </a:r>
            <a:r>
              <a:rPr lang="en-US" b="1" dirty="0" err="1">
                <a:solidFill>
                  <a:srgbClr val="161616"/>
                </a:solidFill>
                <a:latin typeface="Segoe UI" panose="020B0502040204020203" pitchFamily="34" charset="0"/>
              </a:rPr>
              <a:t>vsts</a:t>
            </a:r>
            <a:r>
              <a:rPr lang="en-US" b="1" dirty="0">
                <a:solidFill>
                  <a:srgbClr val="161616"/>
                </a:solidFill>
                <a:latin typeface="Segoe UI" panose="020B0502040204020203" pitchFamily="34" charset="0"/>
              </a:rPr>
              <a:t>/work/1</a:t>
            </a:r>
            <a:r>
              <a:rPr lang="en-US" dirty="0">
                <a:solidFill>
                  <a:srgbClr val="161616"/>
                </a:solidFill>
                <a:latin typeface="Segoe UI" panose="020B0502040204020203" pitchFamily="34" charset="0"/>
              </a:rPr>
              <a:t>. Here the artifacts produced in the build stage will be downloaded automatically in a deployment job.</a:t>
            </a:r>
          </a:p>
          <a:p>
            <a:pPr marL="0" indent="0">
              <a:buNone/>
            </a:pPr>
            <a:endParaRPr lang="en-US" dirty="0"/>
          </a:p>
        </p:txBody>
      </p:sp>
    </p:spTree>
    <p:extLst>
      <p:ext uri="{BB962C8B-B14F-4D97-AF65-F5344CB8AC3E}">
        <p14:creationId xmlns:p14="http://schemas.microsoft.com/office/powerpoint/2010/main" val="6110319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2C32067-4B57-1584-AB30-74A574680BB6}"/>
              </a:ext>
            </a:extLst>
          </p:cNvPr>
          <p:cNvSpPr>
            <a:spLocks noGrp="1"/>
          </p:cNvSpPr>
          <p:nvPr>
            <p:ph type="sldNum" sz="quarter" idx="11"/>
          </p:nvPr>
        </p:nvSpPr>
        <p:spPr/>
        <p:txBody>
          <a:bodyPr/>
          <a:lstStyle/>
          <a:p>
            <a:fld id="{DDD2A080-DA64-4F5C-9131-47EB793B4410}" type="slidenum">
              <a:rPr lang="en-GB" noProof="0" smtClean="0"/>
              <a:pPr/>
              <a:t>17</a:t>
            </a:fld>
            <a:endParaRPr lang="en-GB" noProof="0" dirty="0"/>
          </a:p>
        </p:txBody>
      </p:sp>
      <p:sp>
        <p:nvSpPr>
          <p:cNvPr id="3" name="Title 2">
            <a:extLst>
              <a:ext uri="{FF2B5EF4-FFF2-40B4-BE49-F238E27FC236}">
                <a16:creationId xmlns:a16="http://schemas.microsoft.com/office/drawing/2014/main" id="{4242B903-20F0-DF2B-56A6-AC36737C2F71}"/>
              </a:ext>
            </a:extLst>
          </p:cNvPr>
          <p:cNvSpPr>
            <a:spLocks noGrp="1"/>
          </p:cNvSpPr>
          <p:nvPr>
            <p:ph type="title"/>
          </p:nvPr>
        </p:nvSpPr>
        <p:spPr/>
        <p:txBody>
          <a:bodyPr/>
          <a:lstStyle/>
          <a:p>
            <a:r>
              <a:rPr lang="en-US" dirty="0"/>
              <a:t>Parallel jobs covered by free tier</a:t>
            </a:r>
          </a:p>
        </p:txBody>
      </p:sp>
      <p:sp>
        <p:nvSpPr>
          <p:cNvPr id="4" name="Text Placeholder 3">
            <a:extLst>
              <a:ext uri="{FF2B5EF4-FFF2-40B4-BE49-F238E27FC236}">
                <a16:creationId xmlns:a16="http://schemas.microsoft.com/office/drawing/2014/main" id="{0B050CBA-0BBB-7999-7340-8721616E1148}"/>
              </a:ext>
            </a:extLst>
          </p:cNvPr>
          <p:cNvSpPr>
            <a:spLocks noGrp="1"/>
          </p:cNvSpPr>
          <p:nvPr>
            <p:ph type="body" sz="quarter" idx="13"/>
          </p:nvPr>
        </p:nvSpPr>
        <p:spPr/>
        <p:txBody>
          <a:bodyPr/>
          <a:lstStyle/>
          <a:p>
            <a:pPr marL="0" indent="0">
              <a:buNone/>
            </a:pPr>
            <a:r>
              <a:rPr lang="en-US" b="1" dirty="0"/>
              <a:t>Remember: </a:t>
            </a:r>
            <a:r>
              <a:rPr lang="en-US" dirty="0"/>
              <a:t>if your organization has a single parallel job, you can run a single job at a time for all the projects.</a:t>
            </a:r>
            <a:br>
              <a:rPr lang="en-US" dirty="0"/>
            </a:br>
            <a:r>
              <a:rPr lang="en-US" b="0" i="0" dirty="0">
                <a:solidFill>
                  <a:srgbClr val="161616"/>
                </a:solidFill>
                <a:effectLst/>
                <a:latin typeface="Segoe UI" panose="020B0502040204020203" pitchFamily="34" charset="0"/>
              </a:rPr>
              <a:t>Microsoft provides a free tier of service by default in every </a:t>
            </a:r>
            <a:r>
              <a:rPr lang="en-US" b="1" i="0" dirty="0">
                <a:solidFill>
                  <a:srgbClr val="161616"/>
                </a:solidFill>
                <a:effectLst/>
                <a:latin typeface="Segoe UI" panose="020B0502040204020203" pitchFamily="34" charset="0"/>
              </a:rPr>
              <a:t>new</a:t>
            </a:r>
            <a:r>
              <a:rPr lang="en-US" b="0" i="0" dirty="0">
                <a:solidFill>
                  <a:srgbClr val="161616"/>
                </a:solidFill>
                <a:effectLst/>
                <a:latin typeface="Segoe UI" panose="020B0502040204020203" pitchFamily="34" charset="0"/>
              </a:rPr>
              <a:t> organization that includes at least one parallel job, but this is </a:t>
            </a:r>
            <a:r>
              <a:rPr lang="en-US" b="1" i="0" dirty="0">
                <a:solidFill>
                  <a:srgbClr val="161616"/>
                </a:solidFill>
                <a:effectLst/>
                <a:latin typeface="Segoe UI" panose="020B0502040204020203" pitchFamily="34" charset="0"/>
              </a:rPr>
              <a:t>disabled by default</a:t>
            </a:r>
            <a:r>
              <a:rPr lang="en-US" b="0" i="0" dirty="0">
                <a:solidFill>
                  <a:srgbClr val="161616"/>
                </a:solidFill>
                <a:effectLst/>
                <a:latin typeface="Segoe UI" panose="020B0502040204020203" pitchFamily="34" charset="0"/>
              </a:rPr>
              <a:t>. More details </a:t>
            </a:r>
            <a:r>
              <a:rPr lang="en-US" b="0" i="0" dirty="0">
                <a:solidFill>
                  <a:srgbClr val="161616"/>
                </a:solidFill>
                <a:effectLst/>
                <a:latin typeface="Segoe UI" panose="020B0502040204020203" pitchFamily="34" charset="0"/>
                <a:hlinkClick r:id="rId2"/>
              </a:rPr>
              <a:t>here</a:t>
            </a:r>
            <a:r>
              <a:rPr lang="en-US" b="0" i="0" dirty="0">
                <a:solidFill>
                  <a:srgbClr val="161616"/>
                </a:solidFill>
                <a:effectLst/>
                <a:latin typeface="Segoe UI" panose="020B0502040204020203" pitchFamily="34" charset="0"/>
              </a:rPr>
              <a:t>.</a:t>
            </a:r>
            <a:br>
              <a:rPr lang="en-US" b="0" i="0" dirty="0">
                <a:solidFill>
                  <a:srgbClr val="161616"/>
                </a:solidFill>
                <a:effectLst/>
                <a:latin typeface="Segoe UI" panose="020B0502040204020203" pitchFamily="34" charset="0"/>
              </a:rPr>
            </a:br>
            <a:br>
              <a:rPr lang="en-US" b="0" i="0" dirty="0">
                <a:solidFill>
                  <a:srgbClr val="161616"/>
                </a:solidFill>
                <a:effectLst/>
                <a:latin typeface="Segoe UI" panose="020B0502040204020203" pitchFamily="34" charset="0"/>
              </a:rPr>
            </a:br>
            <a:r>
              <a:rPr lang="en-US" dirty="0">
                <a:solidFill>
                  <a:srgbClr val="161616"/>
                </a:solidFill>
                <a:latin typeface="Segoe UI" panose="020B0502040204020203" pitchFamily="34" charset="0"/>
              </a:rPr>
              <a:t>For enabling </a:t>
            </a:r>
            <a:r>
              <a:rPr lang="en-US" b="0" i="0" dirty="0">
                <a:solidFill>
                  <a:srgbClr val="161616"/>
                </a:solidFill>
                <a:effectLst/>
                <a:latin typeface="Segoe UI" panose="020B0502040204020203" pitchFamily="34" charset="0"/>
              </a:rPr>
              <a:t>submit this request: </a:t>
            </a:r>
            <a:r>
              <a:rPr lang="en-US" b="0" i="0" dirty="0">
                <a:solidFill>
                  <a:srgbClr val="161616"/>
                </a:solidFill>
                <a:effectLst/>
                <a:latin typeface="Segoe UI" panose="020B0502040204020203" pitchFamily="34" charset="0"/>
                <a:hlinkClick r:id="rId3"/>
              </a:rPr>
              <a:t>https://aka.ms/azpipelines-parallelism-request</a:t>
            </a:r>
            <a:endParaRPr lang="en-US" b="0" i="0" dirty="0">
              <a:solidFill>
                <a:srgbClr val="161616"/>
              </a:solidFill>
              <a:effectLst/>
              <a:latin typeface="Segoe UI" panose="020B0502040204020203" pitchFamily="34" charset="0"/>
            </a:endParaRPr>
          </a:p>
          <a:p>
            <a:pPr marL="0" indent="0">
              <a:buNone/>
            </a:pPr>
            <a:r>
              <a:rPr lang="en-US" b="0" i="0" dirty="0">
                <a:solidFill>
                  <a:srgbClr val="161616"/>
                </a:solidFill>
                <a:effectLst/>
                <a:latin typeface="Segoe UI" panose="020B0502040204020203" pitchFamily="34" charset="0"/>
              </a:rPr>
              <a:t>It can take about 2-3 business days </a:t>
            </a:r>
            <a:r>
              <a:rPr lang="en-US" dirty="0">
                <a:solidFill>
                  <a:srgbClr val="161616"/>
                </a:solidFill>
                <a:latin typeface="Segoe UI" panose="020B0502040204020203" pitchFamily="34" charset="0"/>
              </a:rPr>
              <a:t>for the grant to be activated.</a:t>
            </a:r>
            <a:endParaRPr lang="en-US" b="0" i="0" dirty="0">
              <a:solidFill>
                <a:srgbClr val="161616"/>
              </a:solidFill>
              <a:effectLst/>
              <a:latin typeface="Segoe UI" panose="020B0502040204020203" pitchFamily="34" charset="0"/>
            </a:endParaRPr>
          </a:p>
          <a:p>
            <a:pPr marL="0" indent="0">
              <a:buNone/>
            </a:pPr>
            <a:r>
              <a:rPr lang="en-US" dirty="0">
                <a:solidFill>
                  <a:srgbClr val="161616"/>
                </a:solidFill>
                <a:latin typeface="Segoe UI" panose="020B0502040204020203" pitchFamily="34" charset="0"/>
              </a:rPr>
              <a:t>You can see the allocation in dev.azure.com/[</a:t>
            </a:r>
            <a:r>
              <a:rPr lang="en-US" dirty="0" err="1">
                <a:solidFill>
                  <a:srgbClr val="161616"/>
                </a:solidFill>
                <a:latin typeface="Segoe UI" panose="020B0502040204020203" pitchFamily="34" charset="0"/>
              </a:rPr>
              <a:t>your_organization</a:t>
            </a:r>
            <a:r>
              <a:rPr lang="en-US" dirty="0">
                <a:solidFill>
                  <a:srgbClr val="161616"/>
                </a:solidFill>
                <a:latin typeface="Segoe UI" panose="020B0502040204020203" pitchFamily="34" charset="0"/>
              </a:rPr>
              <a:t>] - &gt; Organization settings -&gt; Parallel jobs.</a:t>
            </a:r>
          </a:p>
          <a:p>
            <a:pPr marL="0" indent="0">
              <a:buNone/>
            </a:pPr>
            <a:endParaRPr lang="en-US" b="0" i="0" dirty="0">
              <a:solidFill>
                <a:srgbClr val="161616"/>
              </a:solidFill>
              <a:effectLst/>
              <a:latin typeface="Segoe UI" panose="020B0502040204020203" pitchFamily="34" charset="0"/>
            </a:endParaRPr>
          </a:p>
          <a:p>
            <a:pPr marL="0" indent="0">
              <a:buNone/>
            </a:pPr>
            <a:endParaRPr lang="en-US" dirty="0">
              <a:solidFill>
                <a:srgbClr val="161616"/>
              </a:solidFill>
              <a:latin typeface="Segoe UI" panose="020B0502040204020203" pitchFamily="34" charset="0"/>
            </a:endParaRPr>
          </a:p>
          <a:p>
            <a:pPr marL="0" indent="0">
              <a:buNone/>
            </a:pPr>
            <a:endParaRPr lang="en-US" b="0" i="0" dirty="0">
              <a:solidFill>
                <a:srgbClr val="161616"/>
              </a:solidFill>
              <a:effectLst/>
              <a:latin typeface="Segoe UI" panose="020B0502040204020203" pitchFamily="34" charset="0"/>
            </a:endParaRPr>
          </a:p>
        </p:txBody>
      </p:sp>
      <p:pic>
        <p:nvPicPr>
          <p:cNvPr id="12" name="Picture 11">
            <a:extLst>
              <a:ext uri="{FF2B5EF4-FFF2-40B4-BE49-F238E27FC236}">
                <a16:creationId xmlns:a16="http://schemas.microsoft.com/office/drawing/2014/main" id="{0374BCCF-F96B-50B4-A68D-EEDF4E3C2DF9}"/>
              </a:ext>
            </a:extLst>
          </p:cNvPr>
          <p:cNvPicPr>
            <a:picLocks noChangeAspect="1"/>
          </p:cNvPicPr>
          <p:nvPr/>
        </p:nvPicPr>
        <p:blipFill>
          <a:blip r:embed="rId4"/>
          <a:stretch>
            <a:fillRect/>
          </a:stretch>
        </p:blipFill>
        <p:spPr>
          <a:xfrm>
            <a:off x="1049340" y="4191606"/>
            <a:ext cx="9484600" cy="1841332"/>
          </a:xfrm>
          <a:prstGeom prst="rect">
            <a:avLst/>
          </a:prstGeom>
        </p:spPr>
      </p:pic>
    </p:spTree>
    <p:extLst>
      <p:ext uri="{BB962C8B-B14F-4D97-AF65-F5344CB8AC3E}">
        <p14:creationId xmlns:p14="http://schemas.microsoft.com/office/powerpoint/2010/main" val="20540301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C3402CD-9EA2-8682-A04E-5BDE0DCF22BC}"/>
              </a:ext>
            </a:extLst>
          </p:cNvPr>
          <p:cNvSpPr>
            <a:spLocks noGrp="1"/>
          </p:cNvSpPr>
          <p:nvPr>
            <p:ph type="sldNum" sz="quarter" idx="11"/>
          </p:nvPr>
        </p:nvSpPr>
        <p:spPr/>
        <p:txBody>
          <a:bodyPr/>
          <a:lstStyle/>
          <a:p>
            <a:fld id="{DDD2A080-DA64-4F5C-9131-47EB793B4410}" type="slidenum">
              <a:rPr lang="en-GB" noProof="0" smtClean="0"/>
              <a:pPr/>
              <a:t>18</a:t>
            </a:fld>
            <a:endParaRPr lang="en-GB" noProof="0" dirty="0"/>
          </a:p>
        </p:txBody>
      </p:sp>
      <p:sp>
        <p:nvSpPr>
          <p:cNvPr id="3" name="Title 2">
            <a:extLst>
              <a:ext uri="{FF2B5EF4-FFF2-40B4-BE49-F238E27FC236}">
                <a16:creationId xmlns:a16="http://schemas.microsoft.com/office/drawing/2014/main" id="{F44B975B-9169-C578-E54F-231EA1DBD02D}"/>
              </a:ext>
            </a:extLst>
          </p:cNvPr>
          <p:cNvSpPr>
            <a:spLocks noGrp="1"/>
          </p:cNvSpPr>
          <p:nvPr>
            <p:ph type="title"/>
          </p:nvPr>
        </p:nvSpPr>
        <p:spPr/>
        <p:txBody>
          <a:bodyPr/>
          <a:lstStyle/>
          <a:p>
            <a:r>
              <a:rPr lang="en-US" dirty="0"/>
              <a:t>Lab1 – Starter pipeline</a:t>
            </a:r>
          </a:p>
        </p:txBody>
      </p:sp>
      <p:sp>
        <p:nvSpPr>
          <p:cNvPr id="4" name="Text Placeholder 3">
            <a:extLst>
              <a:ext uri="{FF2B5EF4-FFF2-40B4-BE49-F238E27FC236}">
                <a16:creationId xmlns:a16="http://schemas.microsoft.com/office/drawing/2014/main" id="{20A754E7-0825-4F8A-A07E-A866D3BBAA46}"/>
              </a:ext>
            </a:extLst>
          </p:cNvPr>
          <p:cNvSpPr>
            <a:spLocks noGrp="1"/>
          </p:cNvSpPr>
          <p:nvPr>
            <p:ph type="body" sz="quarter" idx="13"/>
          </p:nvPr>
        </p:nvSpPr>
        <p:spPr/>
        <p:txBody>
          <a:bodyPr/>
          <a:lstStyle/>
          <a:p>
            <a:pPr marL="0" indent="0" algn="l">
              <a:buNone/>
            </a:pPr>
            <a:r>
              <a:rPr lang="en-US" b="1" i="0" dirty="0">
                <a:solidFill>
                  <a:srgbClr val="161616"/>
                </a:solidFill>
                <a:effectLst/>
                <a:latin typeface="Segoe UI" panose="020B0502040204020203" pitchFamily="34" charset="0"/>
              </a:rPr>
              <a:t>Prerequisites:</a:t>
            </a:r>
          </a:p>
          <a:p>
            <a:pPr algn="l">
              <a:buFont typeface="Arial" panose="020B0604020202020204" pitchFamily="34" charset="0"/>
              <a:buChar char="•"/>
            </a:pPr>
            <a:r>
              <a:rPr lang="en-US" b="0" i="0" dirty="0">
                <a:solidFill>
                  <a:srgbClr val="161616"/>
                </a:solidFill>
                <a:effectLst/>
                <a:latin typeface="Segoe UI" panose="020B0502040204020203" pitchFamily="34" charset="0"/>
              </a:rPr>
              <a:t>An Azure account with an active subscription. </a:t>
            </a:r>
            <a:r>
              <a:rPr lang="en-US" b="0" i="0" u="none" strike="noStrike" dirty="0">
                <a:solidFill>
                  <a:srgbClr val="161616"/>
                </a:solidFill>
                <a:effectLst/>
                <a:latin typeface="Segoe UI" panose="020B0502040204020203" pitchFamily="34" charset="0"/>
                <a:hlinkClick r:id="rId3"/>
              </a:rPr>
              <a:t>Create an account for free</a:t>
            </a:r>
            <a:r>
              <a:rPr lang="en-US" b="0" i="0" dirty="0">
                <a:solidFill>
                  <a:srgbClr val="161616"/>
                </a:solidFill>
                <a:effectLst/>
                <a:latin typeface="Segoe UI" panose="020B0502040204020203" pitchFamily="34" charset="0"/>
              </a:rPr>
              <a:t>.</a:t>
            </a:r>
          </a:p>
          <a:p>
            <a:pPr algn="l">
              <a:buFont typeface="Arial" panose="020B0604020202020204" pitchFamily="34" charset="0"/>
              <a:buChar char="•"/>
            </a:pPr>
            <a:r>
              <a:rPr lang="en-US" b="0" i="0" dirty="0">
                <a:solidFill>
                  <a:srgbClr val="161616"/>
                </a:solidFill>
                <a:effectLst/>
                <a:latin typeface="Segoe UI" panose="020B0502040204020203" pitchFamily="34" charset="0"/>
              </a:rPr>
              <a:t>An Azure DevOps organization. </a:t>
            </a:r>
            <a:r>
              <a:rPr lang="en-US" b="0" i="0" u="none" strike="noStrike" dirty="0">
                <a:solidFill>
                  <a:srgbClr val="161616"/>
                </a:solidFill>
                <a:effectLst/>
                <a:latin typeface="Segoe UI" panose="020B0502040204020203" pitchFamily="34" charset="0"/>
                <a:hlinkClick r:id="rId4"/>
              </a:rPr>
              <a:t>Create one for free</a:t>
            </a:r>
            <a:r>
              <a:rPr lang="en-US" b="0" i="0" dirty="0">
                <a:solidFill>
                  <a:srgbClr val="161616"/>
                </a:solidFill>
                <a:effectLst/>
                <a:latin typeface="Segoe UI" panose="020B0502040204020203" pitchFamily="34" charset="0"/>
              </a:rPr>
              <a:t>.</a:t>
            </a:r>
          </a:p>
          <a:p>
            <a:pPr marL="0" indent="0" algn="l">
              <a:buNone/>
            </a:pPr>
            <a:r>
              <a:rPr lang="en-US" dirty="0">
                <a:solidFill>
                  <a:srgbClr val="161616"/>
                </a:solidFill>
                <a:latin typeface="Segoe UI" panose="020B0502040204020203" pitchFamily="34" charset="0"/>
              </a:rPr>
              <a:t> </a:t>
            </a:r>
          </a:p>
          <a:p>
            <a:pPr marL="0" indent="0" algn="l">
              <a:buNone/>
            </a:pPr>
            <a:r>
              <a:rPr lang="en-US" b="1" dirty="0">
                <a:solidFill>
                  <a:srgbClr val="161616"/>
                </a:solidFill>
                <a:latin typeface="Segoe UI" panose="020B0502040204020203" pitchFamily="34" charset="0"/>
              </a:rPr>
              <a:t>Let’s explore Azure </a:t>
            </a:r>
            <a:r>
              <a:rPr lang="en-US" b="1" dirty="0" err="1">
                <a:solidFill>
                  <a:srgbClr val="161616"/>
                </a:solidFill>
                <a:latin typeface="Segoe UI" panose="020B0502040204020203" pitchFamily="34" charset="0"/>
              </a:rPr>
              <a:t>Devops</a:t>
            </a:r>
            <a:r>
              <a:rPr lang="en-US" b="1" dirty="0">
                <a:solidFill>
                  <a:srgbClr val="161616"/>
                </a:solidFill>
                <a:latin typeface="Segoe UI" panose="020B0502040204020203" pitchFamily="34" charset="0"/>
              </a:rPr>
              <a:t> Repos and Pipelines.</a:t>
            </a:r>
            <a:br>
              <a:rPr lang="en-US" b="1" dirty="0">
                <a:solidFill>
                  <a:srgbClr val="161616"/>
                </a:solidFill>
                <a:latin typeface="Segoe UI" panose="020B0502040204020203" pitchFamily="34" charset="0"/>
              </a:rPr>
            </a:br>
            <a:endParaRPr lang="en-US" b="1" dirty="0">
              <a:solidFill>
                <a:srgbClr val="161616"/>
              </a:solidFill>
              <a:latin typeface="Segoe UI" panose="020B0502040204020203" pitchFamily="34" charset="0"/>
            </a:endParaRPr>
          </a:p>
          <a:p>
            <a:pPr marL="342900" indent="-342900" algn="l">
              <a:buFont typeface="Arial" panose="020B0604020202020204" pitchFamily="34" charset="0"/>
              <a:buChar char="•"/>
            </a:pPr>
            <a:r>
              <a:rPr lang="en-US" dirty="0">
                <a:solidFill>
                  <a:srgbClr val="161616"/>
                </a:solidFill>
                <a:latin typeface="Segoe UI" panose="020B0502040204020203" pitchFamily="34" charset="0"/>
              </a:rPr>
              <a:t>Login to your </a:t>
            </a:r>
            <a:r>
              <a:rPr lang="en-US" dirty="0" err="1">
                <a:solidFill>
                  <a:srgbClr val="161616"/>
                </a:solidFill>
                <a:latin typeface="Segoe UI" panose="020B0502040204020203" pitchFamily="34" charset="0"/>
              </a:rPr>
              <a:t>AzureDevops</a:t>
            </a:r>
            <a:r>
              <a:rPr lang="en-US" dirty="0">
                <a:solidFill>
                  <a:srgbClr val="161616"/>
                </a:solidFill>
                <a:latin typeface="Segoe UI" panose="020B0502040204020203" pitchFamily="34" charset="0"/>
              </a:rPr>
              <a:t> organization: </a:t>
            </a:r>
            <a:r>
              <a:rPr lang="en-US" dirty="0">
                <a:solidFill>
                  <a:srgbClr val="0070C0"/>
                </a:solidFill>
                <a:latin typeface="Segoe UI" panose="020B0502040204020203" pitchFamily="34" charset="0"/>
                <a:hlinkClick r:id="rId5">
                  <a:extLst>
                    <a:ext uri="{A12FA001-AC4F-418D-AE19-62706E023703}">
                      <ahyp:hlinkClr xmlns:ahyp="http://schemas.microsoft.com/office/drawing/2018/hyperlinkcolor" val="tx"/>
                    </a:ext>
                  </a:extLst>
                </a:hlinkClick>
              </a:rPr>
              <a:t>https://dev.azure.com/[organization</a:t>
            </a:r>
            <a:r>
              <a:rPr lang="en-US" dirty="0">
                <a:solidFill>
                  <a:srgbClr val="0070C0"/>
                </a:solidFill>
                <a:latin typeface="Segoe UI" panose="020B0502040204020203" pitchFamily="34" charset="0"/>
              </a:rPr>
              <a:t>]</a:t>
            </a:r>
          </a:p>
          <a:p>
            <a:pPr marL="342900" indent="-342900" algn="l">
              <a:buFont typeface="Arial" panose="020B0604020202020204" pitchFamily="34" charset="0"/>
              <a:buChar char="•"/>
            </a:pPr>
            <a:r>
              <a:rPr lang="en-US" dirty="0">
                <a:solidFill>
                  <a:srgbClr val="161616"/>
                </a:solidFill>
                <a:latin typeface="Segoe UI" panose="020B0502040204020203" pitchFamily="34" charset="0"/>
              </a:rPr>
              <a:t>If you are using the accounts created new for this course open the existing created project.</a:t>
            </a:r>
          </a:p>
          <a:p>
            <a:pPr marL="342900" indent="-342900" algn="l">
              <a:buFont typeface="Arial" panose="020B0604020202020204" pitchFamily="34" charset="0"/>
              <a:buChar char="•"/>
            </a:pPr>
            <a:r>
              <a:rPr lang="en-US" dirty="0">
                <a:solidFill>
                  <a:srgbClr val="161616"/>
                </a:solidFill>
                <a:latin typeface="Segoe UI" panose="020B0502040204020203" pitchFamily="34" charset="0"/>
              </a:rPr>
              <a:t>Go to Repos -&gt; Import repository</a:t>
            </a:r>
          </a:p>
          <a:p>
            <a:pPr marL="702900" lvl="4" indent="-342900"/>
            <a:r>
              <a:rPr lang="en-US" dirty="0">
                <a:solidFill>
                  <a:srgbClr val="161616"/>
                </a:solidFill>
                <a:latin typeface="Segoe UI" panose="020B0502040204020203" pitchFamily="34" charset="0"/>
              </a:rPr>
              <a:t>Clone URL: </a:t>
            </a:r>
            <a:r>
              <a:rPr lang="en-US" dirty="0">
                <a:solidFill>
                  <a:srgbClr val="0070C0"/>
                </a:solidFill>
                <a:latin typeface="Segoe UI" panose="020B0502040204020203" pitchFamily="34" charset="0"/>
                <a:hlinkClick r:id="rId6">
                  <a:extLst>
                    <a:ext uri="{A12FA001-AC4F-418D-AE19-62706E023703}">
                      <ahyp:hlinkClr xmlns:ahyp="http://schemas.microsoft.com/office/drawing/2018/hyperlinkcolor" val="tx"/>
                    </a:ext>
                  </a:extLst>
                </a:hlinkClick>
              </a:rPr>
              <a:t>https://github.com/devschooldevops/07_08_pipelines.git</a:t>
            </a:r>
            <a:endParaRPr lang="en-US" dirty="0">
              <a:solidFill>
                <a:srgbClr val="0070C0"/>
              </a:solidFill>
              <a:latin typeface="Segoe UI" panose="020B0502040204020203" pitchFamily="34" charset="0"/>
            </a:endParaRPr>
          </a:p>
          <a:p>
            <a:pPr marL="342900" indent="-342900" algn="l">
              <a:buFont typeface="Arial" panose="020B0604020202020204" pitchFamily="34" charset="0"/>
              <a:buChar char="•"/>
            </a:pPr>
            <a:r>
              <a:rPr lang="en-US" dirty="0">
                <a:solidFill>
                  <a:srgbClr val="161616"/>
                </a:solidFill>
                <a:latin typeface="Segoe UI" panose="020B0502040204020203" pitchFamily="34" charset="0"/>
              </a:rPr>
              <a:t>Then you can follow the instructions from file </a:t>
            </a:r>
            <a:r>
              <a:rPr lang="en-US" b="1" dirty="0">
                <a:solidFill>
                  <a:srgbClr val="161616"/>
                </a:solidFill>
                <a:latin typeface="Segoe UI" panose="020B0502040204020203" pitchFamily="34" charset="0"/>
              </a:rPr>
              <a:t>Day1/Lab1.md</a:t>
            </a:r>
            <a:r>
              <a:rPr lang="en-US" dirty="0">
                <a:solidFill>
                  <a:srgbClr val="161616"/>
                </a:solidFill>
                <a:latin typeface="Segoe UI" panose="020B0502040204020203" pitchFamily="34" charset="0"/>
              </a:rPr>
              <a:t>.</a:t>
            </a:r>
          </a:p>
          <a:p>
            <a:pPr marL="342900" indent="-342900" algn="l">
              <a:buFont typeface="Arial" panose="020B0604020202020204" pitchFamily="34" charset="0"/>
              <a:buChar char="•"/>
            </a:pPr>
            <a:endParaRPr lang="en-US" sz="1800" dirty="0">
              <a:solidFill>
                <a:srgbClr val="000000"/>
              </a:solidFill>
              <a:effectLst/>
              <a:latin typeface="Calibri" panose="020F0502020204030204" pitchFamily="34" charset="0"/>
            </a:endParaRPr>
          </a:p>
          <a:p>
            <a:pPr marL="342900" indent="-342900" algn="l">
              <a:buFont typeface="Arial" panose="020B0604020202020204" pitchFamily="34" charset="0"/>
              <a:buChar char="•"/>
            </a:pPr>
            <a:endParaRPr lang="en-US" dirty="0">
              <a:solidFill>
                <a:srgbClr val="161616"/>
              </a:solidFill>
              <a:latin typeface="Segoe UI" panose="020B0502040204020203" pitchFamily="34" charset="0"/>
            </a:endParaRPr>
          </a:p>
          <a:p>
            <a:pPr marL="0" indent="0" algn="l">
              <a:buNone/>
            </a:pPr>
            <a:endParaRPr lang="en-US" b="0" i="0" dirty="0">
              <a:solidFill>
                <a:srgbClr val="161616"/>
              </a:solidFill>
              <a:effectLst/>
              <a:latin typeface="Segoe UI" panose="020B0502040204020203" pitchFamily="34" charset="0"/>
            </a:endParaRPr>
          </a:p>
          <a:p>
            <a:endParaRPr lang="en-US" dirty="0"/>
          </a:p>
        </p:txBody>
      </p:sp>
    </p:spTree>
    <p:extLst>
      <p:ext uri="{BB962C8B-B14F-4D97-AF65-F5344CB8AC3E}">
        <p14:creationId xmlns:p14="http://schemas.microsoft.com/office/powerpoint/2010/main" val="17669396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B5A6130-61B6-9412-A8C3-2DEBE74DEAA8}"/>
              </a:ext>
            </a:extLst>
          </p:cNvPr>
          <p:cNvSpPr>
            <a:spLocks noGrp="1"/>
          </p:cNvSpPr>
          <p:nvPr>
            <p:ph type="sldNum" sz="quarter" idx="11"/>
          </p:nvPr>
        </p:nvSpPr>
        <p:spPr/>
        <p:txBody>
          <a:bodyPr/>
          <a:lstStyle/>
          <a:p>
            <a:fld id="{DDD2A080-DA64-4F5C-9131-47EB793B4410}" type="slidenum">
              <a:rPr lang="en-GB" noProof="0" smtClean="0"/>
              <a:pPr/>
              <a:t>19</a:t>
            </a:fld>
            <a:endParaRPr lang="en-GB" noProof="0" dirty="0"/>
          </a:p>
        </p:txBody>
      </p:sp>
      <p:sp>
        <p:nvSpPr>
          <p:cNvPr id="3" name="Title 2">
            <a:extLst>
              <a:ext uri="{FF2B5EF4-FFF2-40B4-BE49-F238E27FC236}">
                <a16:creationId xmlns:a16="http://schemas.microsoft.com/office/drawing/2014/main" id="{9CF04A4C-82C3-0ACD-3D22-DB56743BFF31}"/>
              </a:ext>
            </a:extLst>
          </p:cNvPr>
          <p:cNvSpPr>
            <a:spLocks noGrp="1"/>
          </p:cNvSpPr>
          <p:nvPr>
            <p:ph type="title"/>
          </p:nvPr>
        </p:nvSpPr>
        <p:spPr/>
        <p:txBody>
          <a:bodyPr/>
          <a:lstStyle/>
          <a:p>
            <a:r>
              <a:rPr lang="en-US" dirty="0"/>
              <a:t>Lab2 – Deploy Python application to Azure App Service </a:t>
            </a:r>
          </a:p>
        </p:txBody>
      </p:sp>
      <p:sp>
        <p:nvSpPr>
          <p:cNvPr id="4" name="Text Placeholder 3">
            <a:extLst>
              <a:ext uri="{FF2B5EF4-FFF2-40B4-BE49-F238E27FC236}">
                <a16:creationId xmlns:a16="http://schemas.microsoft.com/office/drawing/2014/main" id="{44C05F39-A98A-E5AB-9BB2-444D372701B3}"/>
              </a:ext>
            </a:extLst>
          </p:cNvPr>
          <p:cNvSpPr>
            <a:spLocks noGrp="1"/>
          </p:cNvSpPr>
          <p:nvPr>
            <p:ph type="body" sz="quarter" idx="13"/>
          </p:nvPr>
        </p:nvSpPr>
        <p:spPr/>
        <p:txBody>
          <a:bodyPr/>
          <a:lstStyle/>
          <a:p>
            <a:pPr marL="0" indent="0">
              <a:buNone/>
            </a:pPr>
            <a:r>
              <a:rPr lang="en-US" dirty="0"/>
              <a:t>In previous exercise we saw how we can run a simple starter pipeline, but the real purpose of pipelines we will see it better in this lab.</a:t>
            </a:r>
            <a:br>
              <a:rPr lang="en-US" dirty="0"/>
            </a:br>
            <a:r>
              <a:rPr lang="en-US" dirty="0"/>
              <a:t>We will try to build and deploy a simple web application to Azure App Service (Web App) using a pipeline.</a:t>
            </a:r>
            <a:br>
              <a:rPr lang="en-US" dirty="0"/>
            </a:br>
            <a:br>
              <a:rPr lang="en-US" dirty="0"/>
            </a:br>
            <a:r>
              <a:rPr lang="en-US" b="1" dirty="0"/>
              <a:t>Build: </a:t>
            </a:r>
            <a:r>
              <a:rPr lang="en-US" dirty="0"/>
              <a:t>In software development, a build is the process of converting source code files into standalone software artifact.</a:t>
            </a:r>
            <a:br>
              <a:rPr lang="en-US" dirty="0"/>
            </a:br>
            <a:r>
              <a:rPr lang="en-US" b="1" dirty="0"/>
              <a:t>A build stage </a:t>
            </a:r>
            <a:r>
              <a:rPr lang="en-US" dirty="0"/>
              <a:t>in Azure pipeline can contain a series of steps including build, installing of dependencies and publishing of required files as an artifact.</a:t>
            </a:r>
          </a:p>
          <a:p>
            <a:pPr marL="0" indent="0">
              <a:buNone/>
            </a:pPr>
            <a:r>
              <a:rPr lang="en-US" dirty="0"/>
              <a:t>Let’s discuss the prerequisites:</a:t>
            </a:r>
          </a:p>
          <a:p>
            <a:pPr marL="522900" lvl="3" indent="-342900">
              <a:buFont typeface="Arial" panose="020B0604020202020204" pitchFamily="34" charset="0"/>
              <a:buChar char="•"/>
            </a:pPr>
            <a:r>
              <a:rPr lang="en-US" dirty="0"/>
              <a:t>We	 need to have first an environment to where we can deploy our application</a:t>
            </a:r>
          </a:p>
          <a:p>
            <a:pPr marL="522900" lvl="3" indent="-342900">
              <a:buFont typeface="Arial" panose="020B0604020202020204" pitchFamily="34" charset="0"/>
              <a:buChar char="•"/>
            </a:pPr>
            <a:r>
              <a:rPr lang="en-US" dirty="0"/>
              <a:t>It’s a good chance to explore Azure Cloud with an Azure Student Subscription, so let’s check it together: </a:t>
            </a:r>
            <a:r>
              <a:rPr lang="en-US" dirty="0">
                <a:hlinkClick r:id="rId2"/>
              </a:rPr>
              <a:t>Azure for Students – Free Account Credit | Microsoft Azure</a:t>
            </a:r>
            <a:endParaRPr lang="en-US" dirty="0"/>
          </a:p>
          <a:p>
            <a:pPr marL="522900" lvl="3" indent="-342900">
              <a:buFont typeface="Arial" panose="020B0604020202020204" pitchFamily="34" charset="0"/>
              <a:buChar char="•"/>
            </a:pPr>
            <a:r>
              <a:rPr lang="en-US" dirty="0"/>
              <a:t>If not possible we can deploy to a trial subscription created for this course.</a:t>
            </a:r>
          </a:p>
          <a:p>
            <a:pPr marL="180000" lvl="3" indent="0">
              <a:buNone/>
            </a:pPr>
            <a:endParaRPr lang="en-US" dirty="0"/>
          </a:p>
          <a:p>
            <a:pPr marL="180000" lvl="3" indent="0">
              <a:buNone/>
            </a:pPr>
            <a:r>
              <a:rPr lang="en-US" dirty="0"/>
              <a:t>Open </a:t>
            </a:r>
            <a:r>
              <a:rPr lang="en-US" b="1" dirty="0">
                <a:solidFill>
                  <a:srgbClr val="161616"/>
                </a:solidFill>
                <a:latin typeface="Segoe UI" panose="020B0502040204020203" pitchFamily="34" charset="0"/>
              </a:rPr>
              <a:t>Day1/Lab2.md file </a:t>
            </a:r>
            <a:r>
              <a:rPr lang="en-US" dirty="0">
                <a:solidFill>
                  <a:srgbClr val="161616"/>
                </a:solidFill>
                <a:latin typeface="Segoe UI" panose="020B0502040204020203" pitchFamily="34" charset="0"/>
              </a:rPr>
              <a:t>from</a:t>
            </a:r>
            <a:r>
              <a:rPr lang="en-US" dirty="0"/>
              <a:t> your repository and let’s follow the instructions there, this time together.</a:t>
            </a:r>
          </a:p>
        </p:txBody>
      </p:sp>
    </p:spTree>
    <p:extLst>
      <p:ext uri="{BB962C8B-B14F-4D97-AF65-F5344CB8AC3E}">
        <p14:creationId xmlns:p14="http://schemas.microsoft.com/office/powerpoint/2010/main" val="40157330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547034-2108-3F10-92D8-2F918398A729}"/>
              </a:ext>
            </a:extLst>
          </p:cNvPr>
          <p:cNvSpPr>
            <a:spLocks noGrp="1"/>
          </p:cNvSpPr>
          <p:nvPr>
            <p:ph type="sldNum" sz="quarter" idx="11"/>
          </p:nvPr>
        </p:nvSpPr>
        <p:spPr/>
        <p:txBody>
          <a:bodyPr/>
          <a:lstStyle/>
          <a:p>
            <a:fld id="{DDD2A080-DA64-4F5C-9131-47EB793B4410}" type="slidenum">
              <a:rPr lang="en-GB" noProof="0" smtClean="0"/>
              <a:pPr/>
              <a:t>20</a:t>
            </a:fld>
            <a:endParaRPr lang="en-GB" noProof="0" dirty="0"/>
          </a:p>
        </p:txBody>
      </p:sp>
      <p:sp>
        <p:nvSpPr>
          <p:cNvPr id="3" name="Title 2">
            <a:extLst>
              <a:ext uri="{FF2B5EF4-FFF2-40B4-BE49-F238E27FC236}">
                <a16:creationId xmlns:a16="http://schemas.microsoft.com/office/drawing/2014/main" id="{44DE6678-70D4-BA14-F96B-4352C3E0ED5D}"/>
              </a:ext>
            </a:extLst>
          </p:cNvPr>
          <p:cNvSpPr>
            <a:spLocks noGrp="1"/>
          </p:cNvSpPr>
          <p:nvPr>
            <p:ph type="title"/>
          </p:nvPr>
        </p:nvSpPr>
        <p:spPr/>
        <p:txBody>
          <a:bodyPr/>
          <a:lstStyle/>
          <a:p>
            <a:r>
              <a:rPr lang="en-US" dirty="0"/>
              <a:t>About service connections</a:t>
            </a:r>
          </a:p>
        </p:txBody>
      </p:sp>
      <p:sp>
        <p:nvSpPr>
          <p:cNvPr id="4" name="Text Placeholder 3">
            <a:extLst>
              <a:ext uri="{FF2B5EF4-FFF2-40B4-BE49-F238E27FC236}">
                <a16:creationId xmlns:a16="http://schemas.microsoft.com/office/drawing/2014/main" id="{57443302-7C0F-A7F6-B30D-824BAF6C5517}"/>
              </a:ext>
            </a:extLst>
          </p:cNvPr>
          <p:cNvSpPr>
            <a:spLocks noGrp="1"/>
          </p:cNvSpPr>
          <p:nvPr>
            <p:ph type="body" sz="quarter" idx="13"/>
          </p:nvPr>
        </p:nvSpPr>
        <p:spPr>
          <a:xfrm>
            <a:off x="438291" y="872359"/>
            <a:ext cx="10875600" cy="5326838"/>
          </a:xfrm>
        </p:spPr>
        <p:txBody>
          <a:bodyPr/>
          <a:lstStyle/>
          <a:p>
            <a:pPr marL="360000" lvl="3">
              <a:buNone/>
            </a:pPr>
            <a:r>
              <a:rPr lang="en-US" b="0" i="0" dirty="0">
                <a:solidFill>
                  <a:srgbClr val="161616"/>
                </a:solidFill>
                <a:effectLst/>
                <a:latin typeface="Segoe UI" panose="020B0502040204020203" pitchFamily="34" charset="0"/>
              </a:rPr>
              <a:t>Service connections are authenticated connections between Azure Pipelines and external or remote services that you use to execute tasks in a job.</a:t>
            </a:r>
            <a:br>
              <a:rPr lang="en-US" b="0" i="0" dirty="0">
                <a:solidFill>
                  <a:srgbClr val="161616"/>
                </a:solidFill>
                <a:effectLst/>
                <a:latin typeface="Segoe UI" panose="020B0502040204020203" pitchFamily="34" charset="0"/>
              </a:rPr>
            </a:br>
            <a:br>
              <a:rPr lang="en-US" b="0" i="0" dirty="0">
                <a:solidFill>
                  <a:srgbClr val="161616"/>
                </a:solidFill>
                <a:effectLst/>
                <a:latin typeface="Segoe UI" panose="020B0502040204020203" pitchFamily="34" charset="0"/>
              </a:rPr>
            </a:br>
            <a:endParaRPr lang="en-US" dirty="0"/>
          </a:p>
        </p:txBody>
      </p:sp>
      <p:pic>
        <p:nvPicPr>
          <p:cNvPr id="6" name="Picture 5">
            <a:extLst>
              <a:ext uri="{FF2B5EF4-FFF2-40B4-BE49-F238E27FC236}">
                <a16:creationId xmlns:a16="http://schemas.microsoft.com/office/drawing/2014/main" id="{977EB49D-39E6-727A-FB54-4F03FD89834B}"/>
              </a:ext>
            </a:extLst>
          </p:cNvPr>
          <p:cNvPicPr>
            <a:picLocks noChangeAspect="1"/>
          </p:cNvPicPr>
          <p:nvPr/>
        </p:nvPicPr>
        <p:blipFill>
          <a:blip r:embed="rId2"/>
          <a:stretch>
            <a:fillRect/>
          </a:stretch>
        </p:blipFill>
        <p:spPr>
          <a:xfrm>
            <a:off x="2001645" y="1534059"/>
            <a:ext cx="6969875" cy="5058000"/>
          </a:xfrm>
          <a:prstGeom prst="rect">
            <a:avLst/>
          </a:prstGeom>
        </p:spPr>
      </p:pic>
    </p:spTree>
    <p:extLst>
      <p:ext uri="{BB962C8B-B14F-4D97-AF65-F5344CB8AC3E}">
        <p14:creationId xmlns:p14="http://schemas.microsoft.com/office/powerpoint/2010/main" val="10483595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EFFDE39-96D8-C690-29B5-C4F98695FF8D}"/>
              </a:ext>
            </a:extLst>
          </p:cNvPr>
          <p:cNvSpPr>
            <a:spLocks noGrp="1"/>
          </p:cNvSpPr>
          <p:nvPr>
            <p:ph type="sldNum" sz="quarter" idx="11"/>
          </p:nvPr>
        </p:nvSpPr>
        <p:spPr/>
        <p:txBody>
          <a:bodyPr/>
          <a:lstStyle/>
          <a:p>
            <a:fld id="{DDD2A080-DA64-4F5C-9131-47EB793B4410}" type="slidenum">
              <a:rPr lang="en-GB" noProof="0" smtClean="0"/>
              <a:pPr/>
              <a:t>21</a:t>
            </a:fld>
            <a:endParaRPr lang="en-GB" noProof="0" dirty="0"/>
          </a:p>
        </p:txBody>
      </p:sp>
      <p:sp>
        <p:nvSpPr>
          <p:cNvPr id="3" name="Title 2">
            <a:extLst>
              <a:ext uri="{FF2B5EF4-FFF2-40B4-BE49-F238E27FC236}">
                <a16:creationId xmlns:a16="http://schemas.microsoft.com/office/drawing/2014/main" id="{D282FCD4-04B8-2194-71CF-B39D6D6354AF}"/>
              </a:ext>
            </a:extLst>
          </p:cNvPr>
          <p:cNvSpPr>
            <a:spLocks noGrp="1"/>
          </p:cNvSpPr>
          <p:nvPr>
            <p:ph type="title"/>
          </p:nvPr>
        </p:nvSpPr>
        <p:spPr/>
        <p:txBody>
          <a:bodyPr/>
          <a:lstStyle/>
          <a:p>
            <a:r>
              <a:rPr lang="en-US" dirty="0"/>
              <a:t>Azure RM Service connection</a:t>
            </a:r>
          </a:p>
        </p:txBody>
      </p:sp>
      <p:pic>
        <p:nvPicPr>
          <p:cNvPr id="5" name="Picture 4">
            <a:extLst>
              <a:ext uri="{FF2B5EF4-FFF2-40B4-BE49-F238E27FC236}">
                <a16:creationId xmlns:a16="http://schemas.microsoft.com/office/drawing/2014/main" id="{F652240F-579F-6F24-6AB3-5CD33BCA73AD}"/>
              </a:ext>
            </a:extLst>
          </p:cNvPr>
          <p:cNvPicPr>
            <a:picLocks noChangeAspect="1"/>
          </p:cNvPicPr>
          <p:nvPr/>
        </p:nvPicPr>
        <p:blipFill>
          <a:blip r:embed="rId2"/>
          <a:stretch>
            <a:fillRect/>
          </a:stretch>
        </p:blipFill>
        <p:spPr>
          <a:xfrm>
            <a:off x="1704649" y="3057801"/>
            <a:ext cx="7815749" cy="3170195"/>
          </a:xfrm>
          <a:prstGeom prst="rect">
            <a:avLst/>
          </a:prstGeom>
        </p:spPr>
      </p:pic>
      <p:sp>
        <p:nvSpPr>
          <p:cNvPr id="4" name="Text Placeholder 3">
            <a:extLst>
              <a:ext uri="{FF2B5EF4-FFF2-40B4-BE49-F238E27FC236}">
                <a16:creationId xmlns:a16="http://schemas.microsoft.com/office/drawing/2014/main" id="{1681541C-FB10-B0C0-67CB-07E94C0CFC5A}"/>
              </a:ext>
            </a:extLst>
          </p:cNvPr>
          <p:cNvSpPr>
            <a:spLocks noGrp="1"/>
          </p:cNvSpPr>
          <p:nvPr>
            <p:ph type="body" sz="quarter" idx="13"/>
          </p:nvPr>
        </p:nvSpPr>
        <p:spPr>
          <a:xfrm>
            <a:off x="658199" y="994053"/>
            <a:ext cx="10875600" cy="5058000"/>
          </a:xfrm>
        </p:spPr>
        <p:txBody>
          <a:bodyPr/>
          <a:lstStyle/>
          <a:p>
            <a:pPr marL="0" indent="0">
              <a:buNone/>
            </a:pPr>
            <a:r>
              <a:rPr lang="en-US" b="0" i="0" dirty="0">
                <a:solidFill>
                  <a:srgbClr val="161616"/>
                </a:solidFill>
                <a:effectLst/>
                <a:latin typeface="Segoe UI" panose="020B0502040204020203" pitchFamily="34" charset="0"/>
              </a:rPr>
              <a:t>You can use an Azure Resource Manager service connection to connect to Azure resources such as Azure Key Vault. If you use a Resource Manager service connection, you can use a pipeline to deploy to an Azure resource like an Azure App Service app without authenticating each time.</a:t>
            </a:r>
            <a:br>
              <a:rPr lang="en-US" b="0" i="0" dirty="0">
                <a:solidFill>
                  <a:srgbClr val="161616"/>
                </a:solidFill>
                <a:effectLst/>
                <a:latin typeface="Segoe UI" panose="020B0502040204020203" pitchFamily="34" charset="0"/>
              </a:rPr>
            </a:br>
            <a:br>
              <a:rPr lang="en-US" dirty="0">
                <a:solidFill>
                  <a:srgbClr val="161616"/>
                </a:solidFill>
                <a:latin typeface="Segoe UI" panose="020B0502040204020203" pitchFamily="34" charset="0"/>
              </a:rPr>
            </a:br>
            <a:r>
              <a:rPr lang="en-US" dirty="0">
                <a:solidFill>
                  <a:srgbClr val="161616"/>
                </a:solidFill>
                <a:latin typeface="Segoe UI" panose="020B0502040204020203" pitchFamily="34" charset="0"/>
              </a:rPr>
              <a:t>Easy to be used, just for the tasks input add: </a:t>
            </a:r>
            <a:br>
              <a:rPr lang="en-US" dirty="0">
                <a:solidFill>
                  <a:srgbClr val="161616"/>
                </a:solidFill>
                <a:latin typeface="Segoe UI" panose="020B0502040204020203" pitchFamily="34" charset="0"/>
              </a:rPr>
            </a:br>
            <a:br>
              <a:rPr lang="en-US" dirty="0">
                <a:solidFill>
                  <a:srgbClr val="161616"/>
                </a:solidFill>
                <a:latin typeface="Segoe UI" panose="020B0502040204020203" pitchFamily="34" charset="0"/>
              </a:rPr>
            </a:br>
            <a:r>
              <a:rPr lang="en-US" b="0" dirty="0">
                <a:solidFill>
                  <a:srgbClr val="569CD6"/>
                </a:solidFill>
                <a:effectLst/>
                <a:latin typeface="CaskaydiaCove Nerd Font" panose="020B0509020204030204" pitchFamily="49" charset="0"/>
              </a:rPr>
              <a:t>azureSubscription</a:t>
            </a:r>
            <a:r>
              <a:rPr lang="en-US" b="0" dirty="0">
                <a:solidFill>
                  <a:srgbClr val="D4D4D4"/>
                </a:solidFill>
                <a:effectLst/>
                <a:latin typeface="CaskaydiaCove Nerd Font" panose="020B0509020204030204" pitchFamily="49" charset="0"/>
              </a:rPr>
              <a:t>: </a:t>
            </a:r>
            <a:r>
              <a:rPr lang="en-US" b="0" dirty="0">
                <a:solidFill>
                  <a:srgbClr val="CE9178"/>
                </a:solidFill>
                <a:effectLst/>
                <a:latin typeface="CaskaydiaCove Nerd Font" panose="020B0509020204030204" pitchFamily="49" charset="0"/>
              </a:rPr>
              <a:t>'name of the service connection’</a:t>
            </a:r>
            <a:br>
              <a:rPr lang="en-US" b="0" dirty="0">
                <a:solidFill>
                  <a:srgbClr val="CE9178"/>
                </a:solidFill>
                <a:effectLst/>
                <a:latin typeface="CaskaydiaCove Nerd Font" panose="020B0509020204030204" pitchFamily="49" charset="0"/>
              </a:rPr>
            </a:br>
            <a:endParaRPr lang="en-US" b="0" dirty="0">
              <a:solidFill>
                <a:srgbClr val="D4D4D4"/>
              </a:solidFill>
              <a:effectLst/>
              <a:latin typeface="CaskaydiaCove Nerd Font" panose="020B0509020204030204" pitchFamily="49" charset="0"/>
            </a:endParaRPr>
          </a:p>
          <a:p>
            <a:pPr marL="0" indent="0">
              <a:buNone/>
            </a:pPr>
            <a:endParaRPr lang="en-US" dirty="0"/>
          </a:p>
        </p:txBody>
      </p:sp>
    </p:spTree>
    <p:extLst>
      <p:ext uri="{BB962C8B-B14F-4D97-AF65-F5344CB8AC3E}">
        <p14:creationId xmlns:p14="http://schemas.microsoft.com/office/powerpoint/2010/main" val="2023014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9008265-1AD0-DF5F-4043-FAC943BDE4E1}"/>
              </a:ext>
            </a:extLst>
          </p:cNvPr>
          <p:cNvSpPr>
            <a:spLocks noGrp="1"/>
          </p:cNvSpPr>
          <p:nvPr>
            <p:ph type="sldNum" sz="quarter" idx="11"/>
          </p:nvPr>
        </p:nvSpPr>
        <p:spPr/>
        <p:txBody>
          <a:bodyPr/>
          <a:lstStyle/>
          <a:p>
            <a:fld id="{DDD2A080-DA64-4F5C-9131-47EB793B4410}" type="slidenum">
              <a:rPr lang="en-GB" noProof="0" smtClean="0"/>
              <a:pPr/>
              <a:t>22</a:t>
            </a:fld>
            <a:endParaRPr lang="en-GB" noProof="0" dirty="0"/>
          </a:p>
        </p:txBody>
      </p:sp>
      <p:sp>
        <p:nvSpPr>
          <p:cNvPr id="3" name="Title 2">
            <a:extLst>
              <a:ext uri="{FF2B5EF4-FFF2-40B4-BE49-F238E27FC236}">
                <a16:creationId xmlns:a16="http://schemas.microsoft.com/office/drawing/2014/main" id="{FB6C551F-CFED-4AD7-8867-8DBB783808A0}"/>
              </a:ext>
            </a:extLst>
          </p:cNvPr>
          <p:cNvSpPr>
            <a:spLocks noGrp="1"/>
          </p:cNvSpPr>
          <p:nvPr>
            <p:ph type="title"/>
          </p:nvPr>
        </p:nvSpPr>
        <p:spPr/>
        <p:txBody>
          <a:bodyPr/>
          <a:lstStyle/>
          <a:p>
            <a:r>
              <a:rPr lang="en-US" dirty="0"/>
              <a:t>Labs – Azure RM service connection + Infrastructure pipeline</a:t>
            </a:r>
          </a:p>
        </p:txBody>
      </p:sp>
      <p:sp>
        <p:nvSpPr>
          <p:cNvPr id="4" name="Text Placeholder 3">
            <a:extLst>
              <a:ext uri="{FF2B5EF4-FFF2-40B4-BE49-F238E27FC236}">
                <a16:creationId xmlns:a16="http://schemas.microsoft.com/office/drawing/2014/main" id="{711C757F-DAC7-9A4F-6D61-438F6162663A}"/>
              </a:ext>
            </a:extLst>
          </p:cNvPr>
          <p:cNvSpPr>
            <a:spLocks noGrp="1"/>
          </p:cNvSpPr>
          <p:nvPr>
            <p:ph type="body" sz="quarter" idx="13"/>
          </p:nvPr>
        </p:nvSpPr>
        <p:spPr/>
        <p:txBody>
          <a:bodyPr/>
          <a:lstStyle/>
          <a:p>
            <a:pPr marL="0" indent="0">
              <a:buNone/>
            </a:pPr>
            <a:br>
              <a:rPr lang="en-US" dirty="0"/>
            </a:br>
            <a:br>
              <a:rPr lang="en-US" dirty="0"/>
            </a:br>
            <a:br>
              <a:rPr lang="en-US" dirty="0"/>
            </a:br>
            <a:br>
              <a:rPr lang="en-US" dirty="0"/>
            </a:br>
            <a:r>
              <a:rPr lang="en-US" b="1" dirty="0"/>
              <a:t>Lab1: </a:t>
            </a:r>
            <a:r>
              <a:rPr lang="en-US" dirty="0"/>
              <a:t>Create  a connection in your organization that we will use to deploy our code to Azure.</a:t>
            </a:r>
            <a:br>
              <a:rPr lang="en-US" dirty="0"/>
            </a:br>
            <a:r>
              <a:rPr lang="en-US" dirty="0"/>
              <a:t>Open </a:t>
            </a:r>
            <a:r>
              <a:rPr lang="en-US" b="1" dirty="0"/>
              <a:t>Day2/Lab1-Service connection.md </a:t>
            </a:r>
            <a:r>
              <a:rPr lang="en-US" dirty="0"/>
              <a:t>and follow the instructions.</a:t>
            </a:r>
          </a:p>
          <a:p>
            <a:pPr marL="0" indent="0">
              <a:buNone/>
            </a:pPr>
            <a:endParaRPr lang="en-US" dirty="0"/>
          </a:p>
          <a:p>
            <a:pPr marL="0" indent="0">
              <a:buNone/>
            </a:pPr>
            <a:r>
              <a:rPr lang="en-US" b="1" dirty="0"/>
              <a:t>Lab2: </a:t>
            </a:r>
            <a:r>
              <a:rPr lang="en-US" dirty="0"/>
              <a:t>Deploy web app instances using Azure Pipelines, because with pipelines we can deploy also infrastructure.</a:t>
            </a:r>
            <a:br>
              <a:rPr lang="en-US" dirty="0"/>
            </a:br>
            <a:r>
              <a:rPr lang="en-US" dirty="0"/>
              <a:t>Open </a:t>
            </a:r>
            <a:r>
              <a:rPr lang="en-US" b="1" dirty="0"/>
              <a:t>Day2/Lab2-Infrastructure pipeline.md </a:t>
            </a:r>
            <a:r>
              <a:rPr lang="en-US" dirty="0"/>
              <a:t>and follow the instructions.</a:t>
            </a:r>
            <a:br>
              <a:rPr lang="en-US" b="1" dirty="0"/>
            </a:br>
            <a:br>
              <a:rPr lang="en-US" b="1" dirty="0"/>
            </a:br>
            <a:br>
              <a:rPr lang="en-US" b="1" dirty="0"/>
            </a:br>
            <a:endParaRPr lang="en-US" b="1" dirty="0"/>
          </a:p>
          <a:p>
            <a:pPr marL="0" indent="0">
              <a:buNone/>
            </a:pPr>
            <a:br>
              <a:rPr lang="en-US" dirty="0"/>
            </a:br>
            <a:endParaRPr lang="en-US" dirty="0"/>
          </a:p>
        </p:txBody>
      </p:sp>
    </p:spTree>
    <p:extLst>
      <p:ext uri="{BB962C8B-B14F-4D97-AF65-F5344CB8AC3E}">
        <p14:creationId xmlns:p14="http://schemas.microsoft.com/office/powerpoint/2010/main" val="21715286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C2A9B19-7562-E618-F6FB-2DDBC4BDC49B}"/>
              </a:ext>
            </a:extLst>
          </p:cNvPr>
          <p:cNvSpPr>
            <a:spLocks noGrp="1"/>
          </p:cNvSpPr>
          <p:nvPr>
            <p:ph type="sldNum" sz="quarter" idx="11"/>
          </p:nvPr>
        </p:nvSpPr>
        <p:spPr/>
        <p:txBody>
          <a:bodyPr/>
          <a:lstStyle/>
          <a:p>
            <a:fld id="{DDD2A080-DA64-4F5C-9131-47EB793B4410}" type="slidenum">
              <a:rPr lang="en-GB" noProof="0" smtClean="0"/>
              <a:pPr/>
              <a:t>23</a:t>
            </a:fld>
            <a:endParaRPr lang="en-GB" noProof="0" dirty="0"/>
          </a:p>
        </p:txBody>
      </p:sp>
      <p:sp>
        <p:nvSpPr>
          <p:cNvPr id="3" name="Title 2">
            <a:extLst>
              <a:ext uri="{FF2B5EF4-FFF2-40B4-BE49-F238E27FC236}">
                <a16:creationId xmlns:a16="http://schemas.microsoft.com/office/drawing/2014/main" id="{22AF7FF9-B70A-50B2-4204-FA7F5FE0ED81}"/>
              </a:ext>
            </a:extLst>
          </p:cNvPr>
          <p:cNvSpPr>
            <a:spLocks noGrp="1"/>
          </p:cNvSpPr>
          <p:nvPr>
            <p:ph type="title"/>
          </p:nvPr>
        </p:nvSpPr>
        <p:spPr/>
        <p:txBody>
          <a:bodyPr/>
          <a:lstStyle/>
          <a:p>
            <a:r>
              <a:rPr lang="en-US" dirty="0"/>
              <a:t>Templates</a:t>
            </a:r>
          </a:p>
        </p:txBody>
      </p:sp>
      <p:sp>
        <p:nvSpPr>
          <p:cNvPr id="4" name="Text Placeholder 3">
            <a:extLst>
              <a:ext uri="{FF2B5EF4-FFF2-40B4-BE49-F238E27FC236}">
                <a16:creationId xmlns:a16="http://schemas.microsoft.com/office/drawing/2014/main" id="{ADCDEC91-C4F2-8339-7AD7-30A1A43E9F1B}"/>
              </a:ext>
            </a:extLst>
          </p:cNvPr>
          <p:cNvSpPr>
            <a:spLocks noGrp="1"/>
          </p:cNvSpPr>
          <p:nvPr>
            <p:ph type="body" sz="quarter" idx="13"/>
          </p:nvPr>
        </p:nvSpPr>
        <p:spPr/>
        <p:txBody>
          <a:bodyPr/>
          <a:lstStyle/>
          <a:p>
            <a:pPr marL="0" indent="0" algn="l">
              <a:buNone/>
            </a:pPr>
            <a:r>
              <a:rPr lang="en-US" b="0" i="0" dirty="0">
                <a:solidFill>
                  <a:srgbClr val="161616"/>
                </a:solidFill>
                <a:effectLst/>
                <a:latin typeface="Segoe UI" panose="020B0502040204020203" pitchFamily="34" charset="0"/>
              </a:rPr>
              <a:t>Templates let you define reusable content, logic, and parameters in YAML pipelines.</a:t>
            </a:r>
          </a:p>
          <a:p>
            <a:pPr marL="0" indent="0" algn="l">
              <a:buNone/>
            </a:pPr>
            <a:br>
              <a:rPr lang="en-US" b="0" i="0" dirty="0">
                <a:solidFill>
                  <a:srgbClr val="161616"/>
                </a:solidFill>
                <a:effectLst/>
                <a:latin typeface="Segoe UI" panose="020B0502040204020203" pitchFamily="34" charset="0"/>
              </a:rPr>
            </a:br>
            <a:r>
              <a:rPr lang="en-US" dirty="0">
                <a:solidFill>
                  <a:srgbClr val="161616"/>
                </a:solidFill>
                <a:latin typeface="Segoe UI" panose="020B0502040204020203" pitchFamily="34" charset="0"/>
              </a:rPr>
              <a:t>Templates can be generated:</a:t>
            </a:r>
          </a:p>
          <a:p>
            <a:pPr algn="l">
              <a:buFont typeface="Arial" panose="020B0604020202020204" pitchFamily="34" charset="0"/>
              <a:buChar char="•"/>
            </a:pPr>
            <a:r>
              <a:rPr lang="en-US" dirty="0">
                <a:solidFill>
                  <a:srgbClr val="161616"/>
                </a:solidFill>
                <a:latin typeface="Segoe UI" panose="020B0502040204020203" pitchFamily="34" charset="0"/>
              </a:rPr>
              <a:t>at a stage level</a:t>
            </a:r>
          </a:p>
          <a:p>
            <a:pPr algn="l">
              <a:buFont typeface="Arial" panose="020B0604020202020204" pitchFamily="34" charset="0"/>
              <a:buChar char="•"/>
            </a:pPr>
            <a:r>
              <a:rPr lang="en-US" dirty="0">
                <a:solidFill>
                  <a:srgbClr val="161616"/>
                </a:solidFill>
                <a:latin typeface="Segoe UI" panose="020B0502040204020203" pitchFamily="34" charset="0"/>
              </a:rPr>
              <a:t>at a job level</a:t>
            </a:r>
          </a:p>
          <a:p>
            <a:pPr algn="l">
              <a:buFont typeface="Arial" panose="020B0604020202020204" pitchFamily="34" charset="0"/>
              <a:buChar char="•"/>
            </a:pPr>
            <a:r>
              <a:rPr lang="en-US" dirty="0">
                <a:solidFill>
                  <a:srgbClr val="161616"/>
                </a:solidFill>
                <a:latin typeface="Segoe UI" panose="020B0502040204020203" pitchFamily="34" charset="0"/>
              </a:rPr>
              <a:t>at a task level</a:t>
            </a:r>
          </a:p>
          <a:p>
            <a:pPr marL="0" indent="0" algn="l">
              <a:buNone/>
            </a:pPr>
            <a:br>
              <a:rPr lang="en-US" dirty="0">
                <a:solidFill>
                  <a:srgbClr val="161616"/>
                </a:solidFill>
                <a:latin typeface="Segoe UI" panose="020B0502040204020203" pitchFamily="34" charset="0"/>
              </a:rPr>
            </a:br>
            <a:r>
              <a:rPr lang="en-US" b="0" i="0" dirty="0">
                <a:solidFill>
                  <a:srgbClr val="161616"/>
                </a:solidFill>
                <a:effectLst/>
                <a:latin typeface="Segoe UI" panose="020B0502040204020203" pitchFamily="34" charset="0"/>
              </a:rPr>
              <a:t>To take full advantage of templates, you should also use </a:t>
            </a:r>
            <a:r>
              <a:rPr lang="en-US" b="0" i="0" u="none" strike="noStrike" dirty="0">
                <a:effectLst/>
                <a:latin typeface="Segoe UI" panose="020B0502040204020203" pitchFamily="34" charset="0"/>
                <a:hlinkClick r:id="rId2"/>
              </a:rPr>
              <a:t>template expressions</a:t>
            </a:r>
            <a:r>
              <a:rPr lang="en-US" b="0" i="0" dirty="0">
                <a:solidFill>
                  <a:srgbClr val="161616"/>
                </a:solidFill>
                <a:effectLst/>
                <a:latin typeface="Segoe UI" panose="020B0502040204020203" pitchFamily="34" charset="0"/>
              </a:rPr>
              <a:t> and </a:t>
            </a:r>
            <a:r>
              <a:rPr lang="en-US" b="0" i="0" u="none" strike="noStrike" dirty="0">
                <a:effectLst/>
                <a:latin typeface="Segoe UI" panose="020B0502040204020203" pitchFamily="34" charset="0"/>
                <a:hlinkClick r:id="rId3"/>
              </a:rPr>
              <a:t>template parameters</a:t>
            </a:r>
            <a:r>
              <a:rPr lang="en-US" b="0" i="0" dirty="0">
                <a:solidFill>
                  <a:srgbClr val="161616"/>
                </a:solidFill>
                <a:effectLst/>
                <a:latin typeface="Segoe UI" panose="020B0502040204020203" pitchFamily="34" charset="0"/>
              </a:rPr>
              <a:t>.</a:t>
            </a:r>
            <a:br>
              <a:rPr lang="en-US" b="0" i="0" dirty="0">
                <a:solidFill>
                  <a:srgbClr val="161616"/>
                </a:solidFill>
                <a:effectLst/>
                <a:latin typeface="Segoe UI" panose="020B0502040204020203" pitchFamily="34" charset="0"/>
              </a:rPr>
            </a:br>
            <a:br>
              <a:rPr lang="en-US" b="0" i="0" dirty="0">
                <a:solidFill>
                  <a:srgbClr val="161616"/>
                </a:solidFill>
                <a:effectLst/>
                <a:latin typeface="Segoe UI" panose="020B0502040204020203" pitchFamily="34" charset="0"/>
              </a:rPr>
            </a:br>
            <a:r>
              <a:rPr lang="en-US" b="0" i="0" dirty="0">
                <a:solidFill>
                  <a:srgbClr val="161616"/>
                </a:solidFill>
                <a:effectLst/>
                <a:latin typeface="Segoe UI" panose="020B0502040204020203" pitchFamily="34" charset="0"/>
              </a:rPr>
              <a:t>Template files need to exist on your filesystem at the start of a pipeline run. You can't reference templates in an artifact.</a:t>
            </a:r>
            <a:br>
              <a:rPr lang="en-US" b="0" i="0" dirty="0">
                <a:solidFill>
                  <a:srgbClr val="161616"/>
                </a:solidFill>
                <a:effectLst/>
                <a:latin typeface="Segoe UI" panose="020B0502040204020203" pitchFamily="34" charset="0"/>
              </a:rPr>
            </a:br>
            <a:br>
              <a:rPr lang="en-US" b="0" i="0" dirty="0">
                <a:solidFill>
                  <a:srgbClr val="161616"/>
                </a:solidFill>
                <a:effectLst/>
                <a:latin typeface="Segoe UI" panose="020B0502040204020203" pitchFamily="34" charset="0"/>
              </a:rPr>
            </a:br>
            <a:r>
              <a:rPr lang="en-US" b="1" i="0" dirty="0">
                <a:solidFill>
                  <a:srgbClr val="161616"/>
                </a:solidFill>
                <a:effectLst/>
                <a:latin typeface="Segoe UI" panose="020B0502040204020203" pitchFamily="34" charset="0"/>
              </a:rPr>
              <a:t>Runtime</a:t>
            </a:r>
            <a:r>
              <a:rPr lang="en-US" b="0" i="0" dirty="0">
                <a:solidFill>
                  <a:srgbClr val="161616"/>
                </a:solidFill>
                <a:effectLst/>
                <a:latin typeface="Segoe UI" panose="020B0502040204020203" pitchFamily="34" charset="0"/>
              </a:rPr>
              <a:t> parameters: defined at start of a pipeline to receive values from user input</a:t>
            </a:r>
          </a:p>
          <a:p>
            <a:pPr marL="0" indent="0" algn="l">
              <a:buNone/>
            </a:pPr>
            <a:r>
              <a:rPr lang="en-US" b="1" dirty="0">
                <a:solidFill>
                  <a:srgbClr val="161616"/>
                </a:solidFill>
                <a:latin typeface="Segoe UI" panose="020B0502040204020203" pitchFamily="34" charset="0"/>
              </a:rPr>
              <a:t>Template</a:t>
            </a:r>
            <a:r>
              <a:rPr lang="en-US" dirty="0">
                <a:solidFill>
                  <a:srgbClr val="161616"/>
                </a:solidFill>
                <a:latin typeface="Segoe UI" panose="020B0502040204020203" pitchFamily="34" charset="0"/>
              </a:rPr>
              <a:t> parameters: defined in any steps, jobs or stage template</a:t>
            </a:r>
          </a:p>
          <a:p>
            <a:pPr marL="0" indent="0">
              <a:buNone/>
            </a:pPr>
            <a:r>
              <a:rPr lang="en-US" b="0" i="0" dirty="0">
                <a:solidFill>
                  <a:srgbClr val="161616"/>
                </a:solidFill>
                <a:effectLst/>
                <a:latin typeface="Segoe UI" panose="020B0502040204020203" pitchFamily="34" charset="0"/>
              </a:rPr>
              <a:t> </a:t>
            </a:r>
            <a:endParaRPr lang="en-US" dirty="0"/>
          </a:p>
        </p:txBody>
      </p:sp>
    </p:spTree>
    <p:extLst>
      <p:ext uri="{BB962C8B-B14F-4D97-AF65-F5344CB8AC3E}">
        <p14:creationId xmlns:p14="http://schemas.microsoft.com/office/powerpoint/2010/main" val="39643425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3E32338-9163-8EE9-3DA7-28BBACD94988}"/>
              </a:ext>
            </a:extLst>
          </p:cNvPr>
          <p:cNvSpPr>
            <a:spLocks noGrp="1"/>
          </p:cNvSpPr>
          <p:nvPr>
            <p:ph type="sldNum" sz="quarter" idx="11"/>
          </p:nvPr>
        </p:nvSpPr>
        <p:spPr/>
        <p:txBody>
          <a:bodyPr/>
          <a:lstStyle/>
          <a:p>
            <a:fld id="{DDD2A080-DA64-4F5C-9131-47EB793B4410}" type="slidenum">
              <a:rPr lang="en-GB" noProof="0" smtClean="0"/>
              <a:pPr/>
              <a:t>24</a:t>
            </a:fld>
            <a:endParaRPr lang="en-GB" noProof="0" dirty="0"/>
          </a:p>
        </p:txBody>
      </p:sp>
      <p:sp>
        <p:nvSpPr>
          <p:cNvPr id="3" name="Title 2">
            <a:extLst>
              <a:ext uri="{FF2B5EF4-FFF2-40B4-BE49-F238E27FC236}">
                <a16:creationId xmlns:a16="http://schemas.microsoft.com/office/drawing/2014/main" id="{A511DE11-E8E2-F06B-B809-5D16628E8F6F}"/>
              </a:ext>
            </a:extLst>
          </p:cNvPr>
          <p:cNvSpPr>
            <a:spLocks noGrp="1"/>
          </p:cNvSpPr>
          <p:nvPr>
            <p:ph type="title"/>
          </p:nvPr>
        </p:nvSpPr>
        <p:spPr/>
        <p:txBody>
          <a:bodyPr/>
          <a:lstStyle/>
          <a:p>
            <a:r>
              <a:rPr lang="en-US" dirty="0"/>
              <a:t>Templates reference</a:t>
            </a:r>
          </a:p>
        </p:txBody>
      </p:sp>
      <p:sp>
        <p:nvSpPr>
          <p:cNvPr id="4" name="Text Placeholder 3">
            <a:extLst>
              <a:ext uri="{FF2B5EF4-FFF2-40B4-BE49-F238E27FC236}">
                <a16:creationId xmlns:a16="http://schemas.microsoft.com/office/drawing/2014/main" id="{2304C0AC-4C35-1008-0E97-DDF5FA8539FF}"/>
              </a:ext>
            </a:extLst>
          </p:cNvPr>
          <p:cNvSpPr>
            <a:spLocks noGrp="1"/>
          </p:cNvSpPr>
          <p:nvPr>
            <p:ph type="body" sz="quarter" idx="13"/>
          </p:nvPr>
        </p:nvSpPr>
        <p:spPr/>
        <p:txBody>
          <a:bodyPr/>
          <a:lstStyle/>
          <a:p>
            <a:pPr marL="0" indent="0">
              <a:buNone/>
            </a:pPr>
            <a:r>
              <a:rPr lang="en-US" b="0" dirty="0">
                <a:solidFill>
                  <a:srgbClr val="6A9955"/>
                </a:solidFill>
                <a:effectLst/>
                <a:latin typeface="CaskaydiaCove Nerd Font" panose="020B0509020204030204" pitchFamily="49" charset="0"/>
              </a:rPr>
              <a:t># File: azure-</a:t>
            </a:r>
            <a:r>
              <a:rPr lang="en-US" b="0" dirty="0" err="1">
                <a:solidFill>
                  <a:srgbClr val="6A9955"/>
                </a:solidFill>
                <a:effectLst/>
                <a:latin typeface="CaskaydiaCove Nerd Font" panose="020B0509020204030204" pitchFamily="49" charset="0"/>
              </a:rPr>
              <a:t>pipelines.yml</a:t>
            </a:r>
            <a:endParaRPr lang="en-US" b="0" dirty="0">
              <a:solidFill>
                <a:srgbClr val="D4D4D4"/>
              </a:solidFill>
              <a:effectLst/>
              <a:latin typeface="CaskaydiaCove Nerd Font" panose="020B0509020204030204" pitchFamily="49" charset="0"/>
            </a:endParaRPr>
          </a:p>
          <a:p>
            <a:pPr marL="0" indent="0">
              <a:buNone/>
            </a:pPr>
            <a:br>
              <a:rPr lang="en-US" b="0" dirty="0">
                <a:solidFill>
                  <a:srgbClr val="D4D4D4"/>
                </a:solidFill>
                <a:effectLst/>
                <a:latin typeface="CaskaydiaCove Nerd Font" panose="020B0509020204030204" pitchFamily="49" charset="0"/>
              </a:rPr>
            </a:br>
            <a:r>
              <a:rPr lang="en-US" b="0" dirty="0">
                <a:solidFill>
                  <a:srgbClr val="569CD6"/>
                </a:solidFill>
                <a:effectLst/>
                <a:latin typeface="CaskaydiaCove Nerd Font" panose="020B0509020204030204" pitchFamily="49" charset="0"/>
              </a:rPr>
              <a:t>jobs</a:t>
            </a:r>
            <a:r>
              <a:rPr lang="en-US" b="0" dirty="0">
                <a:solidFill>
                  <a:srgbClr val="D4D4D4"/>
                </a:solidFill>
                <a:effectLst/>
                <a:latin typeface="CaskaydiaCove Nerd Font" panose="020B0509020204030204" pitchFamily="49" charset="0"/>
              </a:rPr>
              <a:t>:</a:t>
            </a:r>
          </a:p>
          <a:p>
            <a:pPr marL="0" indent="0">
              <a:buNone/>
            </a:pPr>
            <a:r>
              <a:rPr lang="en-US" b="0" dirty="0">
                <a:solidFill>
                  <a:srgbClr val="D4D4D4"/>
                </a:solidFill>
                <a:effectLst/>
                <a:latin typeface="CaskaydiaCove Nerd Font" panose="020B0509020204030204" pitchFamily="49" charset="0"/>
              </a:rPr>
              <a:t>- </a:t>
            </a:r>
            <a:r>
              <a:rPr lang="en-US" b="0" dirty="0">
                <a:solidFill>
                  <a:srgbClr val="569CD6"/>
                </a:solidFill>
                <a:effectLst/>
                <a:latin typeface="CaskaydiaCove Nerd Font" panose="020B0509020204030204" pitchFamily="49" charset="0"/>
              </a:rPr>
              <a:t>job</a:t>
            </a:r>
            <a:r>
              <a:rPr lang="en-US" b="0" dirty="0">
                <a:solidFill>
                  <a:srgbClr val="D4D4D4"/>
                </a:solidFill>
                <a:effectLst/>
                <a:latin typeface="CaskaydiaCove Nerd Font" panose="020B0509020204030204" pitchFamily="49" charset="0"/>
              </a:rPr>
              <a:t>: </a:t>
            </a:r>
            <a:r>
              <a:rPr lang="en-US" b="0" dirty="0">
                <a:solidFill>
                  <a:srgbClr val="CE9178"/>
                </a:solidFill>
                <a:effectLst/>
                <a:latin typeface="CaskaydiaCove Nerd Font" panose="020B0509020204030204" pitchFamily="49" charset="0"/>
              </a:rPr>
              <a:t>Linux</a:t>
            </a:r>
            <a:endParaRPr lang="en-US" b="0" dirty="0">
              <a:solidFill>
                <a:srgbClr val="D4D4D4"/>
              </a:solidFill>
              <a:effectLst/>
              <a:latin typeface="CaskaydiaCove Nerd Font" panose="020B0509020204030204" pitchFamily="49" charset="0"/>
            </a:endParaRPr>
          </a:p>
          <a:p>
            <a:pPr marL="0" indent="0">
              <a:buNone/>
            </a:pPr>
            <a:r>
              <a:rPr lang="en-US" b="0" dirty="0">
                <a:solidFill>
                  <a:srgbClr val="D4D4D4"/>
                </a:solidFill>
                <a:effectLst/>
                <a:latin typeface="CaskaydiaCove Nerd Font" panose="020B0509020204030204" pitchFamily="49" charset="0"/>
              </a:rPr>
              <a:t>  </a:t>
            </a:r>
            <a:r>
              <a:rPr lang="en-US" b="0" dirty="0">
                <a:solidFill>
                  <a:srgbClr val="569CD6"/>
                </a:solidFill>
                <a:effectLst/>
                <a:latin typeface="CaskaydiaCove Nerd Font" panose="020B0509020204030204" pitchFamily="49" charset="0"/>
              </a:rPr>
              <a:t>pool</a:t>
            </a:r>
            <a:r>
              <a:rPr lang="en-US" b="0" dirty="0">
                <a:solidFill>
                  <a:srgbClr val="D4D4D4"/>
                </a:solidFill>
                <a:effectLst/>
                <a:latin typeface="CaskaydiaCove Nerd Font" panose="020B0509020204030204" pitchFamily="49" charset="0"/>
              </a:rPr>
              <a:t>:</a:t>
            </a:r>
          </a:p>
          <a:p>
            <a:pPr marL="0" indent="0">
              <a:buNone/>
            </a:pPr>
            <a:r>
              <a:rPr lang="en-US" dirty="0">
                <a:solidFill>
                  <a:srgbClr val="D4D4D4"/>
                </a:solidFill>
                <a:latin typeface="CaskaydiaCove Nerd Font" panose="020B0509020204030204" pitchFamily="49" charset="0"/>
              </a:rPr>
              <a:t>    </a:t>
            </a:r>
            <a:r>
              <a:rPr lang="en-US" b="0" dirty="0" err="1">
                <a:solidFill>
                  <a:srgbClr val="569CD6"/>
                </a:solidFill>
                <a:effectLst/>
                <a:latin typeface="CaskaydiaCove Nerd Font" panose="020B0509020204030204" pitchFamily="49" charset="0"/>
              </a:rPr>
              <a:t>vmImage</a:t>
            </a:r>
            <a:r>
              <a:rPr lang="en-US" b="0" dirty="0">
                <a:solidFill>
                  <a:srgbClr val="D4D4D4"/>
                </a:solidFill>
                <a:effectLst/>
                <a:latin typeface="CaskaydiaCove Nerd Font" panose="020B0509020204030204" pitchFamily="49" charset="0"/>
              </a:rPr>
              <a:t>: </a:t>
            </a:r>
            <a:r>
              <a:rPr lang="en-US" b="0" dirty="0">
                <a:solidFill>
                  <a:srgbClr val="CE9178"/>
                </a:solidFill>
                <a:effectLst/>
                <a:latin typeface="CaskaydiaCove Nerd Font" panose="020B0509020204030204" pitchFamily="49" charset="0"/>
              </a:rPr>
              <a:t>'ubuntu-latest’</a:t>
            </a:r>
            <a:endParaRPr lang="en-US" b="0" dirty="0">
              <a:solidFill>
                <a:srgbClr val="D4D4D4"/>
              </a:solidFill>
              <a:effectLst/>
              <a:latin typeface="CaskaydiaCove Nerd Font" panose="020B0509020204030204" pitchFamily="49" charset="0"/>
            </a:endParaRPr>
          </a:p>
          <a:p>
            <a:pPr marL="0" indent="0">
              <a:buNone/>
            </a:pPr>
            <a:r>
              <a:rPr lang="en-US" dirty="0">
                <a:solidFill>
                  <a:srgbClr val="D4D4D4"/>
                </a:solidFill>
                <a:latin typeface="CaskaydiaCove Nerd Font" panose="020B0509020204030204" pitchFamily="49" charset="0"/>
              </a:rPr>
              <a:t>  </a:t>
            </a:r>
            <a:r>
              <a:rPr lang="en-US" b="0" dirty="0">
                <a:solidFill>
                  <a:srgbClr val="569CD6"/>
                </a:solidFill>
                <a:effectLst/>
                <a:latin typeface="CaskaydiaCove Nerd Font" panose="020B0509020204030204" pitchFamily="49" charset="0"/>
              </a:rPr>
              <a:t>steps</a:t>
            </a:r>
            <a:r>
              <a:rPr lang="en-US" b="0" dirty="0">
                <a:solidFill>
                  <a:srgbClr val="D4D4D4"/>
                </a:solidFill>
                <a:effectLst/>
                <a:latin typeface="CaskaydiaCove Nerd Font" panose="020B0509020204030204" pitchFamily="49" charset="0"/>
              </a:rPr>
              <a:t>:</a:t>
            </a:r>
          </a:p>
          <a:p>
            <a:pPr marL="0" indent="0">
              <a:buNone/>
            </a:pPr>
            <a:r>
              <a:rPr lang="en-US" dirty="0">
                <a:solidFill>
                  <a:srgbClr val="D4D4D4"/>
                </a:solidFill>
                <a:latin typeface="CaskaydiaCove Nerd Font" panose="020B0509020204030204" pitchFamily="49" charset="0"/>
              </a:rPr>
              <a:t>  </a:t>
            </a:r>
            <a:r>
              <a:rPr lang="en-US" b="0" dirty="0">
                <a:solidFill>
                  <a:srgbClr val="D4D4D4"/>
                </a:solidFill>
                <a:effectLst/>
                <a:latin typeface="CaskaydiaCove Nerd Font" panose="020B0509020204030204" pitchFamily="49" charset="0"/>
              </a:rPr>
              <a:t>- </a:t>
            </a:r>
            <a:r>
              <a:rPr lang="en-US" b="0" dirty="0">
                <a:solidFill>
                  <a:srgbClr val="569CD6"/>
                </a:solidFill>
                <a:effectLst/>
                <a:latin typeface="CaskaydiaCove Nerd Font" panose="020B0509020204030204" pitchFamily="49" charset="0"/>
              </a:rPr>
              <a:t>template</a:t>
            </a:r>
            <a:r>
              <a:rPr lang="en-US" b="0" dirty="0">
                <a:solidFill>
                  <a:srgbClr val="D4D4D4"/>
                </a:solidFill>
                <a:effectLst/>
                <a:latin typeface="CaskaydiaCove Nerd Font" panose="020B0509020204030204" pitchFamily="49" charset="0"/>
              </a:rPr>
              <a:t>: </a:t>
            </a:r>
            <a:r>
              <a:rPr lang="en-US" b="0" dirty="0">
                <a:solidFill>
                  <a:srgbClr val="CE9178"/>
                </a:solidFill>
                <a:effectLst/>
                <a:latin typeface="CaskaydiaCove Nerd Font" panose="020B0509020204030204" pitchFamily="49" charset="0"/>
              </a:rPr>
              <a:t>templates/include-</a:t>
            </a:r>
            <a:r>
              <a:rPr lang="en-US" b="0" dirty="0" err="1">
                <a:solidFill>
                  <a:srgbClr val="CE9178"/>
                </a:solidFill>
                <a:effectLst/>
                <a:latin typeface="CaskaydiaCove Nerd Font" panose="020B0509020204030204" pitchFamily="49" charset="0"/>
              </a:rPr>
              <a:t>npm</a:t>
            </a:r>
            <a:r>
              <a:rPr lang="en-US" b="0" dirty="0">
                <a:solidFill>
                  <a:srgbClr val="CE9178"/>
                </a:solidFill>
                <a:effectLst/>
                <a:latin typeface="CaskaydiaCove Nerd Font" panose="020B0509020204030204" pitchFamily="49" charset="0"/>
              </a:rPr>
              <a:t>-</a:t>
            </a:r>
            <a:r>
              <a:rPr lang="en-US" b="0" dirty="0" err="1">
                <a:solidFill>
                  <a:srgbClr val="CE9178"/>
                </a:solidFill>
                <a:effectLst/>
                <a:latin typeface="CaskaydiaCove Nerd Font" panose="020B0509020204030204" pitchFamily="49" charset="0"/>
              </a:rPr>
              <a:t>steps.yml</a:t>
            </a:r>
            <a:r>
              <a:rPr lang="en-US" b="0" dirty="0">
                <a:solidFill>
                  <a:srgbClr val="D4D4D4"/>
                </a:solidFill>
                <a:effectLst/>
                <a:latin typeface="CaskaydiaCove Nerd Font" panose="020B0509020204030204" pitchFamily="49" charset="0"/>
              </a:rPr>
              <a:t>  </a:t>
            </a:r>
            <a:r>
              <a:rPr lang="en-US" b="0" dirty="0">
                <a:solidFill>
                  <a:srgbClr val="6A9955"/>
                </a:solidFill>
                <a:effectLst/>
                <a:latin typeface="CaskaydiaCove Nerd Font" panose="020B0509020204030204" pitchFamily="49" charset="0"/>
              </a:rPr>
              <a:t># Template reference</a:t>
            </a:r>
            <a:endParaRPr lang="en-US" b="0" dirty="0">
              <a:solidFill>
                <a:srgbClr val="D4D4D4"/>
              </a:solidFill>
              <a:effectLst/>
              <a:latin typeface="CaskaydiaCove Nerd Font" panose="020B0509020204030204" pitchFamily="49" charset="0"/>
            </a:endParaRPr>
          </a:p>
          <a:p>
            <a:pPr marL="0" indent="0">
              <a:buNone/>
            </a:pPr>
            <a:r>
              <a:rPr lang="en-US" b="0" dirty="0">
                <a:solidFill>
                  <a:srgbClr val="D4D4D4"/>
                </a:solidFill>
                <a:effectLst/>
                <a:latin typeface="CaskaydiaCove Nerd Font" panose="020B0509020204030204" pitchFamily="49" charset="0"/>
              </a:rPr>
              <a:t>- </a:t>
            </a:r>
            <a:r>
              <a:rPr lang="en-US" b="0" dirty="0">
                <a:solidFill>
                  <a:srgbClr val="569CD6"/>
                </a:solidFill>
                <a:effectLst/>
                <a:latin typeface="CaskaydiaCove Nerd Font" panose="020B0509020204030204" pitchFamily="49" charset="0"/>
              </a:rPr>
              <a:t>job</a:t>
            </a:r>
            <a:r>
              <a:rPr lang="en-US" b="0" dirty="0">
                <a:solidFill>
                  <a:srgbClr val="D4D4D4"/>
                </a:solidFill>
                <a:effectLst/>
                <a:latin typeface="CaskaydiaCove Nerd Font" panose="020B0509020204030204" pitchFamily="49" charset="0"/>
              </a:rPr>
              <a:t>: </a:t>
            </a:r>
            <a:r>
              <a:rPr lang="en-US" b="0" dirty="0">
                <a:solidFill>
                  <a:srgbClr val="CE9178"/>
                </a:solidFill>
                <a:effectLst/>
                <a:latin typeface="CaskaydiaCove Nerd Font" panose="020B0509020204030204" pitchFamily="49" charset="0"/>
              </a:rPr>
              <a:t>Windows</a:t>
            </a:r>
            <a:endParaRPr lang="en-US" b="0" dirty="0">
              <a:solidFill>
                <a:srgbClr val="D4D4D4"/>
              </a:solidFill>
              <a:effectLst/>
              <a:latin typeface="CaskaydiaCove Nerd Font" panose="020B0509020204030204" pitchFamily="49" charset="0"/>
            </a:endParaRPr>
          </a:p>
          <a:p>
            <a:pPr marL="0" indent="0">
              <a:buNone/>
            </a:pPr>
            <a:r>
              <a:rPr lang="en-US" dirty="0">
                <a:solidFill>
                  <a:srgbClr val="D4D4D4"/>
                </a:solidFill>
                <a:latin typeface="CaskaydiaCove Nerd Font" panose="020B0509020204030204" pitchFamily="49" charset="0"/>
              </a:rPr>
              <a:t>  </a:t>
            </a:r>
            <a:r>
              <a:rPr lang="en-US" b="0" dirty="0">
                <a:solidFill>
                  <a:srgbClr val="569CD6"/>
                </a:solidFill>
                <a:effectLst/>
                <a:latin typeface="CaskaydiaCove Nerd Font" panose="020B0509020204030204" pitchFamily="49" charset="0"/>
              </a:rPr>
              <a:t>pool</a:t>
            </a:r>
            <a:r>
              <a:rPr lang="en-US" b="0" dirty="0">
                <a:solidFill>
                  <a:srgbClr val="D4D4D4"/>
                </a:solidFill>
                <a:effectLst/>
                <a:latin typeface="CaskaydiaCove Nerd Font" panose="020B0509020204030204" pitchFamily="49" charset="0"/>
              </a:rPr>
              <a:t>:</a:t>
            </a:r>
          </a:p>
          <a:p>
            <a:pPr marL="0" indent="0">
              <a:buNone/>
            </a:pPr>
            <a:r>
              <a:rPr lang="en-US" dirty="0">
                <a:solidFill>
                  <a:srgbClr val="D4D4D4"/>
                </a:solidFill>
                <a:latin typeface="CaskaydiaCove Nerd Font" panose="020B0509020204030204" pitchFamily="49" charset="0"/>
              </a:rPr>
              <a:t>    </a:t>
            </a:r>
            <a:r>
              <a:rPr lang="en-US" b="0" dirty="0" err="1">
                <a:solidFill>
                  <a:srgbClr val="569CD6"/>
                </a:solidFill>
                <a:effectLst/>
                <a:latin typeface="CaskaydiaCove Nerd Font" panose="020B0509020204030204" pitchFamily="49" charset="0"/>
              </a:rPr>
              <a:t>vmImage</a:t>
            </a:r>
            <a:r>
              <a:rPr lang="en-US" b="0" dirty="0">
                <a:solidFill>
                  <a:srgbClr val="D4D4D4"/>
                </a:solidFill>
                <a:effectLst/>
                <a:latin typeface="CaskaydiaCove Nerd Font" panose="020B0509020204030204" pitchFamily="49" charset="0"/>
              </a:rPr>
              <a:t>: </a:t>
            </a:r>
            <a:r>
              <a:rPr lang="en-US" b="0" dirty="0">
                <a:solidFill>
                  <a:srgbClr val="CE9178"/>
                </a:solidFill>
                <a:effectLst/>
                <a:latin typeface="CaskaydiaCove Nerd Font" panose="020B0509020204030204" pitchFamily="49" charset="0"/>
              </a:rPr>
              <a:t>'windows-latest’</a:t>
            </a:r>
            <a:endParaRPr lang="en-US" b="0" dirty="0">
              <a:solidFill>
                <a:srgbClr val="D4D4D4"/>
              </a:solidFill>
              <a:effectLst/>
              <a:latin typeface="CaskaydiaCove Nerd Font" panose="020B0509020204030204" pitchFamily="49" charset="0"/>
            </a:endParaRPr>
          </a:p>
          <a:p>
            <a:pPr marL="0" indent="0">
              <a:buNone/>
            </a:pPr>
            <a:r>
              <a:rPr lang="en-US" dirty="0">
                <a:solidFill>
                  <a:srgbClr val="D4D4D4"/>
                </a:solidFill>
                <a:latin typeface="CaskaydiaCove Nerd Font" panose="020B0509020204030204" pitchFamily="49" charset="0"/>
              </a:rPr>
              <a:t>  </a:t>
            </a:r>
            <a:r>
              <a:rPr lang="en-US" b="0" dirty="0">
                <a:solidFill>
                  <a:srgbClr val="569CD6"/>
                </a:solidFill>
                <a:effectLst/>
                <a:latin typeface="CaskaydiaCove Nerd Font" panose="020B0509020204030204" pitchFamily="49" charset="0"/>
              </a:rPr>
              <a:t>steps</a:t>
            </a:r>
            <a:r>
              <a:rPr lang="en-US" b="0" dirty="0">
                <a:solidFill>
                  <a:srgbClr val="D4D4D4"/>
                </a:solidFill>
                <a:effectLst/>
                <a:latin typeface="CaskaydiaCove Nerd Font" panose="020B0509020204030204" pitchFamily="49" charset="0"/>
              </a:rPr>
              <a:t>:</a:t>
            </a:r>
          </a:p>
          <a:p>
            <a:pPr marL="0" indent="0">
              <a:buNone/>
            </a:pPr>
            <a:r>
              <a:rPr lang="en-US" b="0" dirty="0">
                <a:solidFill>
                  <a:srgbClr val="D4D4D4"/>
                </a:solidFill>
                <a:effectLst/>
                <a:latin typeface="CaskaydiaCove Nerd Font" panose="020B0509020204030204" pitchFamily="49" charset="0"/>
              </a:rPr>
              <a:t>  - </a:t>
            </a:r>
            <a:r>
              <a:rPr lang="en-US" b="0" dirty="0">
                <a:solidFill>
                  <a:srgbClr val="569CD6"/>
                </a:solidFill>
                <a:effectLst/>
                <a:latin typeface="CaskaydiaCove Nerd Font" panose="020B0509020204030204" pitchFamily="49" charset="0"/>
              </a:rPr>
              <a:t>template</a:t>
            </a:r>
            <a:r>
              <a:rPr lang="en-US" b="0" dirty="0">
                <a:solidFill>
                  <a:srgbClr val="D4D4D4"/>
                </a:solidFill>
                <a:effectLst/>
                <a:latin typeface="CaskaydiaCove Nerd Font" panose="020B0509020204030204" pitchFamily="49" charset="0"/>
              </a:rPr>
              <a:t>: </a:t>
            </a:r>
            <a:r>
              <a:rPr lang="en-US" b="0" dirty="0">
                <a:solidFill>
                  <a:srgbClr val="CE9178"/>
                </a:solidFill>
                <a:effectLst/>
                <a:latin typeface="CaskaydiaCove Nerd Font" panose="020B0509020204030204" pitchFamily="49" charset="0"/>
              </a:rPr>
              <a:t>templates/include-</a:t>
            </a:r>
            <a:r>
              <a:rPr lang="en-US" b="0" dirty="0" err="1">
                <a:solidFill>
                  <a:srgbClr val="CE9178"/>
                </a:solidFill>
                <a:effectLst/>
                <a:latin typeface="CaskaydiaCove Nerd Font" panose="020B0509020204030204" pitchFamily="49" charset="0"/>
              </a:rPr>
              <a:t>npm</a:t>
            </a:r>
            <a:r>
              <a:rPr lang="en-US" b="0" dirty="0">
                <a:solidFill>
                  <a:srgbClr val="CE9178"/>
                </a:solidFill>
                <a:effectLst/>
                <a:latin typeface="CaskaydiaCove Nerd Font" panose="020B0509020204030204" pitchFamily="49" charset="0"/>
              </a:rPr>
              <a:t>-</a:t>
            </a:r>
            <a:r>
              <a:rPr lang="en-US" b="0" dirty="0" err="1">
                <a:solidFill>
                  <a:srgbClr val="CE9178"/>
                </a:solidFill>
                <a:effectLst/>
                <a:latin typeface="CaskaydiaCove Nerd Font" panose="020B0509020204030204" pitchFamily="49" charset="0"/>
              </a:rPr>
              <a:t>steps.yml</a:t>
            </a:r>
            <a:r>
              <a:rPr lang="en-US" b="0" dirty="0">
                <a:solidFill>
                  <a:srgbClr val="D4D4D4"/>
                </a:solidFill>
                <a:effectLst/>
                <a:latin typeface="CaskaydiaCove Nerd Font" panose="020B0509020204030204" pitchFamily="49" charset="0"/>
              </a:rPr>
              <a:t>  </a:t>
            </a:r>
            <a:r>
              <a:rPr lang="en-US" b="0" dirty="0">
                <a:solidFill>
                  <a:srgbClr val="6A9955"/>
                </a:solidFill>
                <a:effectLst/>
                <a:latin typeface="CaskaydiaCove Nerd Font" panose="020B0509020204030204" pitchFamily="49" charset="0"/>
              </a:rPr>
              <a:t># Template reference</a:t>
            </a:r>
            <a:endParaRPr lang="en-US" b="0" dirty="0">
              <a:solidFill>
                <a:srgbClr val="D4D4D4"/>
              </a:solidFill>
              <a:effectLst/>
              <a:latin typeface="CaskaydiaCove Nerd Font" panose="020B0509020204030204" pitchFamily="49" charset="0"/>
            </a:endParaRPr>
          </a:p>
          <a:p>
            <a:pPr marL="0" indent="0">
              <a:buNone/>
            </a:pPr>
            <a:endParaRPr lang="en-US" dirty="0"/>
          </a:p>
        </p:txBody>
      </p:sp>
    </p:spTree>
    <p:extLst>
      <p:ext uri="{BB962C8B-B14F-4D97-AF65-F5344CB8AC3E}">
        <p14:creationId xmlns:p14="http://schemas.microsoft.com/office/powerpoint/2010/main" val="14151942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C59731-07C0-9D68-FB7A-8588E961969F}"/>
              </a:ext>
            </a:extLst>
          </p:cNvPr>
          <p:cNvSpPr>
            <a:spLocks noGrp="1"/>
          </p:cNvSpPr>
          <p:nvPr>
            <p:ph type="sldNum" sz="quarter" idx="11"/>
          </p:nvPr>
        </p:nvSpPr>
        <p:spPr/>
        <p:txBody>
          <a:bodyPr/>
          <a:lstStyle/>
          <a:p>
            <a:fld id="{DDD2A080-DA64-4F5C-9131-47EB793B4410}" type="slidenum">
              <a:rPr lang="en-GB" noProof="0" smtClean="0"/>
              <a:pPr/>
              <a:t>25</a:t>
            </a:fld>
            <a:endParaRPr lang="en-GB" noProof="0" dirty="0"/>
          </a:p>
        </p:txBody>
      </p:sp>
      <p:sp>
        <p:nvSpPr>
          <p:cNvPr id="3" name="Title 2">
            <a:extLst>
              <a:ext uri="{FF2B5EF4-FFF2-40B4-BE49-F238E27FC236}">
                <a16:creationId xmlns:a16="http://schemas.microsoft.com/office/drawing/2014/main" id="{3C9E6121-EF13-F755-AB06-DBE46535A339}"/>
              </a:ext>
            </a:extLst>
          </p:cNvPr>
          <p:cNvSpPr>
            <a:spLocks noGrp="1"/>
          </p:cNvSpPr>
          <p:nvPr>
            <p:ph type="title"/>
          </p:nvPr>
        </p:nvSpPr>
        <p:spPr/>
        <p:txBody>
          <a:bodyPr/>
          <a:lstStyle/>
          <a:p>
            <a:r>
              <a:rPr lang="en-US" dirty="0"/>
              <a:t>Templates with parameters</a:t>
            </a:r>
          </a:p>
        </p:txBody>
      </p:sp>
      <p:sp>
        <p:nvSpPr>
          <p:cNvPr id="4" name="Text Placeholder 3">
            <a:extLst>
              <a:ext uri="{FF2B5EF4-FFF2-40B4-BE49-F238E27FC236}">
                <a16:creationId xmlns:a16="http://schemas.microsoft.com/office/drawing/2014/main" id="{5B91B1C7-B57B-E196-77D1-B5BE53AEDA2D}"/>
              </a:ext>
            </a:extLst>
          </p:cNvPr>
          <p:cNvSpPr>
            <a:spLocks noGrp="1"/>
          </p:cNvSpPr>
          <p:nvPr>
            <p:ph type="body" sz="quarter" idx="13"/>
          </p:nvPr>
        </p:nvSpPr>
        <p:spPr/>
        <p:txBody>
          <a:bodyPr/>
          <a:lstStyle/>
          <a:p>
            <a:pPr marL="0" indent="0">
              <a:buNone/>
            </a:pPr>
            <a:r>
              <a:rPr lang="en-US" sz="1600" b="0" dirty="0">
                <a:solidFill>
                  <a:srgbClr val="569CD6"/>
                </a:solidFill>
                <a:effectLst/>
                <a:latin typeface="CaskaydiaCove Nerd Font" panose="020B0509020204030204" pitchFamily="49" charset="0"/>
              </a:rPr>
              <a:t>jobs</a:t>
            </a:r>
            <a:r>
              <a:rPr lang="en-US" sz="1600" b="0" dirty="0">
                <a:solidFill>
                  <a:srgbClr val="D4D4D4"/>
                </a:solidFill>
                <a:effectLst/>
                <a:latin typeface="CaskaydiaCove Nerd Font" panose="020B0509020204030204" pitchFamily="49" charset="0"/>
              </a:rPr>
              <a:t>:</a:t>
            </a:r>
          </a:p>
          <a:p>
            <a:pPr marL="0" indent="0">
              <a:buNone/>
            </a:pPr>
            <a:r>
              <a:rPr lang="en-US" sz="1600" b="0" dirty="0">
                <a:solidFill>
                  <a:srgbClr val="D4D4D4"/>
                </a:solidFill>
                <a:effectLst/>
                <a:latin typeface="CaskaydiaCove Nerd Font" panose="020B0509020204030204" pitchFamily="49" charset="0"/>
              </a:rPr>
              <a:t>- </a:t>
            </a:r>
            <a:r>
              <a:rPr lang="en-US" sz="1600" b="0" dirty="0">
                <a:solidFill>
                  <a:srgbClr val="569CD6"/>
                </a:solidFill>
                <a:effectLst/>
                <a:latin typeface="CaskaydiaCove Nerd Font" panose="020B0509020204030204" pitchFamily="49" charset="0"/>
              </a:rPr>
              <a:t>template</a:t>
            </a:r>
            <a:r>
              <a:rPr lang="en-US" sz="1600" b="0" dirty="0">
                <a:solidFill>
                  <a:srgbClr val="D4D4D4"/>
                </a:solidFill>
                <a:effectLst/>
                <a:latin typeface="CaskaydiaCove Nerd Font" panose="020B0509020204030204" pitchFamily="49" charset="0"/>
              </a:rPr>
              <a:t>: </a:t>
            </a:r>
            <a:r>
              <a:rPr lang="en-US" sz="1600" b="0" dirty="0">
                <a:solidFill>
                  <a:srgbClr val="CE9178"/>
                </a:solidFill>
                <a:effectLst/>
                <a:latin typeface="CaskaydiaCove Nerd Font" panose="020B0509020204030204" pitchFamily="49" charset="0"/>
              </a:rPr>
              <a:t>templates/</a:t>
            </a:r>
            <a:r>
              <a:rPr lang="en-US" sz="1600" b="0" dirty="0" err="1">
                <a:solidFill>
                  <a:srgbClr val="CE9178"/>
                </a:solidFill>
                <a:effectLst/>
                <a:latin typeface="CaskaydiaCove Nerd Font" panose="020B0509020204030204" pitchFamily="49" charset="0"/>
              </a:rPr>
              <a:t>npm</a:t>
            </a:r>
            <a:r>
              <a:rPr lang="en-US" sz="1600" b="0" dirty="0">
                <a:solidFill>
                  <a:srgbClr val="CE9178"/>
                </a:solidFill>
                <a:effectLst/>
                <a:latin typeface="CaskaydiaCove Nerd Font" panose="020B0509020204030204" pitchFamily="49" charset="0"/>
              </a:rPr>
              <a:t>-with-</a:t>
            </a:r>
            <a:r>
              <a:rPr lang="en-US" sz="1600" b="0" dirty="0" err="1">
                <a:solidFill>
                  <a:srgbClr val="CE9178"/>
                </a:solidFill>
                <a:effectLst/>
                <a:latin typeface="CaskaydiaCove Nerd Font" panose="020B0509020204030204" pitchFamily="49" charset="0"/>
              </a:rPr>
              <a:t>params.yml</a:t>
            </a:r>
            <a:r>
              <a:rPr lang="en-US" sz="1600" b="0" dirty="0">
                <a:solidFill>
                  <a:srgbClr val="D4D4D4"/>
                </a:solidFill>
                <a:effectLst/>
                <a:latin typeface="CaskaydiaCove Nerd Font" panose="020B0509020204030204" pitchFamily="49" charset="0"/>
              </a:rPr>
              <a:t>  </a:t>
            </a:r>
            <a:r>
              <a:rPr lang="en-US" sz="1600" b="0" dirty="0">
                <a:solidFill>
                  <a:srgbClr val="6A9955"/>
                </a:solidFill>
                <a:effectLst/>
                <a:latin typeface="CaskaydiaCove Nerd Font" panose="020B0509020204030204" pitchFamily="49" charset="0"/>
              </a:rPr>
              <a:t># Template reference</a:t>
            </a:r>
            <a:endParaRPr lang="en-US" sz="1600" b="0" dirty="0">
              <a:solidFill>
                <a:srgbClr val="D4D4D4"/>
              </a:solidFill>
              <a:effectLst/>
              <a:latin typeface="CaskaydiaCove Nerd Font" panose="020B0509020204030204" pitchFamily="49" charset="0"/>
            </a:endParaRPr>
          </a:p>
          <a:p>
            <a:pPr marL="0" indent="0">
              <a:buNone/>
            </a:pPr>
            <a:r>
              <a:rPr lang="en-US" sz="1600" dirty="0">
                <a:solidFill>
                  <a:srgbClr val="D4D4D4"/>
                </a:solidFill>
                <a:latin typeface="CaskaydiaCove Nerd Font" panose="020B0509020204030204" pitchFamily="49" charset="0"/>
              </a:rPr>
              <a:t>  </a:t>
            </a:r>
            <a:r>
              <a:rPr lang="en-US" sz="1600" b="0" dirty="0">
                <a:solidFill>
                  <a:srgbClr val="569CD6"/>
                </a:solidFill>
                <a:effectLst/>
                <a:latin typeface="CaskaydiaCove Nerd Font" panose="020B0509020204030204" pitchFamily="49" charset="0"/>
              </a:rPr>
              <a:t>parameters</a:t>
            </a:r>
            <a:r>
              <a:rPr lang="en-US" sz="1600" b="0" dirty="0">
                <a:solidFill>
                  <a:srgbClr val="D4D4D4"/>
                </a:solidFill>
                <a:effectLst/>
                <a:latin typeface="CaskaydiaCove Nerd Font" panose="020B0509020204030204" pitchFamily="49" charset="0"/>
              </a:rPr>
              <a:t>:</a:t>
            </a:r>
          </a:p>
          <a:p>
            <a:pPr marL="0" indent="0">
              <a:buNone/>
            </a:pPr>
            <a:r>
              <a:rPr lang="en-US" sz="1600" dirty="0">
                <a:solidFill>
                  <a:srgbClr val="D4D4D4"/>
                </a:solidFill>
                <a:latin typeface="CaskaydiaCove Nerd Font" panose="020B0509020204030204" pitchFamily="49" charset="0"/>
              </a:rPr>
              <a:t>    </a:t>
            </a:r>
            <a:r>
              <a:rPr lang="en-US" sz="1600" b="0" dirty="0">
                <a:solidFill>
                  <a:srgbClr val="569CD6"/>
                </a:solidFill>
                <a:effectLst/>
                <a:latin typeface="CaskaydiaCove Nerd Font" panose="020B0509020204030204" pitchFamily="49" charset="0"/>
              </a:rPr>
              <a:t>name</a:t>
            </a:r>
            <a:r>
              <a:rPr lang="en-US" sz="1600" b="0" dirty="0">
                <a:solidFill>
                  <a:srgbClr val="D4D4D4"/>
                </a:solidFill>
                <a:effectLst/>
                <a:latin typeface="CaskaydiaCove Nerd Font" panose="020B0509020204030204" pitchFamily="49" charset="0"/>
              </a:rPr>
              <a:t>: </a:t>
            </a:r>
            <a:r>
              <a:rPr lang="en-US" sz="1600" b="0" dirty="0">
                <a:solidFill>
                  <a:srgbClr val="CE9178"/>
                </a:solidFill>
                <a:effectLst/>
                <a:latin typeface="CaskaydiaCove Nerd Font" panose="020B0509020204030204" pitchFamily="49" charset="0"/>
              </a:rPr>
              <a:t>Linux</a:t>
            </a:r>
            <a:endParaRPr lang="en-US" sz="1600" b="0" dirty="0">
              <a:solidFill>
                <a:srgbClr val="D4D4D4"/>
              </a:solidFill>
              <a:effectLst/>
              <a:latin typeface="CaskaydiaCove Nerd Font" panose="020B0509020204030204" pitchFamily="49" charset="0"/>
            </a:endParaRPr>
          </a:p>
          <a:p>
            <a:pPr marL="0" indent="0">
              <a:buNone/>
            </a:pPr>
            <a:r>
              <a:rPr lang="en-US" sz="1600" dirty="0">
                <a:solidFill>
                  <a:srgbClr val="D4D4D4"/>
                </a:solidFill>
                <a:latin typeface="CaskaydiaCove Nerd Font" panose="020B0509020204030204" pitchFamily="49" charset="0"/>
              </a:rPr>
              <a:t>    </a:t>
            </a:r>
            <a:r>
              <a:rPr lang="en-US" sz="1600" b="0" dirty="0" err="1">
                <a:solidFill>
                  <a:srgbClr val="569CD6"/>
                </a:solidFill>
                <a:effectLst/>
                <a:latin typeface="CaskaydiaCove Nerd Font" panose="020B0509020204030204" pitchFamily="49" charset="0"/>
              </a:rPr>
              <a:t>vmImage</a:t>
            </a:r>
            <a:r>
              <a:rPr lang="en-US" sz="1600" b="0" dirty="0">
                <a:solidFill>
                  <a:srgbClr val="D4D4D4"/>
                </a:solidFill>
                <a:effectLst/>
                <a:latin typeface="CaskaydiaCove Nerd Font" panose="020B0509020204030204" pitchFamily="49" charset="0"/>
              </a:rPr>
              <a:t>: </a:t>
            </a:r>
            <a:r>
              <a:rPr lang="en-US" sz="1600" b="0" dirty="0">
                <a:solidFill>
                  <a:srgbClr val="CE9178"/>
                </a:solidFill>
                <a:effectLst/>
                <a:latin typeface="CaskaydiaCove Nerd Font" panose="020B0509020204030204" pitchFamily="49" charset="0"/>
              </a:rPr>
              <a:t>'ubuntu-latest'</a:t>
            </a:r>
            <a:endParaRPr lang="en-US" sz="1600" b="0" dirty="0">
              <a:solidFill>
                <a:srgbClr val="D4D4D4"/>
              </a:solidFill>
              <a:effectLst/>
              <a:latin typeface="CaskaydiaCove Nerd Font" panose="020B0509020204030204" pitchFamily="49" charset="0"/>
            </a:endParaRPr>
          </a:p>
          <a:p>
            <a:pPr marL="0" indent="0">
              <a:buNone/>
            </a:pPr>
            <a:br>
              <a:rPr lang="en-US" sz="1600" b="0" dirty="0">
                <a:solidFill>
                  <a:srgbClr val="D4D4D4"/>
                </a:solidFill>
                <a:effectLst/>
                <a:latin typeface="CaskaydiaCove Nerd Font" panose="020B0509020204030204" pitchFamily="49" charset="0"/>
              </a:rPr>
            </a:br>
            <a:r>
              <a:rPr lang="en-US" sz="1600" b="0" dirty="0">
                <a:solidFill>
                  <a:srgbClr val="D4D4D4"/>
                </a:solidFill>
                <a:effectLst/>
                <a:latin typeface="CaskaydiaCove Nerd Font" panose="020B0509020204030204" pitchFamily="49" charset="0"/>
              </a:rPr>
              <a:t>- </a:t>
            </a:r>
            <a:r>
              <a:rPr lang="en-US" sz="1600" b="0" dirty="0">
                <a:solidFill>
                  <a:srgbClr val="569CD6"/>
                </a:solidFill>
                <a:effectLst/>
                <a:latin typeface="CaskaydiaCove Nerd Font" panose="020B0509020204030204" pitchFamily="49" charset="0"/>
              </a:rPr>
              <a:t>template</a:t>
            </a:r>
            <a:r>
              <a:rPr lang="en-US" sz="1600" b="0" dirty="0">
                <a:solidFill>
                  <a:srgbClr val="D4D4D4"/>
                </a:solidFill>
                <a:effectLst/>
                <a:latin typeface="CaskaydiaCove Nerd Font" panose="020B0509020204030204" pitchFamily="49" charset="0"/>
              </a:rPr>
              <a:t>: </a:t>
            </a:r>
            <a:r>
              <a:rPr lang="en-US" sz="1600" b="0" dirty="0">
                <a:solidFill>
                  <a:srgbClr val="CE9178"/>
                </a:solidFill>
                <a:effectLst/>
                <a:latin typeface="CaskaydiaCove Nerd Font" panose="020B0509020204030204" pitchFamily="49" charset="0"/>
              </a:rPr>
              <a:t>templates/</a:t>
            </a:r>
            <a:r>
              <a:rPr lang="en-US" sz="1600" b="0" dirty="0" err="1">
                <a:solidFill>
                  <a:srgbClr val="CE9178"/>
                </a:solidFill>
                <a:effectLst/>
                <a:latin typeface="CaskaydiaCove Nerd Font" panose="020B0509020204030204" pitchFamily="49" charset="0"/>
              </a:rPr>
              <a:t>npm</a:t>
            </a:r>
            <a:r>
              <a:rPr lang="en-US" sz="1600" b="0" dirty="0">
                <a:solidFill>
                  <a:srgbClr val="CE9178"/>
                </a:solidFill>
                <a:effectLst/>
                <a:latin typeface="CaskaydiaCove Nerd Font" panose="020B0509020204030204" pitchFamily="49" charset="0"/>
              </a:rPr>
              <a:t>-with-</a:t>
            </a:r>
            <a:r>
              <a:rPr lang="en-US" sz="1600" b="0" dirty="0" err="1">
                <a:solidFill>
                  <a:srgbClr val="CE9178"/>
                </a:solidFill>
                <a:effectLst/>
                <a:latin typeface="CaskaydiaCove Nerd Font" panose="020B0509020204030204" pitchFamily="49" charset="0"/>
              </a:rPr>
              <a:t>params.yml</a:t>
            </a:r>
            <a:r>
              <a:rPr lang="en-US" sz="1600" b="0" dirty="0">
                <a:solidFill>
                  <a:srgbClr val="D4D4D4"/>
                </a:solidFill>
                <a:effectLst/>
                <a:latin typeface="CaskaydiaCove Nerd Font" panose="020B0509020204030204" pitchFamily="49" charset="0"/>
              </a:rPr>
              <a:t>  </a:t>
            </a:r>
            <a:r>
              <a:rPr lang="en-US" sz="1600" b="0" dirty="0">
                <a:solidFill>
                  <a:srgbClr val="6A9955"/>
                </a:solidFill>
                <a:effectLst/>
                <a:latin typeface="CaskaydiaCove Nerd Font" panose="020B0509020204030204" pitchFamily="49" charset="0"/>
              </a:rPr>
              <a:t># Template reference</a:t>
            </a:r>
            <a:endParaRPr lang="en-US" sz="1600" b="0" dirty="0">
              <a:solidFill>
                <a:srgbClr val="D4D4D4"/>
              </a:solidFill>
              <a:effectLst/>
              <a:latin typeface="CaskaydiaCove Nerd Font" panose="020B0509020204030204" pitchFamily="49" charset="0"/>
            </a:endParaRPr>
          </a:p>
          <a:p>
            <a:pPr marL="0" indent="0">
              <a:buNone/>
            </a:pPr>
            <a:r>
              <a:rPr lang="en-US" sz="1600" dirty="0">
                <a:solidFill>
                  <a:srgbClr val="D4D4D4"/>
                </a:solidFill>
                <a:latin typeface="CaskaydiaCove Nerd Font" panose="020B0509020204030204" pitchFamily="49" charset="0"/>
              </a:rPr>
              <a:t>  </a:t>
            </a:r>
            <a:r>
              <a:rPr lang="en-US" sz="1600" b="0" dirty="0">
                <a:solidFill>
                  <a:srgbClr val="569CD6"/>
                </a:solidFill>
                <a:effectLst/>
                <a:latin typeface="CaskaydiaCove Nerd Font" panose="020B0509020204030204" pitchFamily="49" charset="0"/>
              </a:rPr>
              <a:t>parameters</a:t>
            </a:r>
            <a:r>
              <a:rPr lang="en-US" sz="1600" b="0" dirty="0">
                <a:solidFill>
                  <a:srgbClr val="D4D4D4"/>
                </a:solidFill>
                <a:effectLst/>
                <a:latin typeface="CaskaydiaCove Nerd Font" panose="020B0509020204030204" pitchFamily="49" charset="0"/>
              </a:rPr>
              <a:t>:</a:t>
            </a:r>
          </a:p>
          <a:p>
            <a:pPr marL="0" indent="0">
              <a:buNone/>
            </a:pPr>
            <a:r>
              <a:rPr lang="en-US" sz="1600" dirty="0">
                <a:solidFill>
                  <a:srgbClr val="D4D4D4"/>
                </a:solidFill>
                <a:latin typeface="CaskaydiaCove Nerd Font" panose="020B0509020204030204" pitchFamily="49" charset="0"/>
              </a:rPr>
              <a:t>    </a:t>
            </a:r>
            <a:r>
              <a:rPr lang="en-US" sz="1600" b="0" dirty="0">
                <a:solidFill>
                  <a:srgbClr val="569CD6"/>
                </a:solidFill>
                <a:effectLst/>
                <a:latin typeface="CaskaydiaCove Nerd Font" panose="020B0509020204030204" pitchFamily="49" charset="0"/>
              </a:rPr>
              <a:t>name</a:t>
            </a:r>
            <a:r>
              <a:rPr lang="en-US" sz="1600" b="0" dirty="0">
                <a:solidFill>
                  <a:srgbClr val="D4D4D4"/>
                </a:solidFill>
                <a:effectLst/>
                <a:latin typeface="CaskaydiaCove Nerd Font" panose="020B0509020204030204" pitchFamily="49" charset="0"/>
              </a:rPr>
              <a:t>: </a:t>
            </a:r>
            <a:r>
              <a:rPr lang="en-US" sz="1600" b="0" dirty="0">
                <a:solidFill>
                  <a:srgbClr val="CE9178"/>
                </a:solidFill>
                <a:effectLst/>
                <a:latin typeface="CaskaydiaCove Nerd Font" panose="020B0509020204030204" pitchFamily="49" charset="0"/>
              </a:rPr>
              <a:t>macOS</a:t>
            </a:r>
            <a:endParaRPr lang="en-US" sz="1600" b="0" dirty="0">
              <a:solidFill>
                <a:srgbClr val="D4D4D4"/>
              </a:solidFill>
              <a:effectLst/>
              <a:latin typeface="CaskaydiaCove Nerd Font" panose="020B0509020204030204" pitchFamily="49" charset="0"/>
            </a:endParaRPr>
          </a:p>
          <a:p>
            <a:pPr marL="0" indent="0">
              <a:buNone/>
            </a:pPr>
            <a:r>
              <a:rPr lang="en-US" sz="1600" dirty="0">
                <a:solidFill>
                  <a:srgbClr val="D4D4D4"/>
                </a:solidFill>
                <a:latin typeface="CaskaydiaCove Nerd Font" panose="020B0509020204030204" pitchFamily="49" charset="0"/>
              </a:rPr>
              <a:t>    </a:t>
            </a:r>
            <a:r>
              <a:rPr lang="en-US" sz="1600" b="0" dirty="0" err="1">
                <a:solidFill>
                  <a:srgbClr val="569CD6"/>
                </a:solidFill>
                <a:effectLst/>
                <a:latin typeface="CaskaydiaCove Nerd Font" panose="020B0509020204030204" pitchFamily="49" charset="0"/>
              </a:rPr>
              <a:t>vmImage</a:t>
            </a:r>
            <a:r>
              <a:rPr lang="en-US" sz="1600" b="0" dirty="0">
                <a:solidFill>
                  <a:srgbClr val="D4D4D4"/>
                </a:solidFill>
                <a:effectLst/>
                <a:latin typeface="CaskaydiaCove Nerd Font" panose="020B0509020204030204" pitchFamily="49" charset="0"/>
              </a:rPr>
              <a:t>: </a:t>
            </a:r>
            <a:r>
              <a:rPr lang="en-US" sz="1600" b="0" dirty="0">
                <a:solidFill>
                  <a:srgbClr val="CE9178"/>
                </a:solidFill>
                <a:effectLst/>
                <a:latin typeface="CaskaydiaCove Nerd Font" panose="020B0509020204030204" pitchFamily="49" charset="0"/>
              </a:rPr>
              <a:t>'macOS-latest'</a:t>
            </a:r>
            <a:endParaRPr lang="en-US" sz="1600" b="0" dirty="0">
              <a:solidFill>
                <a:srgbClr val="D4D4D4"/>
              </a:solidFill>
              <a:effectLst/>
              <a:latin typeface="CaskaydiaCove Nerd Font" panose="020B0509020204030204" pitchFamily="49" charset="0"/>
            </a:endParaRPr>
          </a:p>
          <a:p>
            <a:pPr marL="0" indent="0">
              <a:buNone/>
            </a:pPr>
            <a:br>
              <a:rPr lang="en-US" sz="1600" b="0" dirty="0">
                <a:solidFill>
                  <a:srgbClr val="D4D4D4"/>
                </a:solidFill>
                <a:effectLst/>
                <a:latin typeface="CaskaydiaCove Nerd Font" panose="020B0509020204030204" pitchFamily="49" charset="0"/>
              </a:rPr>
            </a:br>
            <a:r>
              <a:rPr lang="en-US" sz="1600" b="0" dirty="0">
                <a:solidFill>
                  <a:srgbClr val="D4D4D4"/>
                </a:solidFill>
                <a:effectLst/>
                <a:latin typeface="CaskaydiaCove Nerd Font" panose="020B0509020204030204" pitchFamily="49" charset="0"/>
              </a:rPr>
              <a:t>- </a:t>
            </a:r>
            <a:r>
              <a:rPr lang="en-US" sz="1600" b="0" dirty="0">
                <a:solidFill>
                  <a:srgbClr val="569CD6"/>
                </a:solidFill>
                <a:effectLst/>
                <a:latin typeface="CaskaydiaCove Nerd Font" panose="020B0509020204030204" pitchFamily="49" charset="0"/>
              </a:rPr>
              <a:t>template</a:t>
            </a:r>
            <a:r>
              <a:rPr lang="en-US" sz="1600" b="0" dirty="0">
                <a:solidFill>
                  <a:srgbClr val="D4D4D4"/>
                </a:solidFill>
                <a:effectLst/>
                <a:latin typeface="CaskaydiaCove Nerd Font" panose="020B0509020204030204" pitchFamily="49" charset="0"/>
              </a:rPr>
              <a:t>: </a:t>
            </a:r>
            <a:r>
              <a:rPr lang="en-US" sz="1600" b="0" dirty="0">
                <a:solidFill>
                  <a:srgbClr val="CE9178"/>
                </a:solidFill>
                <a:effectLst/>
                <a:latin typeface="CaskaydiaCove Nerd Font" panose="020B0509020204030204" pitchFamily="49" charset="0"/>
              </a:rPr>
              <a:t>templates/</a:t>
            </a:r>
            <a:r>
              <a:rPr lang="en-US" sz="1600" b="0" dirty="0" err="1">
                <a:solidFill>
                  <a:srgbClr val="CE9178"/>
                </a:solidFill>
                <a:effectLst/>
                <a:latin typeface="CaskaydiaCove Nerd Font" panose="020B0509020204030204" pitchFamily="49" charset="0"/>
              </a:rPr>
              <a:t>npm</a:t>
            </a:r>
            <a:r>
              <a:rPr lang="en-US" sz="1600" b="0" dirty="0">
                <a:solidFill>
                  <a:srgbClr val="CE9178"/>
                </a:solidFill>
                <a:effectLst/>
                <a:latin typeface="CaskaydiaCove Nerd Font" panose="020B0509020204030204" pitchFamily="49" charset="0"/>
              </a:rPr>
              <a:t>-with-</a:t>
            </a:r>
            <a:r>
              <a:rPr lang="en-US" sz="1600" b="0" dirty="0" err="1">
                <a:solidFill>
                  <a:srgbClr val="CE9178"/>
                </a:solidFill>
                <a:effectLst/>
                <a:latin typeface="CaskaydiaCove Nerd Font" panose="020B0509020204030204" pitchFamily="49" charset="0"/>
              </a:rPr>
              <a:t>params.yml</a:t>
            </a:r>
            <a:r>
              <a:rPr lang="en-US" sz="1600" b="0" dirty="0">
                <a:solidFill>
                  <a:srgbClr val="D4D4D4"/>
                </a:solidFill>
                <a:effectLst/>
                <a:latin typeface="CaskaydiaCove Nerd Font" panose="020B0509020204030204" pitchFamily="49" charset="0"/>
              </a:rPr>
              <a:t>  </a:t>
            </a:r>
            <a:r>
              <a:rPr lang="en-US" sz="1600" b="0" dirty="0">
                <a:solidFill>
                  <a:srgbClr val="6A9955"/>
                </a:solidFill>
                <a:effectLst/>
                <a:latin typeface="CaskaydiaCove Nerd Font" panose="020B0509020204030204" pitchFamily="49" charset="0"/>
              </a:rPr>
              <a:t># Template reference</a:t>
            </a:r>
            <a:endParaRPr lang="en-US" sz="1600" b="0" dirty="0">
              <a:solidFill>
                <a:srgbClr val="D4D4D4"/>
              </a:solidFill>
              <a:effectLst/>
              <a:latin typeface="CaskaydiaCove Nerd Font" panose="020B0509020204030204" pitchFamily="49" charset="0"/>
            </a:endParaRPr>
          </a:p>
          <a:p>
            <a:pPr marL="0" indent="0">
              <a:buNone/>
            </a:pPr>
            <a:r>
              <a:rPr lang="en-US" sz="1600" dirty="0">
                <a:solidFill>
                  <a:srgbClr val="D4D4D4"/>
                </a:solidFill>
                <a:latin typeface="CaskaydiaCove Nerd Font" panose="020B0509020204030204" pitchFamily="49" charset="0"/>
              </a:rPr>
              <a:t>  </a:t>
            </a:r>
            <a:r>
              <a:rPr lang="en-US" sz="1600" b="0" dirty="0">
                <a:solidFill>
                  <a:srgbClr val="569CD6"/>
                </a:solidFill>
                <a:effectLst/>
                <a:latin typeface="CaskaydiaCove Nerd Font" panose="020B0509020204030204" pitchFamily="49" charset="0"/>
              </a:rPr>
              <a:t>parameters</a:t>
            </a:r>
            <a:r>
              <a:rPr lang="en-US" sz="1600" b="0" dirty="0">
                <a:solidFill>
                  <a:srgbClr val="D4D4D4"/>
                </a:solidFill>
                <a:effectLst/>
                <a:latin typeface="CaskaydiaCove Nerd Font" panose="020B0509020204030204" pitchFamily="49" charset="0"/>
              </a:rPr>
              <a:t>:</a:t>
            </a:r>
          </a:p>
          <a:p>
            <a:pPr marL="0" indent="0">
              <a:buNone/>
            </a:pPr>
            <a:r>
              <a:rPr lang="en-US" sz="1600" dirty="0">
                <a:solidFill>
                  <a:srgbClr val="D4D4D4"/>
                </a:solidFill>
                <a:latin typeface="CaskaydiaCove Nerd Font" panose="020B0509020204030204" pitchFamily="49" charset="0"/>
              </a:rPr>
              <a:t>    </a:t>
            </a:r>
            <a:r>
              <a:rPr lang="en-US" sz="1600" b="0" dirty="0">
                <a:solidFill>
                  <a:srgbClr val="569CD6"/>
                </a:solidFill>
                <a:effectLst/>
                <a:latin typeface="CaskaydiaCove Nerd Font" panose="020B0509020204030204" pitchFamily="49" charset="0"/>
              </a:rPr>
              <a:t>name</a:t>
            </a:r>
            <a:r>
              <a:rPr lang="en-US" sz="1600" b="0" dirty="0">
                <a:solidFill>
                  <a:srgbClr val="D4D4D4"/>
                </a:solidFill>
                <a:effectLst/>
                <a:latin typeface="CaskaydiaCove Nerd Font" panose="020B0509020204030204" pitchFamily="49" charset="0"/>
              </a:rPr>
              <a:t>: </a:t>
            </a:r>
            <a:r>
              <a:rPr lang="en-US" sz="1600" b="0" dirty="0">
                <a:solidFill>
                  <a:srgbClr val="CE9178"/>
                </a:solidFill>
                <a:effectLst/>
                <a:latin typeface="CaskaydiaCove Nerd Font" panose="020B0509020204030204" pitchFamily="49" charset="0"/>
              </a:rPr>
              <a:t>Windows</a:t>
            </a:r>
            <a:endParaRPr lang="en-US" sz="1600" b="0" dirty="0">
              <a:solidFill>
                <a:srgbClr val="D4D4D4"/>
              </a:solidFill>
              <a:effectLst/>
              <a:latin typeface="CaskaydiaCove Nerd Font" panose="020B0509020204030204" pitchFamily="49" charset="0"/>
            </a:endParaRPr>
          </a:p>
          <a:p>
            <a:pPr marL="0" indent="0">
              <a:buNone/>
            </a:pPr>
            <a:r>
              <a:rPr lang="en-US" sz="1600" dirty="0">
                <a:solidFill>
                  <a:srgbClr val="D4D4D4"/>
                </a:solidFill>
                <a:latin typeface="CaskaydiaCove Nerd Font" panose="020B0509020204030204" pitchFamily="49" charset="0"/>
              </a:rPr>
              <a:t>    </a:t>
            </a:r>
            <a:r>
              <a:rPr lang="en-US" sz="1600" b="0" dirty="0" err="1">
                <a:solidFill>
                  <a:srgbClr val="569CD6"/>
                </a:solidFill>
                <a:effectLst/>
                <a:latin typeface="CaskaydiaCove Nerd Font" panose="020B0509020204030204" pitchFamily="49" charset="0"/>
              </a:rPr>
              <a:t>vmImage</a:t>
            </a:r>
            <a:r>
              <a:rPr lang="en-US" sz="1600" b="0" dirty="0">
                <a:solidFill>
                  <a:srgbClr val="D4D4D4"/>
                </a:solidFill>
                <a:effectLst/>
                <a:latin typeface="CaskaydiaCove Nerd Font" panose="020B0509020204030204" pitchFamily="49" charset="0"/>
              </a:rPr>
              <a:t>: </a:t>
            </a:r>
            <a:r>
              <a:rPr lang="en-US" sz="1600" b="0" dirty="0">
                <a:solidFill>
                  <a:srgbClr val="CE9178"/>
                </a:solidFill>
                <a:effectLst/>
                <a:latin typeface="CaskaydiaCove Nerd Font" panose="020B0509020204030204" pitchFamily="49" charset="0"/>
              </a:rPr>
              <a:t>'windows-latest'</a:t>
            </a:r>
            <a:endParaRPr lang="en-US" sz="1600" b="0" dirty="0">
              <a:solidFill>
                <a:srgbClr val="D4D4D4"/>
              </a:solidFill>
              <a:effectLst/>
              <a:latin typeface="CaskaydiaCove Nerd Font" panose="020B0509020204030204" pitchFamily="49" charset="0"/>
            </a:endParaRPr>
          </a:p>
          <a:p>
            <a:pPr marL="0" indent="0">
              <a:buNone/>
            </a:pPr>
            <a:endParaRPr lang="en-US" dirty="0"/>
          </a:p>
        </p:txBody>
      </p:sp>
    </p:spTree>
    <p:extLst>
      <p:ext uri="{BB962C8B-B14F-4D97-AF65-F5344CB8AC3E}">
        <p14:creationId xmlns:p14="http://schemas.microsoft.com/office/powerpoint/2010/main" val="41828638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4EDA393-4476-00C4-2427-BFD7DA646BB0}"/>
              </a:ext>
            </a:extLst>
          </p:cNvPr>
          <p:cNvSpPr>
            <a:spLocks noGrp="1"/>
          </p:cNvSpPr>
          <p:nvPr>
            <p:ph type="sldNum" sz="quarter" idx="11"/>
          </p:nvPr>
        </p:nvSpPr>
        <p:spPr/>
        <p:txBody>
          <a:bodyPr/>
          <a:lstStyle/>
          <a:p>
            <a:fld id="{DDD2A080-DA64-4F5C-9131-47EB793B4410}" type="slidenum">
              <a:rPr lang="en-GB" noProof="0" smtClean="0"/>
              <a:pPr/>
              <a:t>26</a:t>
            </a:fld>
            <a:endParaRPr lang="en-GB" noProof="0" dirty="0"/>
          </a:p>
        </p:txBody>
      </p:sp>
      <p:sp>
        <p:nvSpPr>
          <p:cNvPr id="3" name="Title 2">
            <a:extLst>
              <a:ext uri="{FF2B5EF4-FFF2-40B4-BE49-F238E27FC236}">
                <a16:creationId xmlns:a16="http://schemas.microsoft.com/office/drawing/2014/main" id="{5D6ADDF8-E003-DF07-A338-40E969D08DD6}"/>
              </a:ext>
            </a:extLst>
          </p:cNvPr>
          <p:cNvSpPr>
            <a:spLocks noGrp="1"/>
          </p:cNvSpPr>
          <p:nvPr>
            <p:ph type="title"/>
          </p:nvPr>
        </p:nvSpPr>
        <p:spPr/>
        <p:txBody>
          <a:bodyPr/>
          <a:lstStyle/>
          <a:p>
            <a:r>
              <a:rPr lang="en-US" dirty="0"/>
              <a:t>Parameters with condition to load a template</a:t>
            </a:r>
          </a:p>
        </p:txBody>
      </p:sp>
      <p:sp>
        <p:nvSpPr>
          <p:cNvPr id="4" name="Text Placeholder 3">
            <a:extLst>
              <a:ext uri="{FF2B5EF4-FFF2-40B4-BE49-F238E27FC236}">
                <a16:creationId xmlns:a16="http://schemas.microsoft.com/office/drawing/2014/main" id="{5A42A797-5FE9-ACEA-A40D-39406566B691}"/>
              </a:ext>
            </a:extLst>
          </p:cNvPr>
          <p:cNvSpPr>
            <a:spLocks noGrp="1"/>
          </p:cNvSpPr>
          <p:nvPr>
            <p:ph type="body" sz="quarter" idx="13"/>
          </p:nvPr>
        </p:nvSpPr>
        <p:spPr/>
        <p:txBody>
          <a:bodyPr/>
          <a:lstStyle/>
          <a:p>
            <a:pPr marL="0" indent="0">
              <a:buNone/>
            </a:pPr>
            <a:r>
              <a:rPr lang="en-US" sz="1600" b="0" dirty="0">
                <a:solidFill>
                  <a:srgbClr val="6A9955"/>
                </a:solidFill>
                <a:effectLst/>
                <a:latin typeface="CaskaydiaCove Nerd Font" panose="020B0509020204030204" pitchFamily="49" charset="0"/>
              </a:rPr>
              <a:t>#azure-pipeline.yml</a:t>
            </a:r>
            <a:endParaRPr lang="en-US" sz="1600" b="0" dirty="0">
              <a:solidFill>
                <a:srgbClr val="CCCCCC"/>
              </a:solidFill>
              <a:effectLst/>
              <a:latin typeface="CaskaydiaCove Nerd Font" panose="020B0509020204030204" pitchFamily="49" charset="0"/>
            </a:endParaRPr>
          </a:p>
          <a:p>
            <a:pPr marL="0" indent="0">
              <a:buNone/>
            </a:pPr>
            <a:r>
              <a:rPr lang="en-US" sz="1600" b="0" dirty="0">
                <a:solidFill>
                  <a:srgbClr val="569CD6"/>
                </a:solidFill>
                <a:effectLst/>
                <a:latin typeface="CaskaydiaCove Nerd Font" panose="020B0509020204030204" pitchFamily="49" charset="0"/>
              </a:rPr>
              <a:t>parameters</a:t>
            </a:r>
            <a:r>
              <a:rPr lang="en-US" sz="1600" b="0" dirty="0">
                <a:solidFill>
                  <a:srgbClr val="CCCCCC"/>
                </a:solidFill>
                <a:effectLst/>
                <a:latin typeface="CaskaydiaCove Nerd Font" panose="020B0509020204030204" pitchFamily="49" charset="0"/>
              </a:rPr>
              <a:t>:</a:t>
            </a:r>
          </a:p>
          <a:p>
            <a:pPr marL="0" indent="0">
              <a:buNone/>
            </a:pPr>
            <a:r>
              <a:rPr lang="en-US" sz="1600" b="0" dirty="0">
                <a:solidFill>
                  <a:srgbClr val="CCCCCC"/>
                </a:solidFill>
                <a:effectLst/>
                <a:latin typeface="CaskaydiaCove Nerd Font" panose="020B0509020204030204" pitchFamily="49" charset="0"/>
              </a:rPr>
              <a:t>- </a:t>
            </a:r>
            <a:r>
              <a:rPr lang="en-US" sz="1600" b="0" dirty="0">
                <a:solidFill>
                  <a:srgbClr val="569CD6"/>
                </a:solidFill>
                <a:effectLst/>
                <a:latin typeface="CaskaydiaCove Nerd Font" panose="020B0509020204030204" pitchFamily="49" charset="0"/>
              </a:rPr>
              <a:t>name</a:t>
            </a:r>
            <a:r>
              <a:rPr lang="en-US" sz="1600" b="0" dirty="0">
                <a:solidFill>
                  <a:srgbClr val="CCCCCC"/>
                </a:solidFill>
                <a:effectLst/>
                <a:latin typeface="CaskaydiaCove Nerd Font" panose="020B0509020204030204" pitchFamily="49" charset="0"/>
              </a:rPr>
              <a:t>: </a:t>
            </a:r>
            <a:r>
              <a:rPr lang="en-US" sz="1600" b="0" dirty="0" err="1">
                <a:solidFill>
                  <a:srgbClr val="CE9178"/>
                </a:solidFill>
                <a:effectLst/>
                <a:latin typeface="CaskaydiaCove Nerd Font" panose="020B0509020204030204" pitchFamily="49" charset="0"/>
              </a:rPr>
              <a:t>experimentalTemplate</a:t>
            </a:r>
            <a:r>
              <a:rPr lang="en-US" sz="1600" b="0" dirty="0">
                <a:solidFill>
                  <a:srgbClr val="CCCCCC"/>
                </a:solidFill>
                <a:effectLst/>
                <a:latin typeface="CaskaydiaCove Nerd Font" panose="020B0509020204030204" pitchFamily="49" charset="0"/>
              </a:rPr>
              <a:t> </a:t>
            </a:r>
          </a:p>
          <a:p>
            <a:pPr marL="0" indent="0">
              <a:buNone/>
            </a:pPr>
            <a:r>
              <a:rPr lang="en-US" sz="1600" dirty="0">
                <a:solidFill>
                  <a:srgbClr val="CCCCCC"/>
                </a:solidFill>
                <a:latin typeface="CaskaydiaCove Nerd Font" panose="020B0509020204030204" pitchFamily="49" charset="0"/>
              </a:rPr>
              <a:t>  </a:t>
            </a:r>
            <a:r>
              <a:rPr lang="en-US" sz="1600" b="0" dirty="0" err="1">
                <a:solidFill>
                  <a:srgbClr val="569CD6"/>
                </a:solidFill>
                <a:effectLst/>
                <a:latin typeface="CaskaydiaCove Nerd Font" panose="020B0509020204030204" pitchFamily="49" charset="0"/>
              </a:rPr>
              <a:t>displayName</a:t>
            </a:r>
            <a:r>
              <a:rPr lang="en-US" sz="1600" b="0" dirty="0">
                <a:solidFill>
                  <a:srgbClr val="CCCCCC"/>
                </a:solidFill>
                <a:effectLst/>
                <a:latin typeface="CaskaydiaCove Nerd Font" panose="020B0509020204030204" pitchFamily="49" charset="0"/>
              </a:rPr>
              <a:t>: </a:t>
            </a:r>
            <a:r>
              <a:rPr lang="en-US" sz="1600" b="0" dirty="0">
                <a:solidFill>
                  <a:srgbClr val="CE9178"/>
                </a:solidFill>
                <a:effectLst/>
                <a:latin typeface="CaskaydiaCove Nerd Font" panose="020B0509020204030204" pitchFamily="49" charset="0"/>
              </a:rPr>
              <a:t>'Use experimental build process?’</a:t>
            </a:r>
            <a:endParaRPr lang="en-US" sz="1600" b="0" dirty="0">
              <a:solidFill>
                <a:srgbClr val="CCCCCC"/>
              </a:solidFill>
              <a:effectLst/>
              <a:latin typeface="CaskaydiaCove Nerd Font" panose="020B0509020204030204" pitchFamily="49" charset="0"/>
            </a:endParaRPr>
          </a:p>
          <a:p>
            <a:pPr marL="0" indent="0">
              <a:buNone/>
            </a:pPr>
            <a:r>
              <a:rPr lang="en-US" sz="1600" dirty="0">
                <a:solidFill>
                  <a:srgbClr val="CCCCCC"/>
                </a:solidFill>
                <a:latin typeface="CaskaydiaCove Nerd Font" panose="020B0509020204030204" pitchFamily="49" charset="0"/>
              </a:rPr>
              <a:t>  </a:t>
            </a:r>
            <a:r>
              <a:rPr lang="en-US" sz="1600" b="0" dirty="0">
                <a:solidFill>
                  <a:srgbClr val="569CD6"/>
                </a:solidFill>
                <a:effectLst/>
                <a:latin typeface="CaskaydiaCove Nerd Font" panose="020B0509020204030204" pitchFamily="49" charset="0"/>
              </a:rPr>
              <a:t>type</a:t>
            </a:r>
            <a:r>
              <a:rPr lang="en-US" sz="1600" b="0" dirty="0">
                <a:solidFill>
                  <a:srgbClr val="CCCCCC"/>
                </a:solidFill>
                <a:effectLst/>
                <a:latin typeface="CaskaydiaCove Nerd Font" panose="020B0509020204030204" pitchFamily="49" charset="0"/>
              </a:rPr>
              <a:t>: </a:t>
            </a:r>
            <a:r>
              <a:rPr lang="en-US" sz="1600" b="0" dirty="0" err="1">
                <a:solidFill>
                  <a:srgbClr val="CE9178"/>
                </a:solidFill>
                <a:effectLst/>
                <a:latin typeface="CaskaydiaCove Nerd Font" panose="020B0509020204030204" pitchFamily="49" charset="0"/>
              </a:rPr>
              <a:t>boolean</a:t>
            </a:r>
            <a:endParaRPr lang="en-US" sz="1600" b="0" dirty="0">
              <a:solidFill>
                <a:srgbClr val="CCCCCC"/>
              </a:solidFill>
              <a:effectLst/>
              <a:latin typeface="CaskaydiaCove Nerd Font" panose="020B0509020204030204" pitchFamily="49" charset="0"/>
            </a:endParaRPr>
          </a:p>
          <a:p>
            <a:pPr marL="0" indent="0">
              <a:buNone/>
            </a:pPr>
            <a:r>
              <a:rPr lang="en-US" sz="1600" dirty="0">
                <a:solidFill>
                  <a:srgbClr val="CCCCCC"/>
                </a:solidFill>
                <a:latin typeface="CaskaydiaCove Nerd Font" panose="020B0509020204030204" pitchFamily="49" charset="0"/>
              </a:rPr>
              <a:t>  </a:t>
            </a:r>
            <a:r>
              <a:rPr lang="en-US" sz="1600" b="0" dirty="0">
                <a:solidFill>
                  <a:srgbClr val="569CD6"/>
                </a:solidFill>
                <a:effectLst/>
                <a:latin typeface="CaskaydiaCove Nerd Font" panose="020B0509020204030204" pitchFamily="49" charset="0"/>
              </a:rPr>
              <a:t>default</a:t>
            </a:r>
            <a:r>
              <a:rPr lang="en-US" sz="1600" b="0" dirty="0">
                <a:solidFill>
                  <a:srgbClr val="CCCCCC"/>
                </a:solidFill>
                <a:effectLst/>
                <a:latin typeface="CaskaydiaCove Nerd Font" panose="020B0509020204030204" pitchFamily="49" charset="0"/>
              </a:rPr>
              <a:t>: </a:t>
            </a:r>
            <a:r>
              <a:rPr lang="en-US" sz="1600" b="0" dirty="0">
                <a:solidFill>
                  <a:srgbClr val="569CD6"/>
                </a:solidFill>
                <a:effectLst/>
                <a:latin typeface="CaskaydiaCove Nerd Font" panose="020B0509020204030204" pitchFamily="49" charset="0"/>
              </a:rPr>
              <a:t>false</a:t>
            </a:r>
            <a:endParaRPr lang="en-US" sz="1600" b="0" dirty="0">
              <a:solidFill>
                <a:srgbClr val="CCCCCC"/>
              </a:solidFill>
              <a:effectLst/>
              <a:latin typeface="CaskaydiaCove Nerd Font" panose="020B0509020204030204" pitchFamily="49" charset="0"/>
            </a:endParaRPr>
          </a:p>
          <a:p>
            <a:pPr marL="0" indent="0">
              <a:buNone/>
            </a:pPr>
            <a:br>
              <a:rPr lang="en-US" sz="1600" b="0" dirty="0">
                <a:solidFill>
                  <a:srgbClr val="CCCCCC"/>
                </a:solidFill>
                <a:effectLst/>
                <a:latin typeface="CaskaydiaCove Nerd Font" panose="020B0509020204030204" pitchFamily="49" charset="0"/>
              </a:rPr>
            </a:br>
            <a:r>
              <a:rPr lang="en-US" sz="1600" b="0" dirty="0">
                <a:solidFill>
                  <a:srgbClr val="569CD6"/>
                </a:solidFill>
                <a:effectLst/>
                <a:latin typeface="CaskaydiaCove Nerd Font" panose="020B0509020204030204" pitchFamily="49" charset="0"/>
              </a:rPr>
              <a:t>steps</a:t>
            </a:r>
            <a:r>
              <a:rPr lang="en-US" sz="1600" b="0" dirty="0">
                <a:solidFill>
                  <a:srgbClr val="CCCCCC"/>
                </a:solidFill>
                <a:effectLst/>
                <a:latin typeface="CaskaydiaCove Nerd Font" panose="020B0509020204030204" pitchFamily="49" charset="0"/>
              </a:rPr>
              <a:t>:</a:t>
            </a:r>
          </a:p>
          <a:p>
            <a:pPr marL="0" indent="0">
              <a:buNone/>
            </a:pPr>
            <a:r>
              <a:rPr lang="en-US" sz="1600" b="0" dirty="0">
                <a:solidFill>
                  <a:srgbClr val="CCCCCC"/>
                </a:solidFill>
                <a:effectLst/>
                <a:latin typeface="CaskaydiaCove Nerd Font" panose="020B0509020204030204" pitchFamily="49" charset="0"/>
              </a:rPr>
              <a:t>- </a:t>
            </a:r>
            <a:r>
              <a:rPr lang="en-US" sz="1600" b="0" dirty="0">
                <a:solidFill>
                  <a:srgbClr val="569CD6"/>
                </a:solidFill>
                <a:effectLst/>
                <a:latin typeface="CaskaydiaCove Nerd Font" panose="020B0509020204030204" pitchFamily="49" charset="0"/>
              </a:rPr>
              <a:t>${{ if eq(</a:t>
            </a:r>
            <a:r>
              <a:rPr lang="en-US" sz="1600" b="0" dirty="0" err="1">
                <a:solidFill>
                  <a:srgbClr val="569CD6"/>
                </a:solidFill>
                <a:effectLst/>
                <a:latin typeface="CaskaydiaCove Nerd Font" panose="020B0509020204030204" pitchFamily="49" charset="0"/>
              </a:rPr>
              <a:t>parameters.experimentalTemplate</a:t>
            </a:r>
            <a:r>
              <a:rPr lang="en-US" sz="1600" b="0" dirty="0">
                <a:solidFill>
                  <a:srgbClr val="569CD6"/>
                </a:solidFill>
                <a:effectLst/>
                <a:latin typeface="CaskaydiaCove Nerd Font" panose="020B0509020204030204" pitchFamily="49" charset="0"/>
              </a:rPr>
              <a:t>, true) }}</a:t>
            </a:r>
            <a:r>
              <a:rPr lang="en-US" sz="1600" b="0" dirty="0">
                <a:solidFill>
                  <a:srgbClr val="CCCCCC"/>
                </a:solidFill>
                <a:effectLst/>
                <a:latin typeface="CaskaydiaCove Nerd Font" panose="020B0509020204030204" pitchFamily="49" charset="0"/>
              </a:rPr>
              <a:t>: </a:t>
            </a:r>
            <a:r>
              <a:rPr lang="en-US" sz="1600" b="0" dirty="0">
                <a:solidFill>
                  <a:srgbClr val="6A9955"/>
                </a:solidFill>
                <a:effectLst/>
                <a:latin typeface="CaskaydiaCove Nerd Font" panose="020B0509020204030204" pitchFamily="49" charset="0"/>
              </a:rPr>
              <a:t># Check if '</a:t>
            </a:r>
            <a:r>
              <a:rPr lang="en-US" sz="1600" b="0" dirty="0" err="1">
                <a:solidFill>
                  <a:srgbClr val="6A9955"/>
                </a:solidFill>
                <a:effectLst/>
                <a:latin typeface="CaskaydiaCove Nerd Font" panose="020B0509020204030204" pitchFamily="49" charset="0"/>
              </a:rPr>
              <a:t>experimentalTemplate</a:t>
            </a:r>
            <a:r>
              <a:rPr lang="en-US" sz="1600" b="0" dirty="0">
                <a:solidFill>
                  <a:srgbClr val="6A9955"/>
                </a:solidFill>
                <a:effectLst/>
                <a:latin typeface="CaskaydiaCove Nerd Font" panose="020B0509020204030204" pitchFamily="49" charset="0"/>
              </a:rPr>
              <a:t>' is true</a:t>
            </a:r>
            <a:endParaRPr lang="en-US" sz="1600" b="0" dirty="0">
              <a:solidFill>
                <a:srgbClr val="CCCCCC"/>
              </a:solidFill>
              <a:effectLst/>
              <a:latin typeface="CaskaydiaCove Nerd Font" panose="020B0509020204030204" pitchFamily="49" charset="0"/>
            </a:endParaRPr>
          </a:p>
          <a:p>
            <a:pPr marL="0" indent="0">
              <a:buNone/>
            </a:pPr>
            <a:r>
              <a:rPr lang="en-US" sz="1600" dirty="0">
                <a:solidFill>
                  <a:srgbClr val="CCCCCC"/>
                </a:solidFill>
                <a:latin typeface="CaskaydiaCove Nerd Font" panose="020B0509020204030204" pitchFamily="49" charset="0"/>
              </a:rPr>
              <a:t>  </a:t>
            </a:r>
            <a:r>
              <a:rPr lang="en-US" sz="1600" b="0" dirty="0">
                <a:solidFill>
                  <a:srgbClr val="CCCCCC"/>
                </a:solidFill>
                <a:effectLst/>
                <a:latin typeface="CaskaydiaCove Nerd Font" panose="020B0509020204030204" pitchFamily="49" charset="0"/>
              </a:rPr>
              <a:t>- </a:t>
            </a:r>
            <a:r>
              <a:rPr lang="en-US" sz="1600" b="0" dirty="0">
                <a:solidFill>
                  <a:srgbClr val="569CD6"/>
                </a:solidFill>
                <a:effectLst/>
                <a:latin typeface="CaskaydiaCove Nerd Font" panose="020B0509020204030204" pitchFamily="49" charset="0"/>
              </a:rPr>
              <a:t>template</a:t>
            </a:r>
            <a:r>
              <a:rPr lang="en-US" sz="1600" b="0" dirty="0">
                <a:solidFill>
                  <a:srgbClr val="CCCCCC"/>
                </a:solidFill>
                <a:effectLst/>
                <a:latin typeface="CaskaydiaCove Nerd Font" panose="020B0509020204030204" pitchFamily="49" charset="0"/>
              </a:rPr>
              <a:t>: </a:t>
            </a:r>
            <a:r>
              <a:rPr lang="en-US" sz="1600" b="0" dirty="0" err="1">
                <a:solidFill>
                  <a:srgbClr val="CE9178"/>
                </a:solidFill>
                <a:effectLst/>
                <a:latin typeface="CaskaydiaCove Nerd Font" panose="020B0509020204030204" pitchFamily="49" charset="0"/>
              </a:rPr>
              <a:t>experimental.yml</a:t>
            </a:r>
            <a:endParaRPr lang="en-US" sz="1600" b="0" dirty="0">
              <a:solidFill>
                <a:srgbClr val="CCCCCC"/>
              </a:solidFill>
              <a:effectLst/>
              <a:latin typeface="CaskaydiaCove Nerd Font" panose="020B0509020204030204" pitchFamily="49" charset="0"/>
            </a:endParaRPr>
          </a:p>
          <a:p>
            <a:pPr marL="285750" indent="-285750">
              <a:buFontTx/>
              <a:buChar char="-"/>
            </a:pPr>
            <a:r>
              <a:rPr lang="en-US" sz="1600" b="0" dirty="0">
                <a:solidFill>
                  <a:srgbClr val="569CD6"/>
                </a:solidFill>
                <a:effectLst/>
                <a:latin typeface="CaskaydiaCove Nerd Font" panose="020B0509020204030204" pitchFamily="49" charset="0"/>
              </a:rPr>
              <a:t>${{ if not(eq(</a:t>
            </a:r>
            <a:r>
              <a:rPr lang="en-US" sz="1600" b="0" dirty="0" err="1">
                <a:solidFill>
                  <a:srgbClr val="569CD6"/>
                </a:solidFill>
                <a:effectLst/>
                <a:latin typeface="CaskaydiaCove Nerd Font" panose="020B0509020204030204" pitchFamily="49" charset="0"/>
              </a:rPr>
              <a:t>parameters.experimentalTemplate</a:t>
            </a:r>
            <a:r>
              <a:rPr lang="en-US" sz="1600" b="0" dirty="0">
                <a:solidFill>
                  <a:srgbClr val="569CD6"/>
                </a:solidFill>
                <a:effectLst/>
                <a:latin typeface="CaskaydiaCove Nerd Font" panose="020B0509020204030204" pitchFamily="49" charset="0"/>
              </a:rPr>
              <a:t>, true)) }}</a:t>
            </a:r>
            <a:r>
              <a:rPr lang="en-US" sz="1600" b="0" dirty="0">
                <a:solidFill>
                  <a:srgbClr val="CCCCCC"/>
                </a:solidFill>
                <a:effectLst/>
                <a:latin typeface="CaskaydiaCove Nerd Font" panose="020B0509020204030204" pitchFamily="49" charset="0"/>
              </a:rPr>
              <a:t>:  </a:t>
            </a:r>
            <a:r>
              <a:rPr lang="en-US" sz="1600" b="0" dirty="0">
                <a:solidFill>
                  <a:srgbClr val="6A9955"/>
                </a:solidFill>
                <a:effectLst/>
                <a:latin typeface="CaskaydiaCove Nerd Font" panose="020B0509020204030204" pitchFamily="49" charset="0"/>
              </a:rPr>
              <a:t># Check if '</a:t>
            </a:r>
            <a:r>
              <a:rPr lang="en-US" sz="1600" b="0" dirty="0" err="1">
                <a:solidFill>
                  <a:srgbClr val="6A9955"/>
                </a:solidFill>
                <a:effectLst/>
                <a:latin typeface="CaskaydiaCove Nerd Font" panose="020B0509020204030204" pitchFamily="49" charset="0"/>
              </a:rPr>
              <a:t>experimentalTemplate</a:t>
            </a:r>
            <a:r>
              <a:rPr lang="en-US" sz="1600" b="0" dirty="0">
                <a:solidFill>
                  <a:srgbClr val="6A9955"/>
                </a:solidFill>
                <a:effectLst/>
                <a:latin typeface="CaskaydiaCove Nerd Font" panose="020B0509020204030204" pitchFamily="49" charset="0"/>
              </a:rPr>
              <a:t>' is not true</a:t>
            </a:r>
            <a:endParaRPr lang="en-US" sz="1600" dirty="0">
              <a:solidFill>
                <a:srgbClr val="CCCCCC"/>
              </a:solidFill>
              <a:latin typeface="CaskaydiaCove Nerd Font" panose="020B0509020204030204" pitchFamily="49" charset="0"/>
            </a:endParaRPr>
          </a:p>
          <a:p>
            <a:pPr marL="0" indent="0">
              <a:buNone/>
            </a:pPr>
            <a:r>
              <a:rPr lang="en-US" sz="1600" b="0" dirty="0">
                <a:solidFill>
                  <a:srgbClr val="CCCCCC"/>
                </a:solidFill>
                <a:effectLst/>
                <a:latin typeface="CaskaydiaCove Nerd Font" panose="020B0509020204030204" pitchFamily="49" charset="0"/>
              </a:rPr>
              <a:t>  - </a:t>
            </a:r>
            <a:r>
              <a:rPr lang="en-US" sz="1600" b="0" dirty="0">
                <a:solidFill>
                  <a:srgbClr val="569CD6"/>
                </a:solidFill>
                <a:effectLst/>
                <a:latin typeface="CaskaydiaCove Nerd Font" panose="020B0509020204030204" pitchFamily="49" charset="0"/>
              </a:rPr>
              <a:t>template</a:t>
            </a:r>
            <a:r>
              <a:rPr lang="en-US" sz="1600" b="0" dirty="0">
                <a:solidFill>
                  <a:srgbClr val="CCCCCC"/>
                </a:solidFill>
                <a:effectLst/>
                <a:latin typeface="CaskaydiaCove Nerd Font" panose="020B0509020204030204" pitchFamily="49" charset="0"/>
              </a:rPr>
              <a:t>: </a:t>
            </a:r>
            <a:r>
              <a:rPr lang="en-US" sz="1600" b="0" dirty="0" err="1">
                <a:solidFill>
                  <a:srgbClr val="CE9178"/>
                </a:solidFill>
                <a:effectLst/>
                <a:latin typeface="CaskaydiaCove Nerd Font" panose="020B0509020204030204" pitchFamily="49" charset="0"/>
              </a:rPr>
              <a:t>stable.yml</a:t>
            </a:r>
            <a:endParaRPr lang="en-US" sz="1600" b="0" dirty="0">
              <a:solidFill>
                <a:srgbClr val="CCCCCC"/>
              </a:solidFill>
              <a:effectLst/>
              <a:latin typeface="CaskaydiaCove Nerd Font" panose="020B0509020204030204" pitchFamily="49" charset="0"/>
            </a:endParaRPr>
          </a:p>
          <a:p>
            <a:endParaRPr lang="en-US" dirty="0"/>
          </a:p>
        </p:txBody>
      </p:sp>
    </p:spTree>
    <p:extLst>
      <p:ext uri="{BB962C8B-B14F-4D97-AF65-F5344CB8AC3E}">
        <p14:creationId xmlns:p14="http://schemas.microsoft.com/office/powerpoint/2010/main" val="15446381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66D8195-3F55-F4FE-5D9D-81F8C192A223}"/>
              </a:ext>
            </a:extLst>
          </p:cNvPr>
          <p:cNvSpPr>
            <a:spLocks noGrp="1"/>
          </p:cNvSpPr>
          <p:nvPr>
            <p:ph type="sldNum" sz="quarter" idx="11"/>
          </p:nvPr>
        </p:nvSpPr>
        <p:spPr/>
        <p:txBody>
          <a:bodyPr/>
          <a:lstStyle/>
          <a:p>
            <a:fld id="{DDD2A080-DA64-4F5C-9131-47EB793B4410}" type="slidenum">
              <a:rPr lang="en-GB" noProof="0" smtClean="0"/>
              <a:pPr/>
              <a:t>27</a:t>
            </a:fld>
            <a:endParaRPr lang="en-GB" noProof="0" dirty="0"/>
          </a:p>
        </p:txBody>
      </p:sp>
      <p:sp>
        <p:nvSpPr>
          <p:cNvPr id="3" name="Title 2">
            <a:extLst>
              <a:ext uri="{FF2B5EF4-FFF2-40B4-BE49-F238E27FC236}">
                <a16:creationId xmlns:a16="http://schemas.microsoft.com/office/drawing/2014/main" id="{969427CE-FAEE-1832-1F1B-6B32EEE72D66}"/>
              </a:ext>
            </a:extLst>
          </p:cNvPr>
          <p:cNvSpPr>
            <a:spLocks noGrp="1"/>
          </p:cNvSpPr>
          <p:nvPr>
            <p:ph type="title"/>
          </p:nvPr>
        </p:nvSpPr>
        <p:spPr/>
        <p:txBody>
          <a:bodyPr/>
          <a:lstStyle/>
          <a:p>
            <a:r>
              <a:rPr lang="en-US" dirty="0"/>
              <a:t>Lab4 – Convert previous pipelines structure to templates</a:t>
            </a:r>
          </a:p>
        </p:txBody>
      </p:sp>
      <p:sp>
        <p:nvSpPr>
          <p:cNvPr id="4" name="Text Placeholder 3">
            <a:extLst>
              <a:ext uri="{FF2B5EF4-FFF2-40B4-BE49-F238E27FC236}">
                <a16:creationId xmlns:a16="http://schemas.microsoft.com/office/drawing/2014/main" id="{3F89398F-B904-8271-F961-A87633F94715}"/>
              </a:ext>
            </a:extLst>
          </p:cNvPr>
          <p:cNvSpPr>
            <a:spLocks noGrp="1"/>
          </p:cNvSpPr>
          <p:nvPr>
            <p:ph type="body" sz="quarter" idx="13"/>
          </p:nvPr>
        </p:nvSpPr>
        <p:spPr/>
        <p:txBody>
          <a:bodyPr/>
          <a:lstStyle/>
          <a:p>
            <a:pPr marL="0" indent="0">
              <a:buNone/>
            </a:pPr>
            <a:r>
              <a:rPr lang="en-US" dirty="0"/>
              <a:t>In this lab we will check our previously pipelines definition and check for any possibility to convert jobs, stages or steps to templates.</a:t>
            </a:r>
          </a:p>
          <a:p>
            <a:pPr marL="0" indent="0">
              <a:buNone/>
            </a:pPr>
            <a:endParaRPr lang="en-US" dirty="0"/>
          </a:p>
        </p:txBody>
      </p:sp>
    </p:spTree>
    <p:extLst>
      <p:ext uri="{BB962C8B-B14F-4D97-AF65-F5344CB8AC3E}">
        <p14:creationId xmlns:p14="http://schemas.microsoft.com/office/powerpoint/2010/main" val="2461032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E5C67D3-0D34-0CB9-0D68-1FE17BB47AAE}"/>
              </a:ext>
            </a:extLst>
          </p:cNvPr>
          <p:cNvSpPr>
            <a:spLocks noGrp="1"/>
          </p:cNvSpPr>
          <p:nvPr>
            <p:ph type="sldNum" sz="quarter" idx="11"/>
          </p:nvPr>
        </p:nvSpPr>
        <p:spPr/>
        <p:txBody>
          <a:bodyPr/>
          <a:lstStyle/>
          <a:p>
            <a:fld id="{DDD2A080-DA64-4F5C-9131-47EB793B4410}" type="slidenum">
              <a:rPr lang="en-GB" noProof="0" smtClean="0"/>
              <a:pPr/>
              <a:t>28</a:t>
            </a:fld>
            <a:endParaRPr lang="en-GB" noProof="0" dirty="0"/>
          </a:p>
        </p:txBody>
      </p:sp>
      <p:sp>
        <p:nvSpPr>
          <p:cNvPr id="3" name="Title 2">
            <a:extLst>
              <a:ext uri="{FF2B5EF4-FFF2-40B4-BE49-F238E27FC236}">
                <a16:creationId xmlns:a16="http://schemas.microsoft.com/office/drawing/2014/main" id="{BCB9CFF0-40AB-37D5-8223-7E84942DF95B}"/>
              </a:ext>
            </a:extLst>
          </p:cNvPr>
          <p:cNvSpPr>
            <a:spLocks noGrp="1"/>
          </p:cNvSpPr>
          <p:nvPr>
            <p:ph type="title"/>
          </p:nvPr>
        </p:nvSpPr>
        <p:spPr/>
        <p:txBody>
          <a:bodyPr/>
          <a:lstStyle/>
          <a:p>
            <a:r>
              <a:rPr lang="en-US" dirty="0"/>
              <a:t>Approvals and checks</a:t>
            </a:r>
          </a:p>
        </p:txBody>
      </p:sp>
      <p:sp>
        <p:nvSpPr>
          <p:cNvPr id="4" name="Text Placeholder 3">
            <a:extLst>
              <a:ext uri="{FF2B5EF4-FFF2-40B4-BE49-F238E27FC236}">
                <a16:creationId xmlns:a16="http://schemas.microsoft.com/office/drawing/2014/main" id="{5A5EB615-509A-005E-67A3-026953BF2AB0}"/>
              </a:ext>
            </a:extLst>
          </p:cNvPr>
          <p:cNvSpPr>
            <a:spLocks noGrp="1"/>
          </p:cNvSpPr>
          <p:nvPr>
            <p:ph type="body" sz="quarter" idx="13"/>
          </p:nvPr>
        </p:nvSpPr>
        <p:spPr>
          <a:xfrm>
            <a:off x="659008" y="1241060"/>
            <a:ext cx="10875600" cy="5058000"/>
          </a:xfrm>
        </p:spPr>
        <p:txBody>
          <a:bodyPr/>
          <a:lstStyle/>
          <a:p>
            <a:pPr marL="0" indent="0" algn="l">
              <a:buNone/>
            </a:pPr>
            <a:r>
              <a:rPr lang="en-US" b="0" i="0" dirty="0">
                <a:solidFill>
                  <a:srgbClr val="161616"/>
                </a:solidFill>
                <a:effectLst/>
                <a:latin typeface="Segoe UI" panose="020B0502040204020203" pitchFamily="34" charset="0"/>
              </a:rPr>
              <a:t>A pipeline is made up of stages. A pipeline author can control whether a stage should run by defining </a:t>
            </a:r>
            <a:r>
              <a:rPr lang="en-US" b="0" i="0" u="none" strike="noStrike" dirty="0">
                <a:solidFill>
                  <a:srgbClr val="161616"/>
                </a:solidFill>
                <a:effectLst/>
                <a:latin typeface="Segoe UI" panose="020B0502040204020203" pitchFamily="34" charset="0"/>
                <a:hlinkClick r:id="rId2"/>
              </a:rPr>
              <a:t>conditions</a:t>
            </a:r>
            <a:r>
              <a:rPr lang="en-US" b="0" i="0" dirty="0">
                <a:solidFill>
                  <a:srgbClr val="161616"/>
                </a:solidFill>
                <a:effectLst/>
                <a:latin typeface="Segoe UI" panose="020B0502040204020203" pitchFamily="34" charset="0"/>
              </a:rPr>
              <a:t> on the stage. Another way to control if and when a stage should run is through </a:t>
            </a:r>
            <a:r>
              <a:rPr lang="en-US" b="1" i="0" dirty="0">
                <a:solidFill>
                  <a:srgbClr val="161616"/>
                </a:solidFill>
                <a:effectLst/>
                <a:latin typeface="Segoe UI" panose="020B0502040204020203" pitchFamily="34" charset="0"/>
              </a:rPr>
              <a:t>approvals and checks</a:t>
            </a:r>
            <a:r>
              <a:rPr lang="en-US" b="0" i="0" dirty="0">
                <a:solidFill>
                  <a:srgbClr val="161616"/>
                </a:solidFill>
                <a:effectLst/>
                <a:latin typeface="Segoe UI" panose="020B0502040204020203" pitchFamily="34" charset="0"/>
              </a:rPr>
              <a:t>.</a:t>
            </a:r>
          </a:p>
          <a:p>
            <a:pPr marL="0" indent="0" algn="l">
              <a:buNone/>
            </a:pPr>
            <a:r>
              <a:rPr lang="en-US" dirty="0">
                <a:solidFill>
                  <a:srgbClr val="161616"/>
                </a:solidFill>
                <a:latin typeface="Segoe UI" panose="020B0502040204020203" pitchFamily="34" charset="0"/>
              </a:rPr>
              <a:t>Approvals and other checks aren't defined in the </a:t>
            </a:r>
            <a:r>
              <a:rPr lang="en-US" dirty="0" err="1">
                <a:solidFill>
                  <a:srgbClr val="161616"/>
                </a:solidFill>
                <a:latin typeface="Segoe UI" panose="020B0502040204020203" pitchFamily="34" charset="0"/>
              </a:rPr>
              <a:t>yaml</a:t>
            </a:r>
            <a:r>
              <a:rPr lang="en-US" dirty="0">
                <a:solidFill>
                  <a:srgbClr val="161616"/>
                </a:solidFill>
                <a:latin typeface="Segoe UI" panose="020B0502040204020203" pitchFamily="34" charset="0"/>
              </a:rPr>
              <a:t> file. Users modifying the pipeline </a:t>
            </a:r>
            <a:r>
              <a:rPr lang="en-US" dirty="0" err="1">
                <a:solidFill>
                  <a:srgbClr val="161616"/>
                </a:solidFill>
                <a:latin typeface="Segoe UI" panose="020B0502040204020203" pitchFamily="34" charset="0"/>
              </a:rPr>
              <a:t>yaml</a:t>
            </a:r>
            <a:r>
              <a:rPr lang="en-US" dirty="0">
                <a:solidFill>
                  <a:srgbClr val="161616"/>
                </a:solidFill>
                <a:latin typeface="Segoe UI" panose="020B0502040204020203" pitchFamily="34" charset="0"/>
              </a:rPr>
              <a:t> file can't modify the checks performed before start of a stage. Administrators of resources manage checks using the web interface of Azure Pipelines.</a:t>
            </a:r>
          </a:p>
          <a:p>
            <a:pPr marL="0" indent="0">
              <a:buNone/>
            </a:pPr>
            <a:r>
              <a:rPr lang="en-US" b="1" dirty="0">
                <a:solidFill>
                  <a:srgbClr val="161616"/>
                </a:solidFill>
                <a:latin typeface="Segoe UI" panose="020B0502040204020203" pitchFamily="34" charset="0"/>
              </a:rPr>
              <a:t>Approvals: </a:t>
            </a:r>
            <a:r>
              <a:rPr lang="en-US" dirty="0">
                <a:solidFill>
                  <a:srgbClr val="161616"/>
                </a:solidFill>
                <a:latin typeface="Segoe UI" panose="020B0502040204020203" pitchFamily="34" charset="0"/>
              </a:rPr>
              <a:t>before deploying the application further to production an approval must be received from one of our peers.</a:t>
            </a:r>
          </a:p>
          <a:p>
            <a:pPr marL="0" indent="0">
              <a:buNone/>
            </a:pPr>
            <a:r>
              <a:rPr lang="en-US" b="1" dirty="0">
                <a:solidFill>
                  <a:srgbClr val="161616"/>
                </a:solidFill>
                <a:latin typeface="Segoe UI" panose="020B0502040204020203" pitchFamily="34" charset="0"/>
              </a:rPr>
              <a:t>Branch control: </a:t>
            </a:r>
            <a:r>
              <a:rPr lang="en-US" dirty="0">
                <a:solidFill>
                  <a:srgbClr val="161616"/>
                </a:solidFill>
                <a:latin typeface="Segoe UI" panose="020B0502040204020203" pitchFamily="34" charset="0"/>
              </a:rPr>
              <a:t>ensure all the resources linked with the pipeline are built from the allowed branches and that the branches have protection </a:t>
            </a:r>
            <a:r>
              <a:rPr lang="en-US" dirty="0" err="1">
                <a:solidFill>
                  <a:srgbClr val="161616"/>
                </a:solidFill>
                <a:latin typeface="Segoe UI" panose="020B0502040204020203" pitchFamily="34" charset="0"/>
              </a:rPr>
              <a:t>enabled.Example</a:t>
            </a:r>
            <a:r>
              <a:rPr lang="en-US" dirty="0">
                <a:solidFill>
                  <a:srgbClr val="161616"/>
                </a:solidFill>
                <a:latin typeface="Segoe UI" panose="020B0502040204020203" pitchFamily="34" charset="0"/>
              </a:rPr>
              <a:t>: you can deploy to production stage only from master or release branch.</a:t>
            </a:r>
          </a:p>
          <a:p>
            <a:pPr marL="0" indent="0">
              <a:buNone/>
            </a:pPr>
            <a:r>
              <a:rPr lang="en-US" b="1" dirty="0">
                <a:solidFill>
                  <a:srgbClr val="161616"/>
                </a:solidFill>
                <a:latin typeface="Segoe UI" panose="020B0502040204020203" pitchFamily="34" charset="0"/>
              </a:rPr>
              <a:t>Branch policies: </a:t>
            </a:r>
            <a:r>
              <a:rPr lang="en-US" dirty="0">
                <a:solidFill>
                  <a:srgbClr val="161616"/>
                </a:solidFill>
                <a:latin typeface="Segoe UI" panose="020B0502040204020203" pitchFamily="34" charset="0"/>
              </a:rPr>
              <a:t>by enabling branch policies any changes done to selected branch will be made only via pull request with minimum number of reviewers defined, so not via direct commit.</a:t>
            </a:r>
          </a:p>
          <a:p>
            <a:pPr marL="0" indent="0">
              <a:buNone/>
            </a:pPr>
            <a:endParaRPr lang="en-US" b="1" i="0" dirty="0">
              <a:solidFill>
                <a:srgbClr val="161616"/>
              </a:solidFill>
              <a:effectLst/>
              <a:latin typeface="Segoe UI" panose="020B0502040204020203" pitchFamily="34" charset="0"/>
            </a:endParaRPr>
          </a:p>
          <a:p>
            <a:pPr marL="0" indent="0">
              <a:buNone/>
            </a:pPr>
            <a:r>
              <a:rPr lang="en-US" dirty="0">
                <a:hlinkClick r:id="rId3"/>
              </a:rPr>
              <a:t>Pipeline deployment approvals - Azure Pipelines | Microsoft Learn</a:t>
            </a:r>
            <a:endParaRPr lang="en-US" dirty="0"/>
          </a:p>
        </p:txBody>
      </p:sp>
    </p:spTree>
    <p:extLst>
      <p:ext uri="{BB962C8B-B14F-4D97-AF65-F5344CB8AC3E}">
        <p14:creationId xmlns:p14="http://schemas.microsoft.com/office/powerpoint/2010/main" val="4319954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FD01BC6-3D42-3827-2E95-2E2B0D7270B7}"/>
              </a:ext>
            </a:extLst>
          </p:cNvPr>
          <p:cNvSpPr>
            <a:spLocks noGrp="1"/>
          </p:cNvSpPr>
          <p:nvPr>
            <p:ph type="sldNum" sz="quarter" idx="11"/>
          </p:nvPr>
        </p:nvSpPr>
        <p:spPr/>
        <p:txBody>
          <a:bodyPr/>
          <a:lstStyle/>
          <a:p>
            <a:fld id="{DDD2A080-DA64-4F5C-9131-47EB793B4410}" type="slidenum">
              <a:rPr lang="en-GB" noProof="0" smtClean="0"/>
              <a:pPr/>
              <a:t>29</a:t>
            </a:fld>
            <a:endParaRPr lang="en-GB" noProof="0" dirty="0"/>
          </a:p>
        </p:txBody>
      </p:sp>
      <p:sp>
        <p:nvSpPr>
          <p:cNvPr id="3" name="Title 2">
            <a:extLst>
              <a:ext uri="{FF2B5EF4-FFF2-40B4-BE49-F238E27FC236}">
                <a16:creationId xmlns:a16="http://schemas.microsoft.com/office/drawing/2014/main" id="{56A6BA04-F6B9-4465-1A67-0FE0537CA7A0}"/>
              </a:ext>
            </a:extLst>
          </p:cNvPr>
          <p:cNvSpPr>
            <a:spLocks noGrp="1"/>
          </p:cNvSpPr>
          <p:nvPr>
            <p:ph type="title"/>
          </p:nvPr>
        </p:nvSpPr>
        <p:spPr>
          <a:xfrm>
            <a:off x="659008" y="325235"/>
            <a:ext cx="10875600" cy="420999"/>
          </a:xfrm>
        </p:spPr>
        <p:txBody>
          <a:bodyPr/>
          <a:lstStyle/>
          <a:p>
            <a:r>
              <a:rPr lang="en-US" dirty="0"/>
              <a:t>Learning never stops</a:t>
            </a:r>
          </a:p>
        </p:txBody>
      </p:sp>
      <p:sp>
        <p:nvSpPr>
          <p:cNvPr id="4" name="Text Placeholder 3">
            <a:extLst>
              <a:ext uri="{FF2B5EF4-FFF2-40B4-BE49-F238E27FC236}">
                <a16:creationId xmlns:a16="http://schemas.microsoft.com/office/drawing/2014/main" id="{8BE3AD3D-C198-9F4E-AD04-475E10DB3BD7}"/>
              </a:ext>
            </a:extLst>
          </p:cNvPr>
          <p:cNvSpPr>
            <a:spLocks noGrp="1"/>
          </p:cNvSpPr>
          <p:nvPr>
            <p:ph type="body" sz="quarter" idx="13"/>
          </p:nvPr>
        </p:nvSpPr>
        <p:spPr/>
        <p:txBody>
          <a:bodyPr/>
          <a:lstStyle/>
          <a:p>
            <a:endParaRPr lang="en-US" dirty="0">
              <a:hlinkClick r:id="rId2"/>
            </a:endParaRPr>
          </a:p>
          <a:p>
            <a:r>
              <a:rPr lang="en-US" dirty="0">
                <a:hlinkClick r:id="rId2"/>
              </a:rPr>
              <a:t>https://learn.microsoft.com/en-us/training/career-paths/devops-engineer</a:t>
            </a:r>
            <a:endParaRPr lang="en-US" dirty="0"/>
          </a:p>
          <a:p>
            <a:r>
              <a:rPr lang="en-US" dirty="0">
                <a:hlinkClick r:id="rId3"/>
              </a:rPr>
              <a:t>Build applications with Azure DevOps learning path - Training | Microsoft Learn</a:t>
            </a:r>
            <a:endParaRPr lang="en-US" dirty="0"/>
          </a:p>
          <a:p>
            <a:endParaRPr lang="en-US" dirty="0"/>
          </a:p>
        </p:txBody>
      </p:sp>
      <p:pic>
        <p:nvPicPr>
          <p:cNvPr id="6" name="Picture 5" descr="3D puzzle pieces">
            <a:extLst>
              <a:ext uri="{FF2B5EF4-FFF2-40B4-BE49-F238E27FC236}">
                <a16:creationId xmlns:a16="http://schemas.microsoft.com/office/drawing/2014/main" id="{6EAF06A6-3394-6EC7-51A6-6A0366BD922F}"/>
              </a:ext>
            </a:extLst>
          </p:cNvPr>
          <p:cNvPicPr>
            <a:picLocks noChangeAspect="1"/>
          </p:cNvPicPr>
          <p:nvPr/>
        </p:nvPicPr>
        <p:blipFill>
          <a:blip r:embed="rId4"/>
          <a:stretch>
            <a:fillRect/>
          </a:stretch>
        </p:blipFill>
        <p:spPr>
          <a:xfrm>
            <a:off x="1919453" y="2332419"/>
            <a:ext cx="6678010" cy="4452007"/>
          </a:xfrm>
          <a:prstGeom prst="rect">
            <a:avLst/>
          </a:prstGeom>
        </p:spPr>
      </p:pic>
    </p:spTree>
    <p:extLst>
      <p:ext uri="{BB962C8B-B14F-4D97-AF65-F5344CB8AC3E}">
        <p14:creationId xmlns:p14="http://schemas.microsoft.com/office/powerpoint/2010/main" val="18537259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996164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PRESENTER" val="98755fb961bcb85c763cf62196f86d8244fc"/>
</p:tagLst>
</file>

<file path=ppt/theme/theme1.xml><?xml version="1.0" encoding="utf-8"?>
<a:theme xmlns:a="http://schemas.openxmlformats.org/drawingml/2006/main" name="ING_PP_Template_16x9_January2020">
  <a:themeElements>
    <a:clrScheme name="ING 2020">
      <a:dk1>
        <a:srgbClr val="000000"/>
      </a:dk1>
      <a:lt1>
        <a:sysClr val="window" lastClr="FFFFFF"/>
      </a:lt1>
      <a:dk2>
        <a:srgbClr val="FF6200"/>
      </a:dk2>
      <a:lt2>
        <a:srgbClr val="696969"/>
      </a:lt2>
      <a:accent1>
        <a:srgbClr val="FF6200"/>
      </a:accent1>
      <a:accent2>
        <a:srgbClr val="A8A8A8"/>
      </a:accent2>
      <a:accent3>
        <a:srgbClr val="525199"/>
      </a:accent3>
      <a:accent4>
        <a:srgbClr val="559BD1"/>
      </a:accent4>
      <a:accent5>
        <a:srgbClr val="AB0066"/>
      </a:accent5>
      <a:accent6>
        <a:srgbClr val="D0D93C"/>
      </a:accent6>
      <a:hlink>
        <a:srgbClr val="525199"/>
      </a:hlink>
      <a:folHlink>
        <a:srgbClr val="AB0066"/>
      </a:folHlink>
    </a:clrScheme>
    <a:fontScheme name="ING ME">
      <a:majorFont>
        <a:latin typeface="ING Me"/>
        <a:ea typeface=""/>
        <a:cs typeface=""/>
      </a:majorFont>
      <a:minorFont>
        <a:latin typeface="ING Me"/>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6350">
          <a:solidFill>
            <a:schemeClr val="accent1"/>
          </a:solidFill>
        </a:ln>
      </a:spPr>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defPPr algn="ctr">
          <a:lnSpc>
            <a:spcPct val="90000"/>
          </a:lnSpc>
          <a:defRPr sz="16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A8A8A8"/>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36000" tIns="36000" rIns="36000" bIns="36000" rtlCol="0">
        <a:spAutoFit/>
      </a:bodyPr>
      <a:lstStyle>
        <a:defPPr>
          <a:defRPr sz="1400" dirty="0" err="1" smtClean="0"/>
        </a:defPPr>
      </a:lstStyle>
    </a:txDef>
  </a:objectDefaults>
  <a:extraClrSchemeLst/>
  <a:custClrLst>
    <a:custClr name="ING Orange">
      <a:srgbClr val="FF6200"/>
    </a:custClr>
    <a:custClr name="ING Light Grey">
      <a:srgbClr val="A8A8A8"/>
    </a:custClr>
    <a:custClr name="ING Mid Grey">
      <a:srgbClr val="696969"/>
    </a:custClr>
    <a:custClr name="ING Text color">
      <a:srgbClr val="333333"/>
    </a:custClr>
    <a:custClr name="ING Indigo">
      <a:srgbClr val="525199"/>
    </a:custClr>
    <a:custClr name="ING Sky">
      <a:srgbClr val="559BD1"/>
    </a:custClr>
    <a:custClr name="ING Fuchsia">
      <a:srgbClr val="AB0066"/>
    </a:custClr>
    <a:custClr name="ING Lime">
      <a:srgbClr val="D0D93C"/>
    </a:custClr>
    <a:custClr name="ING Leaf / Plus">
      <a:srgbClr val="349651"/>
    </a:custClr>
    <a:custClr name="ING Minus">
      <a:srgbClr val="FF0000"/>
    </a:custClr>
  </a:custClrLst>
  <a:extLst>
    <a:ext uri="{05A4C25C-085E-4340-85A3-A5531E510DB2}">
      <thm15:themeFamily xmlns:thm15="http://schemas.microsoft.com/office/thememl/2012/main" name="Presentation1" id="{AA03BD89-DE69-440C-B6C0-7E4EE3A84D5E}" vid="{0E985E53-AD5D-43D4-98F6-63ED5E9389F1}"/>
    </a:ext>
  </a:extLst>
</a:theme>
</file>

<file path=ppt/theme/theme2.xml><?xml version="1.0" encoding="utf-8"?>
<a:theme xmlns:a="http://schemas.openxmlformats.org/drawingml/2006/main" name="1_ING_PP_Template_16x9_January2020">
  <a:themeElements>
    <a:clrScheme name="ING 2020">
      <a:dk1>
        <a:srgbClr val="000000"/>
      </a:dk1>
      <a:lt1>
        <a:sysClr val="window" lastClr="FFFFFF"/>
      </a:lt1>
      <a:dk2>
        <a:srgbClr val="FF6200"/>
      </a:dk2>
      <a:lt2>
        <a:srgbClr val="696969"/>
      </a:lt2>
      <a:accent1>
        <a:srgbClr val="FF6200"/>
      </a:accent1>
      <a:accent2>
        <a:srgbClr val="A8A8A8"/>
      </a:accent2>
      <a:accent3>
        <a:srgbClr val="525199"/>
      </a:accent3>
      <a:accent4>
        <a:srgbClr val="559BD1"/>
      </a:accent4>
      <a:accent5>
        <a:srgbClr val="AB0066"/>
      </a:accent5>
      <a:accent6>
        <a:srgbClr val="D0D93C"/>
      </a:accent6>
      <a:hlink>
        <a:srgbClr val="525199"/>
      </a:hlink>
      <a:folHlink>
        <a:srgbClr val="AB0066"/>
      </a:folHlink>
    </a:clrScheme>
    <a:fontScheme name="ING ME">
      <a:majorFont>
        <a:latin typeface="ING Me"/>
        <a:ea typeface=""/>
        <a:cs typeface=""/>
      </a:majorFont>
      <a:minorFont>
        <a:latin typeface="ING Me"/>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6350">
          <a:solidFill>
            <a:schemeClr val="accent1"/>
          </a:solidFill>
        </a:ln>
      </a:spPr>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defPPr algn="ctr">
          <a:lnSpc>
            <a:spcPct val="90000"/>
          </a:lnSpc>
          <a:defRPr sz="16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A8A8A8"/>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36000" tIns="36000" rIns="36000" bIns="36000" rtlCol="0">
        <a:spAutoFit/>
      </a:bodyPr>
      <a:lstStyle>
        <a:defPPr>
          <a:defRPr sz="1400" dirty="0" err="1" smtClean="0"/>
        </a:defPPr>
      </a:lstStyle>
    </a:txDef>
  </a:objectDefaults>
  <a:extraClrSchemeLst/>
  <a:custClrLst>
    <a:custClr name="ING Orange">
      <a:srgbClr val="FF6200"/>
    </a:custClr>
    <a:custClr name="ING Light Grey">
      <a:srgbClr val="A8A8A8"/>
    </a:custClr>
    <a:custClr name="ING Mid Grey">
      <a:srgbClr val="696969"/>
    </a:custClr>
    <a:custClr name="ING Text color">
      <a:srgbClr val="333333"/>
    </a:custClr>
    <a:custClr name="ING Indigo">
      <a:srgbClr val="525199"/>
    </a:custClr>
    <a:custClr name="ING Sky">
      <a:srgbClr val="559BD1"/>
    </a:custClr>
    <a:custClr name="ING Fuchsia">
      <a:srgbClr val="AB0066"/>
    </a:custClr>
    <a:custClr name="ING Lime">
      <a:srgbClr val="D0D93C"/>
    </a:custClr>
    <a:custClr name="ING Leaf / Plus">
      <a:srgbClr val="349651"/>
    </a:custClr>
    <a:custClr name="ING Minus">
      <a:srgbClr val="FF0000"/>
    </a:custClr>
  </a:custClrLst>
  <a:extLst>
    <a:ext uri="{05A4C25C-085E-4340-85A3-A5531E510DB2}">
      <thm15:themeFamily xmlns:thm15="http://schemas.microsoft.com/office/thememl/2012/main" name="Presentation1" id="{AA03BD89-DE69-440C-B6C0-7E4EE3A84D5E}" vid="{175B3AD0-9A44-4CBA-97F2-83A38BD88FEA}"/>
    </a:ext>
  </a:extLst>
</a:theme>
</file>

<file path=ppt/theme/theme3.xml><?xml version="1.0" encoding="utf-8"?>
<a:theme xmlns:a="http://schemas.openxmlformats.org/drawingml/2006/main" name="Office Theme">
  <a:themeElements>
    <a:clrScheme name="ING 2016">
      <a:dk1>
        <a:srgbClr val="333333"/>
      </a:dk1>
      <a:lt1>
        <a:sysClr val="window" lastClr="FFFFFF"/>
      </a:lt1>
      <a:dk2>
        <a:srgbClr val="FF6200"/>
      </a:dk2>
      <a:lt2>
        <a:srgbClr val="696969"/>
      </a:lt2>
      <a:accent1>
        <a:srgbClr val="FF6200"/>
      </a:accent1>
      <a:accent2>
        <a:srgbClr val="A8A8A8"/>
      </a:accent2>
      <a:accent3>
        <a:srgbClr val="525199"/>
      </a:accent3>
      <a:accent4>
        <a:srgbClr val="60A6DA"/>
      </a:accent4>
      <a:accent5>
        <a:srgbClr val="AB0066"/>
      </a:accent5>
      <a:accent6>
        <a:srgbClr val="D0D93C"/>
      </a:accent6>
      <a:hlink>
        <a:srgbClr val="525199"/>
      </a:hlink>
      <a:folHlink>
        <a:srgbClr val="AB0066"/>
      </a:folHlink>
    </a:clrScheme>
    <a:fontScheme name="ING ME">
      <a:majorFont>
        <a:latin typeface="ING Me"/>
        <a:ea typeface=""/>
        <a:cs typeface=""/>
      </a:majorFont>
      <a:minorFont>
        <a:latin typeface="ING M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ING presentation template</Template>
  <TotalTime>2772</TotalTime>
  <Words>3570</Words>
  <Application>Microsoft Office PowerPoint</Application>
  <PresentationFormat>Widescreen</PresentationFormat>
  <Paragraphs>326</Paragraphs>
  <Slides>30</Slides>
  <Notes>8</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30</vt:i4>
      </vt:variant>
    </vt:vector>
  </HeadingPairs>
  <TitlesOfParts>
    <vt:vector size="40" baseType="lpstr">
      <vt:lpstr>Arial</vt:lpstr>
      <vt:lpstr>ING Me</vt:lpstr>
      <vt:lpstr>Consolas</vt:lpstr>
      <vt:lpstr>CaskaydiaCove Nerd Font</vt:lpstr>
      <vt:lpstr>SFMono-Regular</vt:lpstr>
      <vt:lpstr>Segoe UI</vt:lpstr>
      <vt:lpstr>Calibri</vt:lpstr>
      <vt:lpstr>Wingdings</vt:lpstr>
      <vt:lpstr>ING_PP_Template_16x9_January2020</vt:lpstr>
      <vt:lpstr>1_ING_PP_Template_16x9_January2020</vt:lpstr>
      <vt:lpstr>Azure Pipelines</vt:lpstr>
      <vt:lpstr>Agenda</vt:lpstr>
      <vt:lpstr>Why Azure Pipelines?</vt:lpstr>
      <vt:lpstr>Before a pipeline we need to have a repository</vt:lpstr>
      <vt:lpstr>Pipelines structure</vt:lpstr>
      <vt:lpstr>Pipeline basics</vt:lpstr>
      <vt:lpstr>About pools and agents. </vt:lpstr>
      <vt:lpstr>Define pipelines using YAML </vt:lpstr>
      <vt:lpstr>Sample pipeline yaml file</vt:lpstr>
      <vt:lpstr>Azure Pipelines CI/CD architecture</vt:lpstr>
      <vt:lpstr>Runtime Parameters</vt:lpstr>
      <vt:lpstr>Parameters different types</vt:lpstr>
      <vt:lpstr>Runtime parameters sample file</vt:lpstr>
      <vt:lpstr>Variables</vt:lpstr>
      <vt:lpstr>Variables sample file</vt:lpstr>
      <vt:lpstr>Predefined variables</vt:lpstr>
      <vt:lpstr>Parallel jobs covered by free tier</vt:lpstr>
      <vt:lpstr>Lab1 – Starter pipeline</vt:lpstr>
      <vt:lpstr>Lab2 – Deploy Python application to Azure App Service </vt:lpstr>
      <vt:lpstr>About service connections</vt:lpstr>
      <vt:lpstr>Azure RM Service connection</vt:lpstr>
      <vt:lpstr>Labs – Azure RM service connection + Infrastructure pipeline</vt:lpstr>
      <vt:lpstr>Templates</vt:lpstr>
      <vt:lpstr>Templates reference</vt:lpstr>
      <vt:lpstr>Templates with parameters</vt:lpstr>
      <vt:lpstr>Parameters with condition to load a template</vt:lpstr>
      <vt:lpstr>Lab4 – Convert previous pipelines structure to templates</vt:lpstr>
      <vt:lpstr>Approvals and checks</vt:lpstr>
      <vt:lpstr>Learning never stops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Azure Pipelines</dc:title>
  <dc:creator>Budurescu, M. (Mihai)</dc:creator>
  <cp:keywords>16x9; Template; Global; Think Forward; External</cp:keywords>
  <dc:description>April 2020</dc:description>
  <cp:lastModifiedBy>Budurescu, M. (Mihai)</cp:lastModifiedBy>
  <cp:revision>1</cp:revision>
  <dcterms:created xsi:type="dcterms:W3CDTF">2024-09-10T10:46:30Z</dcterms:created>
  <dcterms:modified xsi:type="dcterms:W3CDTF">2024-09-19T17:05:56Z</dcterms:modified>
  <cp:version>3</cp:version>
</cp:coreProperties>
</file>